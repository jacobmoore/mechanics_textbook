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4"/>
  </p:sldMasterIdLst>
  <p:notesMasterIdLst>
    <p:notesMasterId r:id="rId17"/>
  </p:notesMasterIdLst>
  <p:sldIdLst>
    <p:sldId id="256" r:id="rId5"/>
    <p:sldId id="310" r:id="rId6"/>
    <p:sldId id="311" r:id="rId7"/>
    <p:sldId id="312" r:id="rId8"/>
    <p:sldId id="313" r:id="rId9"/>
    <p:sldId id="314" r:id="rId10"/>
    <p:sldId id="316" r:id="rId11"/>
    <p:sldId id="315" r:id="rId12"/>
    <p:sldId id="317" r:id="rId13"/>
    <p:sldId id="318" r:id="rId14"/>
    <p:sldId id="319" r:id="rId15"/>
    <p:sldId id="287" r:id="rId1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DDDDD"/>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3E22C7C-4C51-4CF8-80D5-877CD6E8A6D1}" v="684" dt="2020-08-21T14:20:37.11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47" autoAdjust="0"/>
    <p:restoredTop sz="93792" autoAdjust="0"/>
  </p:normalViewPr>
  <p:slideViewPr>
    <p:cSldViewPr>
      <p:cViewPr varScale="1">
        <p:scale>
          <a:sx n="63" d="100"/>
          <a:sy n="63" d="100"/>
        </p:scale>
        <p:origin x="1400" y="56"/>
      </p:cViewPr>
      <p:guideLst>
        <p:guide orient="horz" pos="2160"/>
        <p:guide pos="2880"/>
      </p:guideLst>
    </p:cSldViewPr>
  </p:slideViewPr>
  <p:notesTextViewPr>
    <p:cViewPr>
      <p:scale>
        <a:sx n="1" d="1"/>
        <a:sy n="1" d="1"/>
      </p:scale>
      <p:origin x="0" y="0"/>
    </p:cViewPr>
  </p:notesTextViewPr>
  <p:sorterViewPr>
    <p:cViewPr>
      <p:scale>
        <a:sx n="100" d="100"/>
        <a:sy n="100" d="100"/>
      </p:scale>
      <p:origin x="0" y="0"/>
    </p:cViewPr>
  </p:sorterViewPr>
  <p:notesViewPr>
    <p:cSldViewPr>
      <p:cViewPr varScale="1">
        <p:scale>
          <a:sx n="70" d="100"/>
          <a:sy n="70" d="100"/>
        </p:scale>
        <p:origin x="-3294" y="-9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oore, Jacob Preston" userId="fdd3fd0f-c483-48c9-988d-7deb216763fd" providerId="ADAL" clId="{09F6951C-688F-4341-B21E-445DE5094D54}"/>
    <pc:docChg chg="addSld delSld modSld">
      <pc:chgData name="Moore, Jacob Preston" userId="fdd3fd0f-c483-48c9-988d-7deb216763fd" providerId="ADAL" clId="{09F6951C-688F-4341-B21E-445DE5094D54}" dt="2020-08-20T20:55:00.932" v="15"/>
      <pc:docMkLst>
        <pc:docMk/>
      </pc:docMkLst>
      <pc:sldChg chg="modSp">
        <pc:chgData name="Moore, Jacob Preston" userId="fdd3fd0f-c483-48c9-988d-7deb216763fd" providerId="ADAL" clId="{09F6951C-688F-4341-B21E-445DE5094D54}" dt="2020-08-20T20:52:24.129" v="7" actId="20577"/>
        <pc:sldMkLst>
          <pc:docMk/>
          <pc:sldMk cId="3080430471" sldId="256"/>
        </pc:sldMkLst>
        <pc:spChg chg="mod">
          <ac:chgData name="Moore, Jacob Preston" userId="fdd3fd0f-c483-48c9-988d-7deb216763fd" providerId="ADAL" clId="{09F6951C-688F-4341-B21E-445DE5094D54}" dt="2020-08-20T20:52:24.129" v="7" actId="20577"/>
          <ac:spMkLst>
            <pc:docMk/>
            <pc:sldMk cId="3080430471" sldId="256"/>
            <ac:spMk id="2" creationId="{00000000-0000-0000-0000-000000000000}"/>
          </ac:spMkLst>
        </pc:spChg>
      </pc:sldChg>
      <pc:sldChg chg="del">
        <pc:chgData name="Moore, Jacob Preston" userId="fdd3fd0f-c483-48c9-988d-7deb216763fd" providerId="ADAL" clId="{09F6951C-688F-4341-B21E-445DE5094D54}" dt="2020-08-20T20:54:58.920" v="8" actId="2696"/>
        <pc:sldMkLst>
          <pc:docMk/>
          <pc:sldMk cId="1036537886" sldId="277"/>
        </pc:sldMkLst>
      </pc:sldChg>
      <pc:sldChg chg="del">
        <pc:chgData name="Moore, Jacob Preston" userId="fdd3fd0f-c483-48c9-988d-7deb216763fd" providerId="ADAL" clId="{09F6951C-688F-4341-B21E-445DE5094D54}" dt="2020-08-20T20:54:58.934" v="9" actId="2696"/>
        <pc:sldMkLst>
          <pc:docMk/>
          <pc:sldMk cId="1488625850" sldId="278"/>
        </pc:sldMkLst>
      </pc:sldChg>
      <pc:sldChg chg="del">
        <pc:chgData name="Moore, Jacob Preston" userId="fdd3fd0f-c483-48c9-988d-7deb216763fd" providerId="ADAL" clId="{09F6951C-688F-4341-B21E-445DE5094D54}" dt="2020-08-20T20:54:59.004" v="14" actId="2696"/>
        <pc:sldMkLst>
          <pc:docMk/>
          <pc:sldMk cId="3553320591" sldId="288"/>
        </pc:sldMkLst>
      </pc:sldChg>
      <pc:sldChg chg="del">
        <pc:chgData name="Moore, Jacob Preston" userId="fdd3fd0f-c483-48c9-988d-7deb216763fd" providerId="ADAL" clId="{09F6951C-688F-4341-B21E-445DE5094D54}" dt="2020-08-20T20:54:58.943" v="10" actId="2696"/>
        <pc:sldMkLst>
          <pc:docMk/>
          <pc:sldMk cId="1078433381" sldId="289"/>
        </pc:sldMkLst>
      </pc:sldChg>
      <pc:sldChg chg="del">
        <pc:chgData name="Moore, Jacob Preston" userId="fdd3fd0f-c483-48c9-988d-7deb216763fd" providerId="ADAL" clId="{09F6951C-688F-4341-B21E-445DE5094D54}" dt="2020-08-20T20:54:58.968" v="11" actId="2696"/>
        <pc:sldMkLst>
          <pc:docMk/>
          <pc:sldMk cId="3097569946" sldId="290"/>
        </pc:sldMkLst>
      </pc:sldChg>
      <pc:sldChg chg="del">
        <pc:chgData name="Moore, Jacob Preston" userId="fdd3fd0f-c483-48c9-988d-7deb216763fd" providerId="ADAL" clId="{09F6951C-688F-4341-B21E-445DE5094D54}" dt="2020-08-20T20:54:58.976" v="12" actId="2696"/>
        <pc:sldMkLst>
          <pc:docMk/>
          <pc:sldMk cId="3280287177" sldId="291"/>
        </pc:sldMkLst>
      </pc:sldChg>
      <pc:sldChg chg="del">
        <pc:chgData name="Moore, Jacob Preston" userId="fdd3fd0f-c483-48c9-988d-7deb216763fd" providerId="ADAL" clId="{09F6951C-688F-4341-B21E-445DE5094D54}" dt="2020-08-20T20:54:58.997" v="13" actId="2696"/>
        <pc:sldMkLst>
          <pc:docMk/>
          <pc:sldMk cId="594052679" sldId="292"/>
        </pc:sldMkLst>
      </pc:sldChg>
      <pc:sldChg chg="add">
        <pc:chgData name="Moore, Jacob Preston" userId="fdd3fd0f-c483-48c9-988d-7deb216763fd" providerId="ADAL" clId="{09F6951C-688F-4341-B21E-445DE5094D54}" dt="2020-08-20T20:55:00.932" v="15"/>
        <pc:sldMkLst>
          <pc:docMk/>
          <pc:sldMk cId="873321717" sldId="304"/>
        </pc:sldMkLst>
      </pc:sldChg>
      <pc:sldChg chg="add">
        <pc:chgData name="Moore, Jacob Preston" userId="fdd3fd0f-c483-48c9-988d-7deb216763fd" providerId="ADAL" clId="{09F6951C-688F-4341-B21E-445DE5094D54}" dt="2020-08-20T20:55:00.932" v="15"/>
        <pc:sldMkLst>
          <pc:docMk/>
          <pc:sldMk cId="3757804491" sldId="305"/>
        </pc:sldMkLst>
      </pc:sldChg>
      <pc:sldChg chg="add">
        <pc:chgData name="Moore, Jacob Preston" userId="fdd3fd0f-c483-48c9-988d-7deb216763fd" providerId="ADAL" clId="{09F6951C-688F-4341-B21E-445DE5094D54}" dt="2020-08-20T20:55:00.932" v="15"/>
        <pc:sldMkLst>
          <pc:docMk/>
          <pc:sldMk cId="929007296" sldId="306"/>
        </pc:sldMkLst>
      </pc:sldChg>
      <pc:sldChg chg="add">
        <pc:chgData name="Moore, Jacob Preston" userId="fdd3fd0f-c483-48c9-988d-7deb216763fd" providerId="ADAL" clId="{09F6951C-688F-4341-B21E-445DE5094D54}" dt="2020-08-20T20:55:00.932" v="15"/>
        <pc:sldMkLst>
          <pc:docMk/>
          <pc:sldMk cId="67018790" sldId="308"/>
        </pc:sldMkLst>
      </pc:sldChg>
    </pc:docChg>
  </pc:docChgLst>
  <pc:docChgLst>
    <pc:chgData name="Moore, Jacob Preston" userId="fdd3fd0f-c483-48c9-988d-7deb216763fd" providerId="ADAL" clId="{A3E22C7C-4C51-4CF8-80D5-877CD6E8A6D1}"/>
    <pc:docChg chg="custSel addSld modSld">
      <pc:chgData name="Moore, Jacob Preston" userId="fdd3fd0f-c483-48c9-988d-7deb216763fd" providerId="ADAL" clId="{A3E22C7C-4C51-4CF8-80D5-877CD6E8A6D1}" dt="2020-08-21T14:39:13.155" v="1020" actId="20577"/>
      <pc:docMkLst>
        <pc:docMk/>
      </pc:docMkLst>
      <pc:sldChg chg="modSp">
        <pc:chgData name="Moore, Jacob Preston" userId="fdd3fd0f-c483-48c9-988d-7deb216763fd" providerId="ADAL" clId="{A3E22C7C-4C51-4CF8-80D5-877CD6E8A6D1}" dt="2020-08-21T14:39:13.155" v="1020" actId="20577"/>
        <pc:sldMkLst>
          <pc:docMk/>
          <pc:sldMk cId="3080430471" sldId="256"/>
        </pc:sldMkLst>
        <pc:spChg chg="mod">
          <ac:chgData name="Moore, Jacob Preston" userId="fdd3fd0f-c483-48c9-988d-7deb216763fd" providerId="ADAL" clId="{A3E22C7C-4C51-4CF8-80D5-877CD6E8A6D1}" dt="2020-08-21T14:39:13.155" v="1020" actId="20577"/>
          <ac:spMkLst>
            <pc:docMk/>
            <pc:sldMk cId="3080430471" sldId="256"/>
            <ac:spMk id="2" creationId="{00000000-0000-0000-0000-000000000000}"/>
          </ac:spMkLst>
        </pc:spChg>
      </pc:sldChg>
      <pc:sldChg chg="addSp modSp modAnim">
        <pc:chgData name="Moore, Jacob Preston" userId="fdd3fd0f-c483-48c9-988d-7deb216763fd" providerId="ADAL" clId="{A3E22C7C-4C51-4CF8-80D5-877CD6E8A6D1}" dt="2020-08-21T14:17:42.310" v="986"/>
        <pc:sldMkLst>
          <pc:docMk/>
          <pc:sldMk cId="873321717" sldId="304"/>
        </pc:sldMkLst>
        <pc:spChg chg="mod">
          <ac:chgData name="Moore, Jacob Preston" userId="fdd3fd0f-c483-48c9-988d-7deb216763fd" providerId="ADAL" clId="{A3E22C7C-4C51-4CF8-80D5-877CD6E8A6D1}" dt="2020-08-21T13:36:05.743" v="20" actId="20577"/>
          <ac:spMkLst>
            <pc:docMk/>
            <pc:sldMk cId="873321717" sldId="304"/>
            <ac:spMk id="3" creationId="{00000000-0000-0000-0000-000000000000}"/>
          </ac:spMkLst>
        </pc:spChg>
        <pc:picChg chg="add mod">
          <ac:chgData name="Moore, Jacob Preston" userId="fdd3fd0f-c483-48c9-988d-7deb216763fd" providerId="ADAL" clId="{A3E22C7C-4C51-4CF8-80D5-877CD6E8A6D1}" dt="2020-08-21T14:17:32.234" v="984" actId="1076"/>
          <ac:picMkLst>
            <pc:docMk/>
            <pc:sldMk cId="873321717" sldId="304"/>
            <ac:picMk id="5" creationId="{39EF0684-C74E-4991-B851-176C47B21232}"/>
          </ac:picMkLst>
        </pc:picChg>
      </pc:sldChg>
      <pc:sldChg chg="addSp delSp modSp modAnim">
        <pc:chgData name="Moore, Jacob Preston" userId="fdd3fd0f-c483-48c9-988d-7deb216763fd" providerId="ADAL" clId="{A3E22C7C-4C51-4CF8-80D5-877CD6E8A6D1}" dt="2020-08-21T14:17:22.236" v="980"/>
        <pc:sldMkLst>
          <pc:docMk/>
          <pc:sldMk cId="3757804491" sldId="305"/>
        </pc:sldMkLst>
        <pc:picChg chg="del">
          <ac:chgData name="Moore, Jacob Preston" userId="fdd3fd0f-c483-48c9-988d-7deb216763fd" providerId="ADAL" clId="{A3E22C7C-4C51-4CF8-80D5-877CD6E8A6D1}" dt="2020-08-21T13:45:59.773" v="28" actId="478"/>
          <ac:picMkLst>
            <pc:docMk/>
            <pc:sldMk cId="3757804491" sldId="305"/>
            <ac:picMk id="1026" creationId="{00000000-0000-0000-0000-000000000000}"/>
          </ac:picMkLst>
        </pc:picChg>
        <pc:picChg chg="add del mod">
          <ac:chgData name="Moore, Jacob Preston" userId="fdd3fd0f-c483-48c9-988d-7deb216763fd" providerId="ADAL" clId="{A3E22C7C-4C51-4CF8-80D5-877CD6E8A6D1}" dt="2020-08-21T14:17:22.236" v="980"/>
          <ac:picMkLst>
            <pc:docMk/>
            <pc:sldMk cId="3757804491" sldId="305"/>
            <ac:picMk id="2050" creationId="{3F4CD74C-DFBB-4489-85C7-37D782DA68F6}"/>
          </ac:picMkLst>
        </pc:picChg>
      </pc:sldChg>
      <pc:sldChg chg="addSp delSp modSp delAnim modAnim">
        <pc:chgData name="Moore, Jacob Preston" userId="fdd3fd0f-c483-48c9-988d-7deb216763fd" providerId="ADAL" clId="{A3E22C7C-4C51-4CF8-80D5-877CD6E8A6D1}" dt="2020-08-21T14:18:17.382" v="987"/>
        <pc:sldMkLst>
          <pc:docMk/>
          <pc:sldMk cId="929007296" sldId="306"/>
        </pc:sldMkLst>
        <pc:spChg chg="mod">
          <ac:chgData name="Moore, Jacob Preston" userId="fdd3fd0f-c483-48c9-988d-7deb216763fd" providerId="ADAL" clId="{A3E22C7C-4C51-4CF8-80D5-877CD6E8A6D1}" dt="2020-08-21T14:09:01.770" v="704" actId="27636"/>
          <ac:spMkLst>
            <pc:docMk/>
            <pc:sldMk cId="929007296" sldId="306"/>
            <ac:spMk id="3" creationId="{00000000-0000-0000-0000-000000000000}"/>
          </ac:spMkLst>
        </pc:spChg>
        <pc:spChg chg="add mod">
          <ac:chgData name="Moore, Jacob Preston" userId="fdd3fd0f-c483-48c9-988d-7deb216763fd" providerId="ADAL" clId="{A3E22C7C-4C51-4CF8-80D5-877CD6E8A6D1}" dt="2020-08-21T14:09:07.653" v="708" actId="1038"/>
          <ac:spMkLst>
            <pc:docMk/>
            <pc:sldMk cId="929007296" sldId="306"/>
            <ac:spMk id="11" creationId="{839AAAB5-43DA-43AA-985B-CDC7939FDFF9}"/>
          </ac:spMkLst>
        </pc:spChg>
        <pc:spChg chg="add mod">
          <ac:chgData name="Moore, Jacob Preston" userId="fdd3fd0f-c483-48c9-988d-7deb216763fd" providerId="ADAL" clId="{A3E22C7C-4C51-4CF8-80D5-877CD6E8A6D1}" dt="2020-08-21T14:09:10.633" v="709" actId="1076"/>
          <ac:spMkLst>
            <pc:docMk/>
            <pc:sldMk cId="929007296" sldId="306"/>
            <ac:spMk id="12" creationId="{E5E8F60E-99B6-4B0E-85EC-4294DDEC00C5}"/>
          </ac:spMkLst>
        </pc:spChg>
        <pc:spChg chg="del">
          <ac:chgData name="Moore, Jacob Preston" userId="fdd3fd0f-c483-48c9-988d-7deb216763fd" providerId="ADAL" clId="{A3E22C7C-4C51-4CF8-80D5-877CD6E8A6D1}" dt="2020-08-21T13:51:20.613" v="202" actId="478"/>
          <ac:spMkLst>
            <pc:docMk/>
            <pc:sldMk cId="929007296" sldId="306"/>
            <ac:spMk id="13" creationId="{00000000-0000-0000-0000-000000000000}"/>
          </ac:spMkLst>
        </pc:spChg>
        <pc:picChg chg="del">
          <ac:chgData name="Moore, Jacob Preston" userId="fdd3fd0f-c483-48c9-988d-7deb216763fd" providerId="ADAL" clId="{A3E22C7C-4C51-4CF8-80D5-877CD6E8A6D1}" dt="2020-08-21T13:49:19.416" v="32" actId="478"/>
          <ac:picMkLst>
            <pc:docMk/>
            <pc:sldMk cId="929007296" sldId="306"/>
            <ac:picMk id="2050" creationId="{00000000-0000-0000-0000-000000000000}"/>
          </ac:picMkLst>
        </pc:picChg>
        <pc:cxnChg chg="del mod">
          <ac:chgData name="Moore, Jacob Preston" userId="fdd3fd0f-c483-48c9-988d-7deb216763fd" providerId="ADAL" clId="{A3E22C7C-4C51-4CF8-80D5-877CD6E8A6D1}" dt="2020-08-21T13:52:56.324" v="205" actId="478"/>
          <ac:cxnSpMkLst>
            <pc:docMk/>
            <pc:sldMk cId="929007296" sldId="306"/>
            <ac:cxnSpMk id="6" creationId="{00000000-0000-0000-0000-000000000000}"/>
          </ac:cxnSpMkLst>
        </pc:cxnChg>
        <pc:cxnChg chg="add mod">
          <ac:chgData name="Moore, Jacob Preston" userId="fdd3fd0f-c483-48c9-988d-7deb216763fd" providerId="ADAL" clId="{A3E22C7C-4C51-4CF8-80D5-877CD6E8A6D1}" dt="2020-08-21T14:09:07.653" v="708" actId="1038"/>
          <ac:cxnSpMkLst>
            <pc:docMk/>
            <pc:sldMk cId="929007296" sldId="306"/>
            <ac:cxnSpMk id="9" creationId="{FC965FCC-8E35-4551-B8EC-5F5BFEDD3736}"/>
          </ac:cxnSpMkLst>
        </pc:cxnChg>
        <pc:cxnChg chg="del mod">
          <ac:chgData name="Moore, Jacob Preston" userId="fdd3fd0f-c483-48c9-988d-7deb216763fd" providerId="ADAL" clId="{A3E22C7C-4C51-4CF8-80D5-877CD6E8A6D1}" dt="2020-08-21T13:52:56.324" v="205" actId="478"/>
          <ac:cxnSpMkLst>
            <pc:docMk/>
            <pc:sldMk cId="929007296" sldId="306"/>
            <ac:cxnSpMk id="10" creationId="{00000000-0000-0000-0000-000000000000}"/>
          </ac:cxnSpMkLst>
        </pc:cxnChg>
      </pc:sldChg>
      <pc:sldChg chg="addSp delSp modSp delAnim modAnim">
        <pc:chgData name="Moore, Jacob Preston" userId="fdd3fd0f-c483-48c9-988d-7deb216763fd" providerId="ADAL" clId="{A3E22C7C-4C51-4CF8-80D5-877CD6E8A6D1}" dt="2020-08-21T14:18:36.171" v="990"/>
        <pc:sldMkLst>
          <pc:docMk/>
          <pc:sldMk cId="67018790" sldId="308"/>
        </pc:sldMkLst>
        <pc:spChg chg="del">
          <ac:chgData name="Moore, Jacob Preston" userId="fdd3fd0f-c483-48c9-988d-7deb216763fd" providerId="ADAL" clId="{A3E22C7C-4C51-4CF8-80D5-877CD6E8A6D1}" dt="2020-08-21T14:14:38.176" v="977" actId="478"/>
          <ac:spMkLst>
            <pc:docMk/>
            <pc:sldMk cId="67018790" sldId="308"/>
            <ac:spMk id="28" creationId="{4EF6AAA1-87FD-4F3D-8017-845A4BBA2A32}"/>
          </ac:spMkLst>
        </pc:spChg>
        <pc:spChg chg="del">
          <ac:chgData name="Moore, Jacob Preston" userId="fdd3fd0f-c483-48c9-988d-7deb216763fd" providerId="ADAL" clId="{A3E22C7C-4C51-4CF8-80D5-877CD6E8A6D1}" dt="2020-08-21T14:14:42.960" v="978" actId="478"/>
          <ac:spMkLst>
            <pc:docMk/>
            <pc:sldMk cId="67018790" sldId="308"/>
            <ac:spMk id="30" creationId="{698F80B2-5B66-48C9-A105-AE18CCF306F8}"/>
          </ac:spMkLst>
        </pc:spChg>
        <pc:grpChg chg="add mod">
          <ac:chgData name="Moore, Jacob Preston" userId="fdd3fd0f-c483-48c9-988d-7deb216763fd" providerId="ADAL" clId="{A3E22C7C-4C51-4CF8-80D5-877CD6E8A6D1}" dt="2020-08-21T14:14:33.434" v="976" actId="1076"/>
          <ac:grpSpMkLst>
            <pc:docMk/>
            <pc:sldMk cId="67018790" sldId="308"/>
            <ac:grpSpMk id="19" creationId="{DC103B95-2A2F-4101-8AB3-86D8CB4B5D00}"/>
          </ac:grpSpMkLst>
        </pc:grpChg>
        <pc:grpChg chg="del">
          <ac:chgData name="Moore, Jacob Preston" userId="fdd3fd0f-c483-48c9-988d-7deb216763fd" providerId="ADAL" clId="{A3E22C7C-4C51-4CF8-80D5-877CD6E8A6D1}" dt="2020-08-21T13:39:18.942" v="21" actId="478"/>
          <ac:grpSpMkLst>
            <pc:docMk/>
            <pc:sldMk cId="67018790" sldId="308"/>
            <ac:grpSpMk id="3072" creationId="{00000000-0000-0000-0000-000000000000}"/>
          </ac:grpSpMkLst>
        </pc:grpChg>
        <pc:picChg chg="add mod">
          <ac:chgData name="Moore, Jacob Preston" userId="fdd3fd0f-c483-48c9-988d-7deb216763fd" providerId="ADAL" clId="{A3E22C7C-4C51-4CF8-80D5-877CD6E8A6D1}" dt="2020-08-21T14:09:32.171" v="710" actId="1076"/>
          <ac:picMkLst>
            <pc:docMk/>
            <pc:sldMk cId="67018790" sldId="308"/>
            <ac:picMk id="1026" creationId="{48C914D4-9F87-4994-820E-D7F41B73D8F2}"/>
          </ac:picMkLst>
        </pc:picChg>
        <pc:picChg chg="del">
          <ac:chgData name="Moore, Jacob Preston" userId="fdd3fd0f-c483-48c9-988d-7deb216763fd" providerId="ADAL" clId="{A3E22C7C-4C51-4CF8-80D5-877CD6E8A6D1}" dt="2020-08-21T13:39:20.766" v="22" actId="478"/>
          <ac:picMkLst>
            <pc:docMk/>
            <pc:sldMk cId="67018790" sldId="308"/>
            <ac:picMk id="3074" creationId="{00000000-0000-0000-0000-000000000000}"/>
          </ac:picMkLst>
        </pc:picChg>
        <pc:picChg chg="del">
          <ac:chgData name="Moore, Jacob Preston" userId="fdd3fd0f-c483-48c9-988d-7deb216763fd" providerId="ADAL" clId="{A3E22C7C-4C51-4CF8-80D5-877CD6E8A6D1}" dt="2020-08-21T13:39:48.538" v="26" actId="478"/>
          <ac:picMkLst>
            <pc:docMk/>
            <pc:sldMk cId="67018790" sldId="308"/>
            <ac:picMk id="3076" creationId="{00000000-0000-0000-0000-000000000000}"/>
          </ac:picMkLst>
        </pc:picChg>
        <pc:cxnChg chg="del">
          <ac:chgData name="Moore, Jacob Preston" userId="fdd3fd0f-c483-48c9-988d-7deb216763fd" providerId="ADAL" clId="{A3E22C7C-4C51-4CF8-80D5-877CD6E8A6D1}" dt="2020-08-21T13:39:50.668" v="27" actId="478"/>
          <ac:cxnSpMkLst>
            <pc:docMk/>
            <pc:sldMk cId="67018790" sldId="308"/>
            <ac:cxnSpMk id="7" creationId="{00000000-0000-0000-0000-000000000000}"/>
          </ac:cxnSpMkLst>
        </pc:cxnChg>
        <pc:cxnChg chg="mod">
          <ac:chgData name="Moore, Jacob Preston" userId="fdd3fd0f-c483-48c9-988d-7deb216763fd" providerId="ADAL" clId="{A3E22C7C-4C51-4CF8-80D5-877CD6E8A6D1}" dt="2020-08-21T14:14:56.233" v="979" actId="14100"/>
          <ac:cxnSpMkLst>
            <pc:docMk/>
            <pc:sldMk cId="67018790" sldId="308"/>
            <ac:cxnSpMk id="31" creationId="{E124A115-DAD3-4CED-BD2C-8BD2180162AF}"/>
          </ac:cxnSpMkLst>
        </pc:cxnChg>
      </pc:sldChg>
      <pc:sldChg chg="modSp add modAnim">
        <pc:chgData name="Moore, Jacob Preston" userId="fdd3fd0f-c483-48c9-988d-7deb216763fd" providerId="ADAL" clId="{A3E22C7C-4C51-4CF8-80D5-877CD6E8A6D1}" dt="2020-08-21T14:20:37.110" v="994"/>
        <pc:sldMkLst>
          <pc:docMk/>
          <pc:sldMk cId="4249289280" sldId="309"/>
        </pc:sldMkLst>
        <pc:spChg chg="mod">
          <ac:chgData name="Moore, Jacob Preston" userId="fdd3fd0f-c483-48c9-988d-7deb216763fd" providerId="ADAL" clId="{A3E22C7C-4C51-4CF8-80D5-877CD6E8A6D1}" dt="2020-08-21T14:10:48.718" v="735" actId="20577"/>
          <ac:spMkLst>
            <pc:docMk/>
            <pc:sldMk cId="4249289280" sldId="309"/>
            <ac:spMk id="2" creationId="{F7668E36-8EF8-4522-9B9F-4BB55DCA7307}"/>
          </ac:spMkLst>
        </pc:spChg>
        <pc:spChg chg="mod">
          <ac:chgData name="Moore, Jacob Preston" userId="fdd3fd0f-c483-48c9-988d-7deb216763fd" providerId="ADAL" clId="{A3E22C7C-4C51-4CF8-80D5-877CD6E8A6D1}" dt="2020-08-21T14:19:49.786" v="993" actId="20577"/>
          <ac:spMkLst>
            <pc:docMk/>
            <pc:sldMk cId="4249289280" sldId="309"/>
            <ac:spMk id="3" creationId="{7CD31D80-09BD-408A-B08E-CA61F3385D35}"/>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AA1AB63-216F-4D5B-8811-CCB935E98D4A}" type="datetimeFigureOut">
              <a:rPr lang="en-US" smtClean="0"/>
              <a:t>8/29/2025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8" name="Slide Number Placeholder 7"/>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071503E-B3EF-424C-B3CC-B319B8E34A61}" type="slidenum">
              <a:rPr lang="en-US" smtClean="0"/>
              <a:t>‹#›</a:t>
            </a:fld>
            <a:endParaRPr lang="en-US"/>
          </a:p>
        </p:txBody>
      </p:sp>
    </p:spTree>
    <p:extLst>
      <p:ext uri="{BB962C8B-B14F-4D97-AF65-F5344CB8AC3E}">
        <p14:creationId xmlns:p14="http://schemas.microsoft.com/office/powerpoint/2010/main" val="19198462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rgbClr val="DDDDDD"/>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295400"/>
            <a:ext cx="7772400" cy="1470025"/>
          </a:xfrm>
        </p:spPr>
        <p:txBody>
          <a:bodyPr/>
          <a:lstStyle>
            <a:lvl1pPr>
              <a:defRPr>
                <a:solidFill>
                  <a:schemeClr val="tx1"/>
                </a:solidFill>
              </a:defRPr>
            </a:lvl1pPr>
          </a:lstStyle>
          <a:p>
            <a:r>
              <a:rPr lang="en-US" dirty="0"/>
              <a:t>Click to edit Master title style</a:t>
            </a:r>
          </a:p>
        </p:txBody>
      </p:sp>
      <p:sp>
        <p:nvSpPr>
          <p:cNvPr id="3" name="Subtitle 2"/>
          <p:cNvSpPr>
            <a:spLocks noGrp="1"/>
          </p:cNvSpPr>
          <p:nvPr>
            <p:ph type="subTitle" idx="1"/>
          </p:nvPr>
        </p:nvSpPr>
        <p:spPr>
          <a:xfrm>
            <a:off x="1371600" y="3051175"/>
            <a:ext cx="6400800" cy="1752600"/>
          </a:xfrm>
        </p:spPr>
        <p:txBody>
          <a:bodyPr/>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pic>
        <p:nvPicPr>
          <p:cNvPr id="4" name="Picture 2" descr="Adaptive Map Logo">
            <a:extLst>
              <a:ext uri="{FF2B5EF4-FFF2-40B4-BE49-F238E27FC236}">
                <a16:creationId xmlns:a16="http://schemas.microsoft.com/office/drawing/2014/main" id="{47EE881C-8EE7-446C-91D5-BB734D80EE09}"/>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3048000" y="5089525"/>
            <a:ext cx="3048000" cy="762000"/>
          </a:xfrm>
          <a:prstGeom prst="rect">
            <a:avLst/>
          </a:prstGeom>
          <a:noFill/>
          <a:extLst>
            <a:ext uri="{909E8E84-426E-40DD-AFC4-6F175D3DCCD1}">
              <a14:hiddenFill xmlns:a14="http://schemas.microsoft.com/office/drawing/2010/main">
                <a:solidFill>
                  <a:srgbClr val="FFFFFF"/>
                </a:solidFill>
              </a14:hiddenFill>
            </a:ext>
          </a:extLst>
        </p:spPr>
      </p:pic>
      <p:sp>
        <p:nvSpPr>
          <p:cNvPr id="5" name="Subtitle 2">
            <a:extLst>
              <a:ext uri="{FF2B5EF4-FFF2-40B4-BE49-F238E27FC236}">
                <a16:creationId xmlns:a16="http://schemas.microsoft.com/office/drawing/2014/main" id="{DEDE0CC1-27C1-4221-84FE-9FC7EEBDE843}"/>
              </a:ext>
            </a:extLst>
          </p:cNvPr>
          <p:cNvSpPr txBox="1">
            <a:spLocks/>
          </p:cNvSpPr>
          <p:nvPr userDrawn="1"/>
        </p:nvSpPr>
        <p:spPr>
          <a:xfrm>
            <a:off x="2019300" y="5943600"/>
            <a:ext cx="5105400" cy="762000"/>
          </a:xfrm>
          <a:prstGeom prst="rect">
            <a:avLst/>
          </a:prstGeom>
        </p:spPr>
        <p:txBody>
          <a:bodyPr vert="horz" lIns="91440" tIns="45720" rIns="91440" bIns="45720" rtlCol="0">
            <a:normAutofit/>
          </a:bodyPr>
          <a:lstStyle>
            <a:lvl1pPr marL="0" indent="0" algn="ctr" defTabSz="914400" rtl="0" eaLnBrk="1" latinLnBrk="0" hangingPunct="1">
              <a:spcBef>
                <a:spcPct val="20000"/>
              </a:spcBef>
              <a:buFont typeface="Arial" panose="020B0604020202020204"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anose="020B0604020202020204"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anose="020B0604020202020204"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9pPr>
          </a:lstStyle>
          <a:p>
            <a:r>
              <a:rPr lang="en-US" sz="2400" dirty="0"/>
              <a:t>mechanicsmap.psu.edu</a:t>
            </a:r>
          </a:p>
        </p:txBody>
      </p:sp>
    </p:spTree>
    <p:extLst>
      <p:ext uri="{BB962C8B-B14F-4D97-AF65-F5344CB8AC3E}">
        <p14:creationId xmlns:p14="http://schemas.microsoft.com/office/powerpoint/2010/main" val="2509048009"/>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solidFill>
                  <a:schemeClr val="tx1"/>
                </a:solidFill>
              </a:defRPr>
            </a:lvl1pPr>
          </a:lstStyle>
          <a:p>
            <a:r>
              <a:rPr lang="en-US" dirty="0"/>
              <a:t>Click to edit Master title style</a:t>
            </a:r>
          </a:p>
        </p:txBody>
      </p:sp>
      <p:sp>
        <p:nvSpPr>
          <p:cNvPr id="3" name="Content Placeholder 2"/>
          <p:cNvSpPr>
            <a:spLocks noGrp="1"/>
          </p:cNvSpPr>
          <p:nvPr>
            <p:ph idx="1"/>
          </p:nvPr>
        </p:nvSpPr>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p:cNvSpPr>
            <a:spLocks noGrp="1"/>
          </p:cNvSpPr>
          <p:nvPr>
            <p:ph type="sldNum" sz="quarter" idx="12"/>
          </p:nvPr>
        </p:nvSpPr>
        <p:spPr/>
        <p:txBody>
          <a:bodyPr/>
          <a:lstStyle>
            <a:lvl1pPr>
              <a:defRPr>
                <a:solidFill>
                  <a:schemeClr val="accent1">
                    <a:lumMod val="50000"/>
                  </a:schemeClr>
                </a:solidFill>
              </a:defRPr>
            </a:lvl1pPr>
          </a:lstStyle>
          <a:p>
            <a:fld id="{929262FE-7F58-4A1E-8AF3-5A510A86DEBD}" type="slidenum">
              <a:rPr lang="en-US" smtClean="0"/>
              <a:t>‹#›</a:t>
            </a:fld>
            <a:endParaRPr lang="en-US"/>
          </a:p>
        </p:txBody>
      </p:sp>
    </p:spTree>
    <p:extLst>
      <p:ext uri="{BB962C8B-B14F-4D97-AF65-F5344CB8AC3E}">
        <p14:creationId xmlns:p14="http://schemas.microsoft.com/office/powerpoint/2010/main" val="7440470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6" name="Slide Number Placeholder 5"/>
          <p:cNvSpPr>
            <a:spLocks noGrp="1"/>
          </p:cNvSpPr>
          <p:nvPr>
            <p:ph type="sldNum" sz="quarter" idx="12"/>
          </p:nvPr>
        </p:nvSpPr>
        <p:spPr/>
        <p:txBody>
          <a:bodyPr/>
          <a:lstStyle/>
          <a:p>
            <a:fld id="{929262FE-7F58-4A1E-8AF3-5A510A86DEBD}" type="slidenum">
              <a:rPr lang="en-US" smtClean="0"/>
              <a:t>‹#›</a:t>
            </a:fld>
            <a:endParaRPr lang="en-US"/>
          </a:p>
        </p:txBody>
      </p:sp>
    </p:spTree>
    <p:extLst>
      <p:ext uri="{BB962C8B-B14F-4D97-AF65-F5344CB8AC3E}">
        <p14:creationId xmlns:p14="http://schemas.microsoft.com/office/powerpoint/2010/main" val="16432106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457200" y="6356350"/>
            <a:ext cx="2133600" cy="365125"/>
          </a:xfrm>
          <a:prstGeom prst="rect">
            <a:avLst/>
          </a:prstGeom>
        </p:spPr>
        <p:txBody>
          <a:bodyPr/>
          <a:lstStyle/>
          <a:p>
            <a:endParaRPr lang="en-US"/>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p>
            <a:endParaRPr lang="en-US"/>
          </a:p>
        </p:txBody>
      </p:sp>
      <p:sp>
        <p:nvSpPr>
          <p:cNvPr id="7" name="Slide Number Placeholder 6"/>
          <p:cNvSpPr>
            <a:spLocks noGrp="1"/>
          </p:cNvSpPr>
          <p:nvPr>
            <p:ph type="sldNum" sz="quarter" idx="12"/>
          </p:nvPr>
        </p:nvSpPr>
        <p:spPr/>
        <p:txBody>
          <a:bodyPr/>
          <a:lstStyle/>
          <a:p>
            <a:fld id="{929262FE-7F58-4A1E-8AF3-5A510A86DEBD}" type="slidenum">
              <a:rPr lang="en-US" smtClean="0"/>
              <a:t>‹#›</a:t>
            </a:fld>
            <a:endParaRPr lang="en-US"/>
          </a:p>
        </p:txBody>
      </p:sp>
    </p:spTree>
    <p:extLst>
      <p:ext uri="{BB962C8B-B14F-4D97-AF65-F5344CB8AC3E}">
        <p14:creationId xmlns:p14="http://schemas.microsoft.com/office/powerpoint/2010/main" val="22133807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457200" y="6356350"/>
            <a:ext cx="2133600" cy="365125"/>
          </a:xfrm>
          <a:prstGeom prst="rect">
            <a:avLst/>
          </a:prstGeom>
        </p:spPr>
        <p:txBody>
          <a:bodyPr/>
          <a:lstStyle/>
          <a:p>
            <a:endParaRPr lang="en-US"/>
          </a:p>
        </p:txBody>
      </p:sp>
      <p:sp>
        <p:nvSpPr>
          <p:cNvPr id="8" name="Footer Placeholder 7"/>
          <p:cNvSpPr>
            <a:spLocks noGrp="1"/>
          </p:cNvSpPr>
          <p:nvPr>
            <p:ph type="ftr" sz="quarter" idx="11"/>
          </p:nvPr>
        </p:nvSpPr>
        <p:spPr>
          <a:xfrm>
            <a:off x="3124200" y="6356350"/>
            <a:ext cx="2895600" cy="365125"/>
          </a:xfrm>
          <a:prstGeom prst="rect">
            <a:avLst/>
          </a:prstGeom>
        </p:spPr>
        <p:txBody>
          <a:bodyPr/>
          <a:lstStyle/>
          <a:p>
            <a:endParaRPr lang="en-US"/>
          </a:p>
        </p:txBody>
      </p:sp>
      <p:sp>
        <p:nvSpPr>
          <p:cNvPr id="9" name="Slide Number Placeholder 8"/>
          <p:cNvSpPr>
            <a:spLocks noGrp="1"/>
          </p:cNvSpPr>
          <p:nvPr>
            <p:ph type="sldNum" sz="quarter" idx="12"/>
          </p:nvPr>
        </p:nvSpPr>
        <p:spPr/>
        <p:txBody>
          <a:bodyPr/>
          <a:lstStyle/>
          <a:p>
            <a:fld id="{929262FE-7F58-4A1E-8AF3-5A510A86DEBD}" type="slidenum">
              <a:rPr lang="en-US" smtClean="0"/>
              <a:t>‹#›</a:t>
            </a:fld>
            <a:endParaRPr lang="en-US"/>
          </a:p>
        </p:txBody>
      </p:sp>
    </p:spTree>
    <p:extLst>
      <p:ext uri="{BB962C8B-B14F-4D97-AF65-F5344CB8AC3E}">
        <p14:creationId xmlns:p14="http://schemas.microsoft.com/office/powerpoint/2010/main" val="42851720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a:xfrm>
            <a:off x="457200" y="6356350"/>
            <a:ext cx="2133600" cy="365125"/>
          </a:xfrm>
          <a:prstGeom prst="rect">
            <a:avLst/>
          </a:prstGeom>
        </p:spPr>
        <p:txBody>
          <a:bodyPr/>
          <a:lstStyle/>
          <a:p>
            <a:endParaRPr lang="en-US"/>
          </a:p>
        </p:txBody>
      </p:sp>
      <p:sp>
        <p:nvSpPr>
          <p:cNvPr id="4" name="Footer Placeholder 3"/>
          <p:cNvSpPr>
            <a:spLocks noGrp="1"/>
          </p:cNvSpPr>
          <p:nvPr>
            <p:ph type="ftr" sz="quarter" idx="11"/>
          </p:nvPr>
        </p:nvSpPr>
        <p:spPr>
          <a:xfrm>
            <a:off x="3124200" y="6356350"/>
            <a:ext cx="2895600" cy="365125"/>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929262FE-7F58-4A1E-8AF3-5A510A86DEBD}" type="slidenum">
              <a:rPr lang="en-US" smtClean="0"/>
              <a:t>‹#›</a:t>
            </a:fld>
            <a:endParaRPr lang="en-US"/>
          </a:p>
        </p:txBody>
      </p:sp>
    </p:spTree>
    <p:extLst>
      <p:ext uri="{BB962C8B-B14F-4D97-AF65-F5344CB8AC3E}">
        <p14:creationId xmlns:p14="http://schemas.microsoft.com/office/powerpoint/2010/main" val="12464268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6356350"/>
            <a:ext cx="2133600" cy="365125"/>
          </a:xfrm>
          <a:prstGeom prst="rect">
            <a:avLst/>
          </a:prstGeom>
        </p:spPr>
        <p:txBody>
          <a:bodyPr/>
          <a:lstStyle/>
          <a:p>
            <a:endParaRPr lang="en-US"/>
          </a:p>
        </p:txBody>
      </p:sp>
      <p:sp>
        <p:nvSpPr>
          <p:cNvPr id="3" name="Footer Placeholder 2"/>
          <p:cNvSpPr>
            <a:spLocks noGrp="1"/>
          </p:cNvSpPr>
          <p:nvPr>
            <p:ph type="ftr" sz="quarter" idx="11"/>
          </p:nvPr>
        </p:nvSpPr>
        <p:spPr>
          <a:xfrm>
            <a:off x="3124200" y="6356350"/>
            <a:ext cx="2895600" cy="365125"/>
          </a:xfrm>
          <a:prstGeom prst="rect">
            <a:avLst/>
          </a:prstGeom>
        </p:spPr>
        <p:txBody>
          <a:bodyPr/>
          <a:lstStyle/>
          <a:p>
            <a:endParaRPr lang="en-US"/>
          </a:p>
        </p:txBody>
      </p:sp>
      <p:sp>
        <p:nvSpPr>
          <p:cNvPr id="4" name="Slide Number Placeholder 3"/>
          <p:cNvSpPr>
            <a:spLocks noGrp="1"/>
          </p:cNvSpPr>
          <p:nvPr>
            <p:ph type="sldNum" sz="quarter" idx="12"/>
          </p:nvPr>
        </p:nvSpPr>
        <p:spPr/>
        <p:txBody>
          <a:bodyPr/>
          <a:lstStyle/>
          <a:p>
            <a:fld id="{929262FE-7F58-4A1E-8AF3-5A510A86DEBD}" type="slidenum">
              <a:rPr lang="en-US" smtClean="0"/>
              <a:t>‹#›</a:t>
            </a:fld>
            <a:endParaRPr lang="en-US"/>
          </a:p>
        </p:txBody>
      </p:sp>
    </p:spTree>
    <p:extLst>
      <p:ext uri="{BB962C8B-B14F-4D97-AF65-F5344CB8AC3E}">
        <p14:creationId xmlns:p14="http://schemas.microsoft.com/office/powerpoint/2010/main" val="30850112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57200" y="6356350"/>
            <a:ext cx="2133600" cy="365125"/>
          </a:xfrm>
          <a:prstGeom prst="rect">
            <a:avLst/>
          </a:prstGeom>
        </p:spPr>
        <p:txBody>
          <a:bodyPr/>
          <a:lstStyle/>
          <a:p>
            <a:endParaRPr lang="en-US"/>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p>
            <a:endParaRPr lang="en-US"/>
          </a:p>
        </p:txBody>
      </p:sp>
      <p:sp>
        <p:nvSpPr>
          <p:cNvPr id="7" name="Slide Number Placeholder 6"/>
          <p:cNvSpPr>
            <a:spLocks noGrp="1"/>
          </p:cNvSpPr>
          <p:nvPr>
            <p:ph type="sldNum" sz="quarter" idx="12"/>
          </p:nvPr>
        </p:nvSpPr>
        <p:spPr/>
        <p:txBody>
          <a:bodyPr/>
          <a:lstStyle/>
          <a:p>
            <a:fld id="{929262FE-7F58-4A1E-8AF3-5A510A86DEBD}" type="slidenum">
              <a:rPr lang="en-US" smtClean="0"/>
              <a:t>‹#›</a:t>
            </a:fld>
            <a:endParaRPr lang="en-US"/>
          </a:p>
        </p:txBody>
      </p:sp>
    </p:spTree>
    <p:extLst>
      <p:ext uri="{BB962C8B-B14F-4D97-AF65-F5344CB8AC3E}">
        <p14:creationId xmlns:p14="http://schemas.microsoft.com/office/powerpoint/2010/main" val="23177078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57200" y="6356350"/>
            <a:ext cx="2133600" cy="365125"/>
          </a:xfrm>
          <a:prstGeom prst="rect">
            <a:avLst/>
          </a:prstGeom>
        </p:spPr>
        <p:txBody>
          <a:bodyPr/>
          <a:lstStyle/>
          <a:p>
            <a:endParaRPr lang="en-US"/>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p>
            <a:endParaRPr lang="en-US"/>
          </a:p>
        </p:txBody>
      </p:sp>
      <p:sp>
        <p:nvSpPr>
          <p:cNvPr id="7" name="Slide Number Placeholder 6"/>
          <p:cNvSpPr>
            <a:spLocks noGrp="1"/>
          </p:cNvSpPr>
          <p:nvPr>
            <p:ph type="sldNum" sz="quarter" idx="12"/>
          </p:nvPr>
        </p:nvSpPr>
        <p:spPr/>
        <p:txBody>
          <a:bodyPr/>
          <a:lstStyle/>
          <a:p>
            <a:fld id="{929262FE-7F58-4A1E-8AF3-5A510A86DEBD}" type="slidenum">
              <a:rPr lang="en-US" smtClean="0"/>
              <a:t>‹#›</a:t>
            </a:fld>
            <a:endParaRPr lang="en-US"/>
          </a:p>
        </p:txBody>
      </p:sp>
    </p:spTree>
    <p:extLst>
      <p:ext uri="{BB962C8B-B14F-4D97-AF65-F5344CB8AC3E}">
        <p14:creationId xmlns:p14="http://schemas.microsoft.com/office/powerpoint/2010/main" val="73169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6356350"/>
            <a:ext cx="2133600" cy="365125"/>
          </a:xfrm>
          <a:prstGeom prst="rect">
            <a:avLst/>
          </a:prstGeom>
        </p:spPr>
        <p:txBody>
          <a:bodyPr/>
          <a:lstStyle/>
          <a:p>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929262FE-7F58-4A1E-8AF3-5A510A86DEBD}" type="slidenum">
              <a:rPr lang="en-US" smtClean="0"/>
              <a:t>‹#›</a:t>
            </a:fld>
            <a:endParaRPr lang="en-US"/>
          </a:p>
        </p:txBody>
      </p:sp>
    </p:spTree>
    <p:extLst>
      <p:ext uri="{BB962C8B-B14F-4D97-AF65-F5344CB8AC3E}">
        <p14:creationId xmlns:p14="http://schemas.microsoft.com/office/powerpoint/2010/main" val="30858127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6356350"/>
            <a:ext cx="2133600" cy="365125"/>
          </a:xfrm>
          <a:prstGeom prst="rect">
            <a:avLst/>
          </a:prstGeom>
        </p:spPr>
        <p:txBody>
          <a:bodyPr/>
          <a:lstStyle/>
          <a:p>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929262FE-7F58-4A1E-8AF3-5A510A86DEBD}" type="slidenum">
              <a:rPr lang="en-US" smtClean="0"/>
              <a:t>‹#›</a:t>
            </a:fld>
            <a:endParaRPr lang="en-US"/>
          </a:p>
        </p:txBody>
      </p:sp>
    </p:spTree>
    <p:extLst>
      <p:ext uri="{BB962C8B-B14F-4D97-AF65-F5344CB8AC3E}">
        <p14:creationId xmlns:p14="http://schemas.microsoft.com/office/powerpoint/2010/main" val="20610132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29262FE-7F58-4A1E-8AF3-5A510A86DEBD}" type="slidenum">
              <a:rPr lang="en-US" smtClean="0"/>
              <a:t>‹#›</a:t>
            </a:fld>
            <a:endParaRPr lang="en-US"/>
          </a:p>
        </p:txBody>
      </p:sp>
    </p:spTree>
    <p:extLst>
      <p:ext uri="{BB962C8B-B14F-4D97-AF65-F5344CB8AC3E}">
        <p14:creationId xmlns:p14="http://schemas.microsoft.com/office/powerpoint/2010/main" val="378410543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ctr" defTabSz="914400" rtl="0" eaLnBrk="1" latinLnBrk="0" hangingPunct="1">
        <a:spcBef>
          <a:spcPct val="0"/>
        </a:spcBef>
        <a:buNone/>
        <a:defRPr sz="4400" kern="1200">
          <a:solidFill>
            <a:schemeClr val="accent1">
              <a:lumMod val="50000"/>
            </a:schemeClr>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accent1">
              <a:lumMod val="50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accent1">
              <a:lumMod val="50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accent1">
              <a:lumMod val="50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accent1">
              <a:lumMod val="50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accent1">
              <a:lumMod val="50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dirty="0"/>
              <a:t>Position, Displacement, Velocity, and Acceleration</a:t>
            </a:r>
          </a:p>
        </p:txBody>
      </p:sp>
      <p:sp>
        <p:nvSpPr>
          <p:cNvPr id="3" name="Subtitle 2"/>
          <p:cNvSpPr>
            <a:spLocks noGrp="1"/>
          </p:cNvSpPr>
          <p:nvPr>
            <p:ph type="subTitle" idx="1"/>
          </p:nvPr>
        </p:nvSpPr>
        <p:spPr/>
        <p:txBody>
          <a:bodyPr>
            <a:noAutofit/>
          </a:bodyPr>
          <a:lstStyle/>
          <a:p>
            <a:r>
              <a:rPr lang="en-US" sz="2400" dirty="0"/>
              <a:t>Dr. Jacob Moore</a:t>
            </a:r>
          </a:p>
          <a:p>
            <a:r>
              <a:rPr lang="en-US" sz="2400" dirty="0"/>
              <a:t>Associate Professor of Engineering</a:t>
            </a:r>
          </a:p>
          <a:p>
            <a:r>
              <a:rPr lang="en-US" sz="2400" dirty="0"/>
              <a:t>Penn State Mont Alto</a:t>
            </a:r>
          </a:p>
        </p:txBody>
      </p:sp>
    </p:spTree>
    <p:extLst>
      <p:ext uri="{BB962C8B-B14F-4D97-AF65-F5344CB8AC3E}">
        <p14:creationId xmlns:p14="http://schemas.microsoft.com/office/powerpoint/2010/main" val="30804304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7A40-5A3F-409C-8A52-4BB697520CB8}"/>
              </a:ext>
            </a:extLst>
          </p:cNvPr>
          <p:cNvSpPr>
            <a:spLocks noGrp="1"/>
          </p:cNvSpPr>
          <p:nvPr>
            <p:ph type="title"/>
          </p:nvPr>
        </p:nvSpPr>
        <p:spPr/>
        <p:txBody>
          <a:bodyPr>
            <a:normAutofit fontScale="90000"/>
          </a:bodyPr>
          <a:lstStyle/>
          <a:p>
            <a:r>
              <a:rPr lang="en-US" dirty="0"/>
              <a:t>Position, Displacement, Velocity and Acceleration</a:t>
            </a:r>
          </a:p>
        </p:txBody>
      </p:sp>
      <p:sp>
        <p:nvSpPr>
          <p:cNvPr id="3" name="Content Placeholder 2">
            <a:extLst>
              <a:ext uri="{FF2B5EF4-FFF2-40B4-BE49-F238E27FC236}">
                <a16:creationId xmlns:a16="http://schemas.microsoft.com/office/drawing/2014/main" id="{43DCEFEA-BAE9-4E7B-A832-72F830577323}"/>
              </a:ext>
            </a:extLst>
          </p:cNvPr>
          <p:cNvSpPr>
            <a:spLocks noGrp="1"/>
          </p:cNvSpPr>
          <p:nvPr>
            <p:ph idx="1"/>
          </p:nvPr>
        </p:nvSpPr>
        <p:spPr/>
        <p:txBody>
          <a:bodyPr/>
          <a:lstStyle/>
          <a:p>
            <a:r>
              <a:rPr lang="en-US" dirty="0"/>
              <a:t>In engineering mechanics, the concepts of </a:t>
            </a:r>
            <a:r>
              <a:rPr lang="en-US" b="1" dirty="0"/>
              <a:t>position</a:t>
            </a:r>
            <a:r>
              <a:rPr lang="en-US" dirty="0"/>
              <a:t>, </a:t>
            </a:r>
            <a:r>
              <a:rPr lang="en-US" b="1" dirty="0"/>
              <a:t>displacement</a:t>
            </a:r>
            <a:r>
              <a:rPr lang="en-US" dirty="0"/>
              <a:t>, </a:t>
            </a:r>
            <a:r>
              <a:rPr lang="en-US" b="1" dirty="0"/>
              <a:t>velocity</a:t>
            </a:r>
            <a:r>
              <a:rPr lang="en-US" dirty="0"/>
              <a:t>, and </a:t>
            </a:r>
            <a:r>
              <a:rPr lang="en-US" b="1" dirty="0"/>
              <a:t>acceleration</a:t>
            </a:r>
            <a:r>
              <a:rPr lang="en-US" dirty="0"/>
              <a:t> are used to describe the motion of a body.</a:t>
            </a:r>
          </a:p>
          <a:p>
            <a:r>
              <a:rPr lang="en-US" dirty="0"/>
              <a:t>You may have heard of these concepts before, but it’s important to know exactly what we mean by each concept, as they have very specific definitions within engineering.</a:t>
            </a:r>
          </a:p>
        </p:txBody>
      </p:sp>
      <p:sp>
        <p:nvSpPr>
          <p:cNvPr id="4" name="Slide Number Placeholder 3">
            <a:extLst>
              <a:ext uri="{FF2B5EF4-FFF2-40B4-BE49-F238E27FC236}">
                <a16:creationId xmlns:a16="http://schemas.microsoft.com/office/drawing/2014/main" id="{777F717E-1AB3-42C1-8952-D8EA86BC9A43}"/>
              </a:ext>
            </a:extLst>
          </p:cNvPr>
          <p:cNvSpPr>
            <a:spLocks noGrp="1"/>
          </p:cNvSpPr>
          <p:nvPr>
            <p:ph type="sldNum" sz="quarter" idx="12"/>
          </p:nvPr>
        </p:nvSpPr>
        <p:spPr/>
        <p:txBody>
          <a:bodyPr/>
          <a:lstStyle/>
          <a:p>
            <a:fld id="{929262FE-7F58-4A1E-8AF3-5A510A86DEBD}" type="slidenum">
              <a:rPr lang="en-US" smtClean="0"/>
              <a:t>2</a:t>
            </a:fld>
            <a:endParaRPr lang="en-US"/>
          </a:p>
        </p:txBody>
      </p:sp>
    </p:spTree>
    <p:extLst>
      <p:ext uri="{BB962C8B-B14F-4D97-AF65-F5344CB8AC3E}">
        <p14:creationId xmlns:p14="http://schemas.microsoft.com/office/powerpoint/2010/main" val="38680270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8A68F1-AE11-4C29-BF20-CC0064CF8C5A}"/>
              </a:ext>
            </a:extLst>
          </p:cNvPr>
          <p:cNvSpPr>
            <a:spLocks noGrp="1"/>
          </p:cNvSpPr>
          <p:nvPr>
            <p:ph type="title"/>
          </p:nvPr>
        </p:nvSpPr>
        <p:spPr/>
        <p:txBody>
          <a:bodyPr/>
          <a:lstStyle/>
          <a:p>
            <a:r>
              <a:rPr lang="en-US" dirty="0"/>
              <a:t>Position</a:t>
            </a:r>
          </a:p>
        </p:txBody>
      </p:sp>
      <p:sp>
        <p:nvSpPr>
          <p:cNvPr id="3" name="Content Placeholder 2">
            <a:extLst>
              <a:ext uri="{FF2B5EF4-FFF2-40B4-BE49-F238E27FC236}">
                <a16:creationId xmlns:a16="http://schemas.microsoft.com/office/drawing/2014/main" id="{B1B56971-DC69-4A0E-B357-1362FB412270}"/>
              </a:ext>
            </a:extLst>
          </p:cNvPr>
          <p:cNvSpPr>
            <a:spLocks noGrp="1"/>
          </p:cNvSpPr>
          <p:nvPr>
            <p:ph idx="1"/>
          </p:nvPr>
        </p:nvSpPr>
        <p:spPr>
          <a:xfrm>
            <a:off x="457200" y="1600201"/>
            <a:ext cx="8229600" cy="3429000"/>
          </a:xfrm>
        </p:spPr>
        <p:txBody>
          <a:bodyPr/>
          <a:lstStyle/>
          <a:p>
            <a:r>
              <a:rPr lang="en-US" dirty="0"/>
              <a:t>The concept of position, is simply the location of a body.</a:t>
            </a:r>
          </a:p>
          <a:p>
            <a:pPr lvl="1"/>
            <a:r>
              <a:rPr lang="en-US" dirty="0"/>
              <a:t>For a particle, this refers to the location of the body itself.</a:t>
            </a:r>
          </a:p>
          <a:p>
            <a:pPr lvl="1"/>
            <a:r>
              <a:rPr lang="en-US" dirty="0"/>
              <a:t>For an extended body (often just called a rigid body) it will usually refer to the location of the center of mass of the body.</a:t>
            </a:r>
          </a:p>
        </p:txBody>
      </p:sp>
      <p:sp>
        <p:nvSpPr>
          <p:cNvPr id="4" name="Slide Number Placeholder 3">
            <a:extLst>
              <a:ext uri="{FF2B5EF4-FFF2-40B4-BE49-F238E27FC236}">
                <a16:creationId xmlns:a16="http://schemas.microsoft.com/office/drawing/2014/main" id="{66580D05-DABD-4BFE-ABBA-EDBAD0EB2715}"/>
              </a:ext>
            </a:extLst>
          </p:cNvPr>
          <p:cNvSpPr>
            <a:spLocks noGrp="1"/>
          </p:cNvSpPr>
          <p:nvPr>
            <p:ph type="sldNum" sz="quarter" idx="12"/>
          </p:nvPr>
        </p:nvSpPr>
        <p:spPr/>
        <p:txBody>
          <a:bodyPr/>
          <a:lstStyle/>
          <a:p>
            <a:fld id="{929262FE-7F58-4A1E-8AF3-5A510A86DEBD}" type="slidenum">
              <a:rPr lang="en-US" smtClean="0"/>
              <a:t>3</a:t>
            </a:fld>
            <a:endParaRPr lang="en-US"/>
          </a:p>
        </p:txBody>
      </p:sp>
      <p:pic>
        <p:nvPicPr>
          <p:cNvPr id="5" name="Picture 4" descr="baseball, player, equipment, uniform, sport">
            <a:extLst>
              <a:ext uri="{FF2B5EF4-FFF2-40B4-BE49-F238E27FC236}">
                <a16:creationId xmlns:a16="http://schemas.microsoft.com/office/drawing/2014/main" id="{05CEAADC-F8DA-4345-B473-0814CAAF57E5}"/>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524000" y="5010151"/>
            <a:ext cx="2476501" cy="1651001"/>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4" descr="Two cars with differing power.">
            <a:extLst>
              <a:ext uri="{FF2B5EF4-FFF2-40B4-BE49-F238E27FC236}">
                <a16:creationId xmlns:a16="http://schemas.microsoft.com/office/drawing/2014/main" id="{48505A4A-62FE-4673-B4F1-A42D81613E3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52667" b="3623"/>
          <a:stretch/>
        </p:blipFill>
        <p:spPr bwMode="auto">
          <a:xfrm>
            <a:off x="5168501" y="5019676"/>
            <a:ext cx="2350298" cy="16510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83123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fade">
                                      <p:cBhvr>
                                        <p:cTn id="24"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256C49-95E6-4CFA-AD71-84B11D8DE1D6}"/>
              </a:ext>
            </a:extLst>
          </p:cNvPr>
          <p:cNvSpPr>
            <a:spLocks noGrp="1"/>
          </p:cNvSpPr>
          <p:nvPr>
            <p:ph type="title"/>
          </p:nvPr>
        </p:nvSpPr>
        <p:spPr/>
        <p:txBody>
          <a:bodyPr/>
          <a:lstStyle/>
          <a:p>
            <a:r>
              <a:rPr lang="en-US" dirty="0"/>
              <a:t>Position</a:t>
            </a:r>
          </a:p>
        </p:txBody>
      </p:sp>
      <p:sp>
        <p:nvSpPr>
          <p:cNvPr id="3" name="Content Placeholder 2">
            <a:extLst>
              <a:ext uri="{FF2B5EF4-FFF2-40B4-BE49-F238E27FC236}">
                <a16:creationId xmlns:a16="http://schemas.microsoft.com/office/drawing/2014/main" id="{D99A111D-086D-45EB-9926-D91C41DB4326}"/>
              </a:ext>
            </a:extLst>
          </p:cNvPr>
          <p:cNvSpPr>
            <a:spLocks noGrp="1"/>
          </p:cNvSpPr>
          <p:nvPr>
            <p:ph idx="1"/>
          </p:nvPr>
        </p:nvSpPr>
        <p:spPr>
          <a:xfrm>
            <a:off x="457200" y="1600200"/>
            <a:ext cx="8229600" cy="2316357"/>
          </a:xfrm>
        </p:spPr>
        <p:txBody>
          <a:bodyPr>
            <a:normAutofit fontScale="85000" lnSpcReduction="20000"/>
          </a:bodyPr>
          <a:lstStyle/>
          <a:p>
            <a:r>
              <a:rPr lang="en-US" dirty="0"/>
              <a:t>Generally, there are two ways to describe the position of a body, we can use a </a:t>
            </a:r>
            <a:r>
              <a:rPr lang="en-US" b="1" dirty="0"/>
              <a:t>distance and direction</a:t>
            </a:r>
            <a:r>
              <a:rPr lang="en-US" dirty="0"/>
              <a:t> from a known point, or we can describe a location in terms of distances along set </a:t>
            </a:r>
            <a:r>
              <a:rPr lang="en-US" b="1" dirty="0"/>
              <a:t>coordinate axes</a:t>
            </a:r>
            <a:r>
              <a:rPr lang="en-US" dirty="0"/>
              <a:t>.</a:t>
            </a:r>
          </a:p>
          <a:p>
            <a:r>
              <a:rPr lang="en-US" dirty="0"/>
              <a:t>In either case it is important that we clearly identify the origin location and the axes we are using.</a:t>
            </a:r>
          </a:p>
        </p:txBody>
      </p:sp>
      <p:sp>
        <p:nvSpPr>
          <p:cNvPr id="4" name="Slide Number Placeholder 3">
            <a:extLst>
              <a:ext uri="{FF2B5EF4-FFF2-40B4-BE49-F238E27FC236}">
                <a16:creationId xmlns:a16="http://schemas.microsoft.com/office/drawing/2014/main" id="{9ABE3BA1-117E-4BC4-BC6A-717DB1DCFABF}"/>
              </a:ext>
            </a:extLst>
          </p:cNvPr>
          <p:cNvSpPr>
            <a:spLocks noGrp="1"/>
          </p:cNvSpPr>
          <p:nvPr>
            <p:ph type="sldNum" sz="quarter" idx="12"/>
          </p:nvPr>
        </p:nvSpPr>
        <p:spPr/>
        <p:txBody>
          <a:bodyPr/>
          <a:lstStyle/>
          <a:p>
            <a:fld id="{929262FE-7F58-4A1E-8AF3-5A510A86DEBD}" type="slidenum">
              <a:rPr lang="en-US" smtClean="0"/>
              <a:t>4</a:t>
            </a:fld>
            <a:endParaRPr lang="en-US"/>
          </a:p>
        </p:txBody>
      </p:sp>
      <p:grpSp>
        <p:nvGrpSpPr>
          <p:cNvPr id="38" name="Group 37">
            <a:extLst>
              <a:ext uri="{FF2B5EF4-FFF2-40B4-BE49-F238E27FC236}">
                <a16:creationId xmlns:a16="http://schemas.microsoft.com/office/drawing/2014/main" id="{28FBE653-F865-4E2F-AECB-62230AC82BA1}"/>
              </a:ext>
            </a:extLst>
          </p:cNvPr>
          <p:cNvGrpSpPr/>
          <p:nvPr/>
        </p:nvGrpSpPr>
        <p:grpSpPr>
          <a:xfrm>
            <a:off x="-76200" y="4255196"/>
            <a:ext cx="3789252" cy="3060004"/>
            <a:chOff x="-76200" y="4255196"/>
            <a:chExt cx="3789252" cy="3060004"/>
          </a:xfrm>
        </p:grpSpPr>
        <p:sp>
          <p:nvSpPr>
            <p:cNvPr id="14" name="Arc 13">
              <a:extLst>
                <a:ext uri="{FF2B5EF4-FFF2-40B4-BE49-F238E27FC236}">
                  <a16:creationId xmlns:a16="http://schemas.microsoft.com/office/drawing/2014/main" id="{49C14E7A-9D20-45CE-8705-7AE2A4EA05C0}"/>
                </a:ext>
              </a:extLst>
            </p:cNvPr>
            <p:cNvSpPr/>
            <p:nvPr/>
          </p:nvSpPr>
          <p:spPr>
            <a:xfrm>
              <a:off x="-76200" y="5486400"/>
              <a:ext cx="1828800" cy="1828800"/>
            </a:xfrm>
            <a:prstGeom prst="arc">
              <a:avLst>
                <a:gd name="adj1" fmla="val 19558839"/>
                <a:gd name="adj2" fmla="val 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nvGrpSpPr>
            <p:cNvPr id="36" name="Group 35">
              <a:extLst>
                <a:ext uri="{FF2B5EF4-FFF2-40B4-BE49-F238E27FC236}">
                  <a16:creationId xmlns:a16="http://schemas.microsoft.com/office/drawing/2014/main" id="{D60F764E-AE3C-462E-82F7-14AD215000DB}"/>
                </a:ext>
              </a:extLst>
            </p:cNvPr>
            <p:cNvGrpSpPr/>
            <p:nvPr/>
          </p:nvGrpSpPr>
          <p:grpSpPr>
            <a:xfrm>
              <a:off x="696174" y="4255196"/>
              <a:ext cx="3016878" cy="2345629"/>
              <a:chOff x="696174" y="4255196"/>
              <a:chExt cx="3016878" cy="2345629"/>
            </a:xfrm>
          </p:grpSpPr>
          <p:cxnSp>
            <p:nvCxnSpPr>
              <p:cNvPr id="6" name="Straight Arrow Connector 5">
                <a:extLst>
                  <a:ext uri="{FF2B5EF4-FFF2-40B4-BE49-F238E27FC236}">
                    <a16:creationId xmlns:a16="http://schemas.microsoft.com/office/drawing/2014/main" id="{54396C9A-9823-4CDC-A2F2-479A23B3B398}"/>
                  </a:ext>
                </a:extLst>
              </p:cNvPr>
              <p:cNvCxnSpPr>
                <a:cxnSpLocks/>
              </p:cNvCxnSpPr>
              <p:nvPr/>
            </p:nvCxnSpPr>
            <p:spPr>
              <a:xfrm flipV="1">
                <a:off x="838200" y="4648200"/>
                <a:ext cx="0" cy="175260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8" name="Straight Arrow Connector 7">
                <a:extLst>
                  <a:ext uri="{FF2B5EF4-FFF2-40B4-BE49-F238E27FC236}">
                    <a16:creationId xmlns:a16="http://schemas.microsoft.com/office/drawing/2014/main" id="{E981EDAF-20C0-477B-9F25-E054110B9DEC}"/>
                  </a:ext>
                </a:extLst>
              </p:cNvPr>
              <p:cNvCxnSpPr>
                <a:cxnSpLocks/>
              </p:cNvCxnSpPr>
              <p:nvPr/>
            </p:nvCxnSpPr>
            <p:spPr>
              <a:xfrm>
                <a:off x="838200" y="6400800"/>
                <a:ext cx="251460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1" name="Oval 10">
                <a:extLst>
                  <a:ext uri="{FF2B5EF4-FFF2-40B4-BE49-F238E27FC236}">
                    <a16:creationId xmlns:a16="http://schemas.microsoft.com/office/drawing/2014/main" id="{9E1ED2E3-5868-4E71-8784-D6EF846435E6}"/>
                  </a:ext>
                </a:extLst>
              </p:cNvPr>
              <p:cNvSpPr/>
              <p:nvPr/>
            </p:nvSpPr>
            <p:spPr>
              <a:xfrm>
                <a:off x="2590800" y="5010150"/>
                <a:ext cx="228600" cy="228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 name="Straight Connector 12">
                <a:extLst>
                  <a:ext uri="{FF2B5EF4-FFF2-40B4-BE49-F238E27FC236}">
                    <a16:creationId xmlns:a16="http://schemas.microsoft.com/office/drawing/2014/main" id="{5EECB12A-D59E-4325-B42A-C680A357F194}"/>
                  </a:ext>
                </a:extLst>
              </p:cNvPr>
              <p:cNvCxnSpPr>
                <a:cxnSpLocks/>
                <a:endCxn id="11" idx="3"/>
              </p:cNvCxnSpPr>
              <p:nvPr/>
            </p:nvCxnSpPr>
            <p:spPr>
              <a:xfrm flipV="1">
                <a:off x="838200" y="5205272"/>
                <a:ext cx="1786078" cy="1195528"/>
              </a:xfrm>
              <a:prstGeom prst="line">
                <a:avLst/>
              </a:prstGeom>
              <a:ln w="9525"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5" name="TextBox 14">
                <a:extLst>
                  <a:ext uri="{FF2B5EF4-FFF2-40B4-BE49-F238E27FC236}">
                    <a16:creationId xmlns:a16="http://schemas.microsoft.com/office/drawing/2014/main" id="{EEC0AB91-A718-413D-B787-547A010E50EF}"/>
                  </a:ext>
                </a:extLst>
              </p:cNvPr>
              <p:cNvSpPr txBox="1"/>
              <p:nvPr/>
            </p:nvSpPr>
            <p:spPr>
              <a:xfrm>
                <a:off x="696174" y="4255196"/>
                <a:ext cx="288862" cy="369332"/>
              </a:xfrm>
              <a:prstGeom prst="rect">
                <a:avLst/>
              </a:prstGeom>
              <a:noFill/>
            </p:spPr>
            <p:txBody>
              <a:bodyPr wrap="none" rtlCol="0">
                <a:spAutoFit/>
              </a:bodyPr>
              <a:lstStyle/>
              <a:p>
                <a:r>
                  <a:rPr lang="en-US" dirty="0"/>
                  <a:t>y</a:t>
                </a:r>
              </a:p>
            </p:txBody>
          </p:sp>
          <p:sp>
            <p:nvSpPr>
              <p:cNvPr id="16" name="TextBox 15">
                <a:extLst>
                  <a:ext uri="{FF2B5EF4-FFF2-40B4-BE49-F238E27FC236}">
                    <a16:creationId xmlns:a16="http://schemas.microsoft.com/office/drawing/2014/main" id="{1F3E2D5E-B5B7-484D-BF44-E1C9E43CB597}"/>
                  </a:ext>
                </a:extLst>
              </p:cNvPr>
              <p:cNvSpPr txBox="1"/>
              <p:nvPr/>
            </p:nvSpPr>
            <p:spPr>
              <a:xfrm>
                <a:off x="3429000" y="6231493"/>
                <a:ext cx="284052" cy="369332"/>
              </a:xfrm>
              <a:prstGeom prst="rect">
                <a:avLst/>
              </a:prstGeom>
              <a:noFill/>
            </p:spPr>
            <p:txBody>
              <a:bodyPr wrap="none" rtlCol="0">
                <a:spAutoFit/>
              </a:bodyPr>
              <a:lstStyle/>
              <a:p>
                <a:r>
                  <a:rPr lang="en-US" dirty="0"/>
                  <a:t>x</a:t>
                </a:r>
              </a:p>
            </p:txBody>
          </p:sp>
          <p:sp>
            <p:nvSpPr>
              <p:cNvPr id="17" name="TextBox 16">
                <a:extLst>
                  <a:ext uri="{FF2B5EF4-FFF2-40B4-BE49-F238E27FC236}">
                    <a16:creationId xmlns:a16="http://schemas.microsoft.com/office/drawing/2014/main" id="{5C689578-999F-436E-BA15-87BFDA7F3D6F}"/>
                  </a:ext>
                </a:extLst>
              </p:cNvPr>
              <p:cNvSpPr txBox="1"/>
              <p:nvPr/>
            </p:nvSpPr>
            <p:spPr>
              <a:xfrm>
                <a:off x="1683259" y="5301734"/>
                <a:ext cx="264816" cy="369332"/>
              </a:xfrm>
              <a:prstGeom prst="rect">
                <a:avLst/>
              </a:prstGeom>
              <a:noFill/>
            </p:spPr>
            <p:txBody>
              <a:bodyPr wrap="none" rtlCol="0">
                <a:spAutoFit/>
              </a:bodyPr>
              <a:lstStyle/>
              <a:p>
                <a:r>
                  <a:rPr lang="en-US" dirty="0">
                    <a:solidFill>
                      <a:schemeClr val="accent1"/>
                    </a:solidFill>
                  </a:rPr>
                  <a:t>r</a:t>
                </a:r>
              </a:p>
            </p:txBody>
          </p: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4B795DC4-B5FA-4CA7-9E57-3F83B94901AD}"/>
                      </a:ext>
                    </a:extLst>
                  </p:cNvPr>
                  <p:cNvSpPr txBox="1"/>
                  <p:nvPr/>
                </p:nvSpPr>
                <p:spPr>
                  <a:xfrm>
                    <a:off x="1683259" y="5876925"/>
                    <a:ext cx="37414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smtClean="0">
                              <a:solidFill>
                                <a:schemeClr val="accent1"/>
                              </a:solidFill>
                              <a:latin typeface="Cambria Math" panose="02040503050406030204" pitchFamily="18" charset="0"/>
                              <a:ea typeface="Cambria Math" panose="02040503050406030204" pitchFamily="18" charset="0"/>
                            </a:rPr>
                            <m:t>𝜃</m:t>
                          </m:r>
                        </m:oMath>
                      </m:oMathPara>
                    </a14:m>
                    <a:endParaRPr lang="en-US" dirty="0">
                      <a:solidFill>
                        <a:schemeClr val="accent1"/>
                      </a:solidFill>
                    </a:endParaRPr>
                  </a:p>
                </p:txBody>
              </p:sp>
            </mc:Choice>
            <mc:Fallback xmlns="">
              <p:sp>
                <p:nvSpPr>
                  <p:cNvPr id="18" name="TextBox 17">
                    <a:extLst>
                      <a:ext uri="{FF2B5EF4-FFF2-40B4-BE49-F238E27FC236}">
                        <a16:creationId xmlns:a16="http://schemas.microsoft.com/office/drawing/2014/main" id="{4B795DC4-B5FA-4CA7-9E57-3F83B94901AD}"/>
                      </a:ext>
                    </a:extLst>
                  </p:cNvPr>
                  <p:cNvSpPr txBox="1">
                    <a:spLocks noRot="1" noChangeAspect="1" noMove="1" noResize="1" noEditPoints="1" noAdjustHandles="1" noChangeArrowheads="1" noChangeShapeType="1" noTextEdit="1"/>
                  </p:cNvSpPr>
                  <p:nvPr/>
                </p:nvSpPr>
                <p:spPr>
                  <a:xfrm>
                    <a:off x="1683259" y="5876925"/>
                    <a:ext cx="374141" cy="369332"/>
                  </a:xfrm>
                  <a:prstGeom prst="rect">
                    <a:avLst/>
                  </a:prstGeom>
                  <a:blipFill>
                    <a:blip r:embed="rId2"/>
                    <a:stretch>
                      <a:fillRect/>
                    </a:stretch>
                  </a:blipFill>
                </p:spPr>
                <p:txBody>
                  <a:bodyPr/>
                  <a:lstStyle/>
                  <a:p>
                    <a:r>
                      <a:rPr lang="en-US">
                        <a:noFill/>
                      </a:rPr>
                      <a:t> </a:t>
                    </a:r>
                  </a:p>
                </p:txBody>
              </p:sp>
            </mc:Fallback>
          </mc:AlternateContent>
        </p:grpSp>
      </p:grpSp>
      <p:grpSp>
        <p:nvGrpSpPr>
          <p:cNvPr id="37" name="Group 36">
            <a:extLst>
              <a:ext uri="{FF2B5EF4-FFF2-40B4-BE49-F238E27FC236}">
                <a16:creationId xmlns:a16="http://schemas.microsoft.com/office/drawing/2014/main" id="{1FCE58AF-1493-431C-99D8-6303DDC294D9}"/>
              </a:ext>
            </a:extLst>
          </p:cNvPr>
          <p:cNvGrpSpPr/>
          <p:nvPr/>
        </p:nvGrpSpPr>
        <p:grpSpPr>
          <a:xfrm>
            <a:off x="4831722" y="4267200"/>
            <a:ext cx="3016878" cy="2345629"/>
            <a:chOff x="4831722" y="4267200"/>
            <a:chExt cx="3016878" cy="2345629"/>
          </a:xfrm>
        </p:grpSpPr>
        <p:cxnSp>
          <p:nvCxnSpPr>
            <p:cNvPr id="19" name="Straight Arrow Connector 18">
              <a:extLst>
                <a:ext uri="{FF2B5EF4-FFF2-40B4-BE49-F238E27FC236}">
                  <a16:creationId xmlns:a16="http://schemas.microsoft.com/office/drawing/2014/main" id="{829D21A8-99C5-4F18-B4F3-D42D03EF5F77}"/>
                </a:ext>
              </a:extLst>
            </p:cNvPr>
            <p:cNvCxnSpPr>
              <a:cxnSpLocks/>
            </p:cNvCxnSpPr>
            <p:nvPr/>
          </p:nvCxnSpPr>
          <p:spPr>
            <a:xfrm flipV="1">
              <a:off x="4973748" y="4660204"/>
              <a:ext cx="0" cy="175260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0" name="Straight Arrow Connector 19">
              <a:extLst>
                <a:ext uri="{FF2B5EF4-FFF2-40B4-BE49-F238E27FC236}">
                  <a16:creationId xmlns:a16="http://schemas.microsoft.com/office/drawing/2014/main" id="{A03F1155-1179-46FB-B085-F463A9A3834F}"/>
                </a:ext>
              </a:extLst>
            </p:cNvPr>
            <p:cNvCxnSpPr>
              <a:cxnSpLocks/>
            </p:cNvCxnSpPr>
            <p:nvPr/>
          </p:nvCxnSpPr>
          <p:spPr>
            <a:xfrm>
              <a:off x="4973748" y="6412804"/>
              <a:ext cx="251460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21" name="Oval 20">
              <a:extLst>
                <a:ext uri="{FF2B5EF4-FFF2-40B4-BE49-F238E27FC236}">
                  <a16:creationId xmlns:a16="http://schemas.microsoft.com/office/drawing/2014/main" id="{8986031E-4AC3-437F-A03C-3AB1227FA46B}"/>
                </a:ext>
              </a:extLst>
            </p:cNvPr>
            <p:cNvSpPr/>
            <p:nvPr/>
          </p:nvSpPr>
          <p:spPr>
            <a:xfrm>
              <a:off x="6726348" y="5022154"/>
              <a:ext cx="228600" cy="228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FD2ED6D2-F761-4EC5-9100-954897A984EA}"/>
                </a:ext>
              </a:extLst>
            </p:cNvPr>
            <p:cNvSpPr txBox="1"/>
            <p:nvPr/>
          </p:nvSpPr>
          <p:spPr>
            <a:xfrm>
              <a:off x="4831722" y="4267200"/>
              <a:ext cx="288862" cy="369332"/>
            </a:xfrm>
            <a:prstGeom prst="rect">
              <a:avLst/>
            </a:prstGeom>
            <a:noFill/>
          </p:spPr>
          <p:txBody>
            <a:bodyPr wrap="none" rtlCol="0">
              <a:spAutoFit/>
            </a:bodyPr>
            <a:lstStyle/>
            <a:p>
              <a:r>
                <a:rPr lang="en-US" dirty="0"/>
                <a:t>y</a:t>
              </a:r>
            </a:p>
          </p:txBody>
        </p:sp>
        <p:sp>
          <p:nvSpPr>
            <p:cNvPr id="24" name="TextBox 23">
              <a:extLst>
                <a:ext uri="{FF2B5EF4-FFF2-40B4-BE49-F238E27FC236}">
                  <a16:creationId xmlns:a16="http://schemas.microsoft.com/office/drawing/2014/main" id="{E4D5A5E6-BCED-42CE-920B-40ED9D653B67}"/>
                </a:ext>
              </a:extLst>
            </p:cNvPr>
            <p:cNvSpPr txBox="1"/>
            <p:nvPr/>
          </p:nvSpPr>
          <p:spPr>
            <a:xfrm>
              <a:off x="7564548" y="6243497"/>
              <a:ext cx="284052" cy="369332"/>
            </a:xfrm>
            <a:prstGeom prst="rect">
              <a:avLst/>
            </a:prstGeom>
            <a:noFill/>
          </p:spPr>
          <p:txBody>
            <a:bodyPr wrap="none" rtlCol="0">
              <a:spAutoFit/>
            </a:bodyPr>
            <a:lstStyle/>
            <a:p>
              <a:r>
                <a:rPr lang="en-US" dirty="0"/>
                <a:t>x</a:t>
              </a:r>
            </a:p>
          </p:txBody>
        </p:sp>
        <p:sp>
          <p:nvSpPr>
            <p:cNvPr id="25" name="TextBox 24">
              <a:extLst>
                <a:ext uri="{FF2B5EF4-FFF2-40B4-BE49-F238E27FC236}">
                  <a16:creationId xmlns:a16="http://schemas.microsoft.com/office/drawing/2014/main" id="{2B5A0AB2-07CA-4725-B641-FA738E30E2F5}"/>
                </a:ext>
              </a:extLst>
            </p:cNvPr>
            <p:cNvSpPr txBox="1"/>
            <p:nvPr/>
          </p:nvSpPr>
          <p:spPr>
            <a:xfrm>
              <a:off x="5757346" y="4784208"/>
              <a:ext cx="284052" cy="369332"/>
            </a:xfrm>
            <a:prstGeom prst="rect">
              <a:avLst/>
            </a:prstGeom>
            <a:noFill/>
          </p:spPr>
          <p:txBody>
            <a:bodyPr wrap="none" rtlCol="0">
              <a:spAutoFit/>
            </a:bodyPr>
            <a:lstStyle/>
            <a:p>
              <a:r>
                <a:rPr lang="en-US" dirty="0">
                  <a:solidFill>
                    <a:schemeClr val="accent1"/>
                  </a:solidFill>
                </a:rPr>
                <a:t>x</a:t>
              </a:r>
            </a:p>
          </p:txBody>
        </p:sp>
        <p:cxnSp>
          <p:nvCxnSpPr>
            <p:cNvPr id="28" name="Straight Connector 27">
              <a:extLst>
                <a:ext uri="{FF2B5EF4-FFF2-40B4-BE49-F238E27FC236}">
                  <a16:creationId xmlns:a16="http://schemas.microsoft.com/office/drawing/2014/main" id="{893374BE-FE52-4DD0-8072-A712964097A2}"/>
                </a:ext>
              </a:extLst>
            </p:cNvPr>
            <p:cNvCxnSpPr>
              <a:cxnSpLocks/>
              <a:endCxn id="21" idx="2"/>
            </p:cNvCxnSpPr>
            <p:nvPr/>
          </p:nvCxnSpPr>
          <p:spPr>
            <a:xfrm flipV="1">
              <a:off x="4973748" y="5136454"/>
              <a:ext cx="17526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095BC4CE-848D-4514-B63C-0E71516D0FBA}"/>
                </a:ext>
              </a:extLst>
            </p:cNvPr>
            <p:cNvCxnSpPr>
              <a:cxnSpLocks/>
            </p:cNvCxnSpPr>
            <p:nvPr/>
          </p:nvCxnSpPr>
          <p:spPr>
            <a:xfrm flipV="1">
              <a:off x="6840648" y="5269804"/>
              <a:ext cx="0" cy="1121806"/>
            </a:xfrm>
            <a:prstGeom prst="line">
              <a:avLst/>
            </a:prstGeom>
          </p:spPr>
          <p:style>
            <a:lnRef idx="1">
              <a:schemeClr val="accent1"/>
            </a:lnRef>
            <a:fillRef idx="0">
              <a:schemeClr val="accent1"/>
            </a:fillRef>
            <a:effectRef idx="0">
              <a:schemeClr val="accent1"/>
            </a:effectRef>
            <a:fontRef idx="minor">
              <a:schemeClr val="tx1"/>
            </a:fontRef>
          </p:style>
        </p:cxnSp>
        <p:sp>
          <p:nvSpPr>
            <p:cNvPr id="34" name="TextBox 33">
              <a:extLst>
                <a:ext uri="{FF2B5EF4-FFF2-40B4-BE49-F238E27FC236}">
                  <a16:creationId xmlns:a16="http://schemas.microsoft.com/office/drawing/2014/main" id="{48A12B2F-1910-4A93-ADEE-3D07B993D2AF}"/>
                </a:ext>
              </a:extLst>
            </p:cNvPr>
            <p:cNvSpPr txBox="1"/>
            <p:nvPr/>
          </p:nvSpPr>
          <p:spPr>
            <a:xfrm>
              <a:off x="6844045" y="5628411"/>
              <a:ext cx="288862" cy="369332"/>
            </a:xfrm>
            <a:prstGeom prst="rect">
              <a:avLst/>
            </a:prstGeom>
            <a:noFill/>
          </p:spPr>
          <p:txBody>
            <a:bodyPr wrap="none" rtlCol="0">
              <a:spAutoFit/>
            </a:bodyPr>
            <a:lstStyle/>
            <a:p>
              <a:r>
                <a:rPr lang="en-US" dirty="0">
                  <a:solidFill>
                    <a:schemeClr val="accent1"/>
                  </a:solidFill>
                </a:rPr>
                <a:t>y</a:t>
              </a:r>
            </a:p>
          </p:txBody>
        </p:sp>
      </p:grpSp>
    </p:spTree>
    <p:extLst>
      <p:ext uri="{BB962C8B-B14F-4D97-AF65-F5344CB8AC3E}">
        <p14:creationId xmlns:p14="http://schemas.microsoft.com/office/powerpoint/2010/main" val="31159902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38"/>
                                        </p:tgtEl>
                                        <p:attrNameLst>
                                          <p:attrName>style.visibility</p:attrName>
                                        </p:attrNameLst>
                                      </p:cBhvr>
                                      <p:to>
                                        <p:strVal val="visible"/>
                                      </p:to>
                                    </p:set>
                                    <p:animEffect transition="in" filter="fade">
                                      <p:cBhvr>
                                        <p:cTn id="11" dur="500"/>
                                        <p:tgtEl>
                                          <p:spTgt spid="38"/>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37"/>
                                        </p:tgtEl>
                                        <p:attrNameLst>
                                          <p:attrName>style.visibility</p:attrName>
                                        </p:attrNameLst>
                                      </p:cBhvr>
                                      <p:to>
                                        <p:strVal val="visible"/>
                                      </p:to>
                                    </p:set>
                                    <p:animEffect transition="in" filter="fade">
                                      <p:cBhvr>
                                        <p:cTn id="16" dur="500"/>
                                        <p:tgtEl>
                                          <p:spTgt spid="37"/>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D056A4-0E80-40AA-ADDB-7394B016A69F}"/>
              </a:ext>
            </a:extLst>
          </p:cNvPr>
          <p:cNvSpPr>
            <a:spLocks noGrp="1"/>
          </p:cNvSpPr>
          <p:nvPr>
            <p:ph type="title"/>
          </p:nvPr>
        </p:nvSpPr>
        <p:spPr/>
        <p:txBody>
          <a:bodyPr/>
          <a:lstStyle/>
          <a:p>
            <a:r>
              <a:rPr lang="en-US" dirty="0"/>
              <a:t>Position in 3D</a:t>
            </a:r>
          </a:p>
        </p:txBody>
      </p:sp>
      <p:sp>
        <p:nvSpPr>
          <p:cNvPr id="3" name="Content Placeholder 2">
            <a:extLst>
              <a:ext uri="{FF2B5EF4-FFF2-40B4-BE49-F238E27FC236}">
                <a16:creationId xmlns:a16="http://schemas.microsoft.com/office/drawing/2014/main" id="{D570BBE7-D3F0-4E2B-8DE1-03628B86C4AC}"/>
              </a:ext>
            </a:extLst>
          </p:cNvPr>
          <p:cNvSpPr>
            <a:spLocks noGrp="1"/>
          </p:cNvSpPr>
          <p:nvPr>
            <p:ph idx="1"/>
          </p:nvPr>
        </p:nvSpPr>
        <p:spPr>
          <a:xfrm>
            <a:off x="457200" y="1600200"/>
            <a:ext cx="8229600" cy="1676393"/>
          </a:xfrm>
        </p:spPr>
        <p:txBody>
          <a:bodyPr>
            <a:normAutofit fontScale="85000" lnSpcReduction="10000"/>
          </a:bodyPr>
          <a:lstStyle/>
          <a:p>
            <a:r>
              <a:rPr lang="en-US" dirty="0"/>
              <a:t>In three dimensions, we still have either a distance and direction or the coordinate axes options, but we will need </a:t>
            </a:r>
            <a:r>
              <a:rPr lang="en-US" b="1" dirty="0"/>
              <a:t>two angles</a:t>
            </a:r>
            <a:r>
              <a:rPr lang="en-US" dirty="0"/>
              <a:t> for a direction, or we will need distances in </a:t>
            </a:r>
            <a:r>
              <a:rPr lang="en-US" b="1" dirty="0"/>
              <a:t>three coordinate directions</a:t>
            </a:r>
            <a:r>
              <a:rPr lang="en-US" dirty="0"/>
              <a:t>.</a:t>
            </a:r>
          </a:p>
        </p:txBody>
      </p:sp>
      <p:sp>
        <p:nvSpPr>
          <p:cNvPr id="4" name="Slide Number Placeholder 3">
            <a:extLst>
              <a:ext uri="{FF2B5EF4-FFF2-40B4-BE49-F238E27FC236}">
                <a16:creationId xmlns:a16="http://schemas.microsoft.com/office/drawing/2014/main" id="{17049F51-D6AA-4F95-8FF8-8400123A9E69}"/>
              </a:ext>
            </a:extLst>
          </p:cNvPr>
          <p:cNvSpPr>
            <a:spLocks noGrp="1"/>
          </p:cNvSpPr>
          <p:nvPr>
            <p:ph type="sldNum" sz="quarter" idx="12"/>
          </p:nvPr>
        </p:nvSpPr>
        <p:spPr/>
        <p:txBody>
          <a:bodyPr/>
          <a:lstStyle/>
          <a:p>
            <a:fld id="{929262FE-7F58-4A1E-8AF3-5A510A86DEBD}" type="slidenum">
              <a:rPr lang="en-US" smtClean="0"/>
              <a:t>5</a:t>
            </a:fld>
            <a:endParaRPr lang="en-US"/>
          </a:p>
        </p:txBody>
      </p:sp>
      <p:cxnSp>
        <p:nvCxnSpPr>
          <p:cNvPr id="5" name="Straight Arrow Connector 4">
            <a:extLst>
              <a:ext uri="{FF2B5EF4-FFF2-40B4-BE49-F238E27FC236}">
                <a16:creationId xmlns:a16="http://schemas.microsoft.com/office/drawing/2014/main" id="{59D6E87C-A9D1-419E-9680-7C8FCBC3397C}"/>
              </a:ext>
            </a:extLst>
          </p:cNvPr>
          <p:cNvCxnSpPr/>
          <p:nvPr/>
        </p:nvCxnSpPr>
        <p:spPr>
          <a:xfrm flipH="1">
            <a:off x="1719944" y="5410200"/>
            <a:ext cx="1251856" cy="990600"/>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6" name="Straight Arrow Connector 5">
            <a:extLst>
              <a:ext uri="{FF2B5EF4-FFF2-40B4-BE49-F238E27FC236}">
                <a16:creationId xmlns:a16="http://schemas.microsoft.com/office/drawing/2014/main" id="{AD8EAC13-2E5A-4780-9AD8-49C00F80F4A0}"/>
              </a:ext>
            </a:extLst>
          </p:cNvPr>
          <p:cNvCxnSpPr/>
          <p:nvPr/>
        </p:nvCxnSpPr>
        <p:spPr>
          <a:xfrm>
            <a:off x="2971800" y="5410200"/>
            <a:ext cx="3733800" cy="0"/>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7" name="Straight Arrow Connector 6">
            <a:extLst>
              <a:ext uri="{FF2B5EF4-FFF2-40B4-BE49-F238E27FC236}">
                <a16:creationId xmlns:a16="http://schemas.microsoft.com/office/drawing/2014/main" id="{57EB7E51-2BB9-4ADF-AECF-9A4551AF576B}"/>
              </a:ext>
            </a:extLst>
          </p:cNvPr>
          <p:cNvCxnSpPr>
            <a:cxnSpLocks/>
          </p:cNvCxnSpPr>
          <p:nvPr/>
        </p:nvCxnSpPr>
        <p:spPr>
          <a:xfrm flipV="1">
            <a:off x="2982687" y="3836738"/>
            <a:ext cx="0" cy="1573462"/>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sp>
        <p:nvSpPr>
          <p:cNvPr id="8" name="TextBox 7">
            <a:extLst>
              <a:ext uri="{FF2B5EF4-FFF2-40B4-BE49-F238E27FC236}">
                <a16:creationId xmlns:a16="http://schemas.microsoft.com/office/drawing/2014/main" id="{5A17040D-0FF4-42DE-AD7C-5355550DBBAE}"/>
              </a:ext>
            </a:extLst>
          </p:cNvPr>
          <p:cNvSpPr txBox="1"/>
          <p:nvPr/>
        </p:nvSpPr>
        <p:spPr>
          <a:xfrm>
            <a:off x="2840975" y="3408919"/>
            <a:ext cx="288862" cy="369332"/>
          </a:xfrm>
          <a:prstGeom prst="rect">
            <a:avLst/>
          </a:prstGeom>
          <a:noFill/>
        </p:spPr>
        <p:txBody>
          <a:bodyPr wrap="none" rtlCol="0">
            <a:spAutoFit/>
          </a:bodyPr>
          <a:lstStyle/>
          <a:p>
            <a:r>
              <a:rPr lang="en-US" dirty="0"/>
              <a:t>y</a:t>
            </a:r>
          </a:p>
        </p:txBody>
      </p:sp>
      <p:sp>
        <p:nvSpPr>
          <p:cNvPr id="9" name="TextBox 8">
            <a:extLst>
              <a:ext uri="{FF2B5EF4-FFF2-40B4-BE49-F238E27FC236}">
                <a16:creationId xmlns:a16="http://schemas.microsoft.com/office/drawing/2014/main" id="{2092BE6C-2CDA-468D-8EBA-08D43BEAA520}"/>
              </a:ext>
            </a:extLst>
          </p:cNvPr>
          <p:cNvSpPr txBox="1"/>
          <p:nvPr/>
        </p:nvSpPr>
        <p:spPr>
          <a:xfrm>
            <a:off x="6726348" y="5225926"/>
            <a:ext cx="284052" cy="369332"/>
          </a:xfrm>
          <a:prstGeom prst="rect">
            <a:avLst/>
          </a:prstGeom>
          <a:noFill/>
        </p:spPr>
        <p:txBody>
          <a:bodyPr wrap="none" rtlCol="0">
            <a:spAutoFit/>
          </a:bodyPr>
          <a:lstStyle/>
          <a:p>
            <a:r>
              <a:rPr lang="en-US" dirty="0"/>
              <a:t>x</a:t>
            </a:r>
          </a:p>
        </p:txBody>
      </p:sp>
      <p:sp>
        <p:nvSpPr>
          <p:cNvPr id="10" name="TextBox 9">
            <a:extLst>
              <a:ext uri="{FF2B5EF4-FFF2-40B4-BE49-F238E27FC236}">
                <a16:creationId xmlns:a16="http://schemas.microsoft.com/office/drawing/2014/main" id="{F81FB6BF-43F6-4684-BEF9-D92AA45FFC6C}"/>
              </a:ext>
            </a:extLst>
          </p:cNvPr>
          <p:cNvSpPr txBox="1"/>
          <p:nvPr/>
        </p:nvSpPr>
        <p:spPr>
          <a:xfrm>
            <a:off x="1483552" y="6281058"/>
            <a:ext cx="276038" cy="369332"/>
          </a:xfrm>
          <a:prstGeom prst="rect">
            <a:avLst/>
          </a:prstGeom>
          <a:noFill/>
        </p:spPr>
        <p:txBody>
          <a:bodyPr wrap="none" rtlCol="0">
            <a:spAutoFit/>
          </a:bodyPr>
          <a:lstStyle/>
          <a:p>
            <a:r>
              <a:rPr lang="en-US" dirty="0"/>
              <a:t>z</a:t>
            </a:r>
          </a:p>
        </p:txBody>
      </p:sp>
      <p:cxnSp>
        <p:nvCxnSpPr>
          <p:cNvPr id="11" name="Straight Arrow Connector 10">
            <a:extLst>
              <a:ext uri="{FF2B5EF4-FFF2-40B4-BE49-F238E27FC236}">
                <a16:creationId xmlns:a16="http://schemas.microsoft.com/office/drawing/2014/main" id="{D0DD5D5E-23FD-4981-8710-CD046B3F5853}"/>
              </a:ext>
            </a:extLst>
          </p:cNvPr>
          <p:cNvCxnSpPr>
            <a:cxnSpLocks/>
            <a:endCxn id="30" idx="3"/>
          </p:cNvCxnSpPr>
          <p:nvPr/>
        </p:nvCxnSpPr>
        <p:spPr>
          <a:xfrm flipV="1">
            <a:off x="2982686" y="4083589"/>
            <a:ext cx="1794047" cy="1326612"/>
          </a:xfrm>
          <a:prstGeom prst="straightConnector1">
            <a:avLst/>
          </a:prstGeom>
          <a:ln>
            <a:headEnd type="none" w="med" len="med"/>
            <a:tailEnd type="arrow" w="med" len="med"/>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2" name="Rectangle 11">
                <a:extLst>
                  <a:ext uri="{FF2B5EF4-FFF2-40B4-BE49-F238E27FC236}">
                    <a16:creationId xmlns:a16="http://schemas.microsoft.com/office/drawing/2014/main" id="{01AD9852-BF54-4BF4-B8F5-2E97EF475F2B}"/>
                  </a:ext>
                </a:extLst>
              </p:cNvPr>
              <p:cNvSpPr/>
              <p:nvPr/>
            </p:nvSpPr>
            <p:spPr>
              <a:xfrm>
                <a:off x="3733800" y="4310742"/>
                <a:ext cx="333745"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m:rPr>
                          <m:sty m:val="p"/>
                        </m:rPr>
                        <a:rPr lang="en-US" b="0" i="0" dirty="0" smtClean="0">
                          <a:solidFill>
                            <a:schemeClr val="accent1"/>
                          </a:solidFill>
                          <a:latin typeface="Cambria Math" panose="02040503050406030204" pitchFamily="18" charset="0"/>
                        </a:rPr>
                        <m:t>r</m:t>
                      </m:r>
                    </m:oMath>
                  </m:oMathPara>
                </a14:m>
                <a:endParaRPr lang="en-US" dirty="0"/>
              </a:p>
            </p:txBody>
          </p:sp>
        </mc:Choice>
        <mc:Fallback xmlns="">
          <p:sp>
            <p:nvSpPr>
              <p:cNvPr id="12" name="Rectangle 11">
                <a:extLst>
                  <a:ext uri="{FF2B5EF4-FFF2-40B4-BE49-F238E27FC236}">
                    <a16:creationId xmlns:a16="http://schemas.microsoft.com/office/drawing/2014/main" id="{01AD9852-BF54-4BF4-B8F5-2E97EF475F2B}"/>
                  </a:ext>
                </a:extLst>
              </p:cNvPr>
              <p:cNvSpPr>
                <a:spLocks noRot="1" noChangeAspect="1" noMove="1" noResize="1" noEditPoints="1" noAdjustHandles="1" noChangeArrowheads="1" noChangeShapeType="1" noTextEdit="1"/>
              </p:cNvSpPr>
              <p:nvPr/>
            </p:nvSpPr>
            <p:spPr>
              <a:xfrm>
                <a:off x="3733800" y="4310742"/>
                <a:ext cx="333745" cy="369332"/>
              </a:xfrm>
              <a:prstGeom prst="rect">
                <a:avLst/>
              </a:prstGeom>
              <a:blipFill>
                <a:blip r:embed="rId2"/>
                <a:stretch>
                  <a:fillRect/>
                </a:stretch>
              </a:blipFill>
            </p:spPr>
            <p:txBody>
              <a:bodyPr/>
              <a:lstStyle/>
              <a:p>
                <a:r>
                  <a:rPr lang="en-US">
                    <a:noFill/>
                  </a:rPr>
                  <a:t> </a:t>
                </a:r>
              </a:p>
            </p:txBody>
          </p:sp>
        </mc:Fallback>
      </mc:AlternateContent>
      <p:sp>
        <p:nvSpPr>
          <p:cNvPr id="15" name="Arc 14">
            <a:extLst>
              <a:ext uri="{FF2B5EF4-FFF2-40B4-BE49-F238E27FC236}">
                <a16:creationId xmlns:a16="http://schemas.microsoft.com/office/drawing/2014/main" id="{1613350D-6148-4D03-B4F8-E0AFDD2AE035}"/>
              </a:ext>
            </a:extLst>
          </p:cNvPr>
          <p:cNvSpPr/>
          <p:nvPr/>
        </p:nvSpPr>
        <p:spPr>
          <a:xfrm flipH="1">
            <a:off x="3086100" y="4914900"/>
            <a:ext cx="495300" cy="1257299"/>
          </a:xfrm>
          <a:prstGeom prst="arc">
            <a:avLst>
              <a:gd name="adj1" fmla="val 8405024"/>
              <a:gd name="adj2" fmla="val 15116110"/>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6" name="Arc 15">
            <a:extLst>
              <a:ext uri="{FF2B5EF4-FFF2-40B4-BE49-F238E27FC236}">
                <a16:creationId xmlns:a16="http://schemas.microsoft.com/office/drawing/2014/main" id="{62B75188-4063-44D5-B8D0-CE44A4778701}"/>
              </a:ext>
            </a:extLst>
          </p:cNvPr>
          <p:cNvSpPr/>
          <p:nvPr/>
        </p:nvSpPr>
        <p:spPr>
          <a:xfrm flipH="1">
            <a:off x="1719944" y="4864961"/>
            <a:ext cx="2221230" cy="1038770"/>
          </a:xfrm>
          <a:prstGeom prst="arc">
            <a:avLst>
              <a:gd name="adj1" fmla="val 9145370"/>
              <a:gd name="adj2" fmla="val 10666211"/>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D43D4562-5C16-4B45-8D8D-2A12A9F01A34}"/>
                  </a:ext>
                </a:extLst>
              </p:cNvPr>
              <p:cNvSpPr txBox="1"/>
              <p:nvPr/>
            </p:nvSpPr>
            <p:spPr>
              <a:xfrm>
                <a:off x="3810000" y="5509736"/>
                <a:ext cx="45720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en-US" i="0" smtClean="0">
                          <a:solidFill>
                            <a:schemeClr val="tx2"/>
                          </a:solidFill>
                          <a:latin typeface="Cambria Math"/>
                          <a:ea typeface="Cambria Math"/>
                        </a:rPr>
                        <m:t>θ</m:t>
                      </m:r>
                    </m:oMath>
                  </m:oMathPara>
                </a14:m>
                <a:endParaRPr lang="en-US" dirty="0">
                  <a:solidFill>
                    <a:schemeClr val="tx2"/>
                  </a:solidFill>
                </a:endParaRPr>
              </a:p>
            </p:txBody>
          </p:sp>
        </mc:Choice>
        <mc:Fallback xmlns="">
          <p:sp>
            <p:nvSpPr>
              <p:cNvPr id="17" name="TextBox 16">
                <a:extLst>
                  <a:ext uri="{FF2B5EF4-FFF2-40B4-BE49-F238E27FC236}">
                    <a16:creationId xmlns:a16="http://schemas.microsoft.com/office/drawing/2014/main" id="{D43D4562-5C16-4B45-8D8D-2A12A9F01A34}"/>
                  </a:ext>
                </a:extLst>
              </p:cNvPr>
              <p:cNvSpPr txBox="1">
                <a:spLocks noRot="1" noChangeAspect="1" noMove="1" noResize="1" noEditPoints="1" noAdjustHandles="1" noChangeArrowheads="1" noChangeShapeType="1" noTextEdit="1"/>
              </p:cNvSpPr>
              <p:nvPr/>
            </p:nvSpPr>
            <p:spPr>
              <a:xfrm>
                <a:off x="3810000" y="5509736"/>
                <a:ext cx="457200" cy="369332"/>
              </a:xfrm>
              <a:prstGeom prst="rect">
                <a:avLst/>
              </a:prstGeom>
              <a:blipFill>
                <a:blip r:embed="rId3"/>
                <a:stretch>
                  <a:fillRect/>
                </a:stretch>
              </a:blipFill>
            </p:spPr>
            <p:txBody>
              <a:bodyPr/>
              <a:lstStyle/>
              <a:p>
                <a:r>
                  <a:rPr lang="en-US">
                    <a:noFill/>
                  </a:rPr>
                  <a:t> </a:t>
                </a:r>
              </a:p>
            </p:txBody>
          </p:sp>
        </mc:Fallback>
      </mc:AlternateContent>
      <p:cxnSp>
        <p:nvCxnSpPr>
          <p:cNvPr id="18" name="Straight Arrow Connector 17">
            <a:extLst>
              <a:ext uri="{FF2B5EF4-FFF2-40B4-BE49-F238E27FC236}">
                <a16:creationId xmlns:a16="http://schemas.microsoft.com/office/drawing/2014/main" id="{36249AD7-2444-410C-B677-61ACA9671D57}"/>
              </a:ext>
            </a:extLst>
          </p:cNvPr>
          <p:cNvCxnSpPr/>
          <p:nvPr/>
        </p:nvCxnSpPr>
        <p:spPr>
          <a:xfrm>
            <a:off x="3004456" y="5410200"/>
            <a:ext cx="3440398" cy="0"/>
          </a:xfrm>
          <a:prstGeom prst="straightConnector1">
            <a:avLst/>
          </a:prstGeom>
          <a:ln>
            <a:solidFill>
              <a:schemeClr val="accent1"/>
            </a:solidFill>
            <a:prstDash val="dash"/>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19" name="Straight Arrow Connector 18">
            <a:extLst>
              <a:ext uri="{FF2B5EF4-FFF2-40B4-BE49-F238E27FC236}">
                <a16:creationId xmlns:a16="http://schemas.microsoft.com/office/drawing/2014/main" id="{41CCEFDA-CD01-499E-BE8D-16954FA1448B}"/>
              </a:ext>
            </a:extLst>
          </p:cNvPr>
          <p:cNvCxnSpPr>
            <a:cxnSpLocks/>
          </p:cNvCxnSpPr>
          <p:nvPr/>
        </p:nvCxnSpPr>
        <p:spPr>
          <a:xfrm flipH="1">
            <a:off x="4857556" y="5415446"/>
            <a:ext cx="1587041" cy="1290153"/>
          </a:xfrm>
          <a:prstGeom prst="straightConnector1">
            <a:avLst/>
          </a:prstGeom>
          <a:ln>
            <a:solidFill>
              <a:schemeClr val="accent1"/>
            </a:solidFill>
            <a:prstDash val="dash"/>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20" name="Straight Arrow Connector 19">
            <a:extLst>
              <a:ext uri="{FF2B5EF4-FFF2-40B4-BE49-F238E27FC236}">
                <a16:creationId xmlns:a16="http://schemas.microsoft.com/office/drawing/2014/main" id="{63A78AFD-5903-4669-97E6-1FEDBFC4F7CA}"/>
              </a:ext>
            </a:extLst>
          </p:cNvPr>
          <p:cNvCxnSpPr>
            <a:cxnSpLocks/>
          </p:cNvCxnSpPr>
          <p:nvPr/>
        </p:nvCxnSpPr>
        <p:spPr>
          <a:xfrm flipV="1">
            <a:off x="4844636" y="4038598"/>
            <a:ext cx="12920" cy="2667002"/>
          </a:xfrm>
          <a:prstGeom prst="straightConnector1">
            <a:avLst/>
          </a:prstGeom>
          <a:ln>
            <a:solidFill>
              <a:schemeClr val="accent1"/>
            </a:solidFill>
            <a:prstDash val="dash"/>
            <a:headEnd type="none" w="med" len="med"/>
            <a:tailEnd type="none" w="med" len="med"/>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DC11B91B-2D00-47E5-BDBD-DB9D935F6582}"/>
                  </a:ext>
                </a:extLst>
              </p:cNvPr>
              <p:cNvSpPr txBox="1"/>
              <p:nvPr/>
            </p:nvSpPr>
            <p:spPr>
              <a:xfrm>
                <a:off x="3124200" y="4724400"/>
                <a:ext cx="45720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el-GR" i="1" smtClean="0">
                          <a:solidFill>
                            <a:schemeClr val="tx2"/>
                          </a:solidFill>
                          <a:latin typeface="Cambria Math"/>
                          <a:ea typeface="Cambria Math"/>
                        </a:rPr>
                        <m:t>ϕ</m:t>
                      </m:r>
                    </m:oMath>
                  </m:oMathPara>
                </a14:m>
                <a:endParaRPr lang="en-US" dirty="0">
                  <a:solidFill>
                    <a:schemeClr val="tx2"/>
                  </a:solidFill>
                </a:endParaRPr>
              </a:p>
            </p:txBody>
          </p:sp>
        </mc:Choice>
        <mc:Fallback xmlns="">
          <p:sp>
            <p:nvSpPr>
              <p:cNvPr id="21" name="TextBox 20">
                <a:extLst>
                  <a:ext uri="{FF2B5EF4-FFF2-40B4-BE49-F238E27FC236}">
                    <a16:creationId xmlns:a16="http://schemas.microsoft.com/office/drawing/2014/main" id="{DC11B91B-2D00-47E5-BDBD-DB9D935F6582}"/>
                  </a:ext>
                </a:extLst>
              </p:cNvPr>
              <p:cNvSpPr txBox="1">
                <a:spLocks noRot="1" noChangeAspect="1" noMove="1" noResize="1" noEditPoints="1" noAdjustHandles="1" noChangeArrowheads="1" noChangeShapeType="1" noTextEdit="1"/>
              </p:cNvSpPr>
              <p:nvPr/>
            </p:nvSpPr>
            <p:spPr>
              <a:xfrm>
                <a:off x="3124200" y="4724400"/>
                <a:ext cx="457200" cy="369332"/>
              </a:xfrm>
              <a:prstGeom prst="rect">
                <a:avLst/>
              </a:prstGeom>
              <a:blipFill>
                <a:blip r:embed="rId4"/>
                <a:stretch>
                  <a:fillRect b="-11475"/>
                </a:stretch>
              </a:blipFill>
            </p:spPr>
            <p:txBody>
              <a:bodyPr/>
              <a:lstStyle/>
              <a:p>
                <a:r>
                  <a:rPr lang="en-US">
                    <a:noFill/>
                  </a:rPr>
                  <a:t> </a:t>
                </a:r>
              </a:p>
            </p:txBody>
          </p:sp>
        </mc:Fallback>
      </mc:AlternateContent>
      <p:sp>
        <p:nvSpPr>
          <p:cNvPr id="24" name="Rectangle 23">
            <a:extLst>
              <a:ext uri="{FF2B5EF4-FFF2-40B4-BE49-F238E27FC236}">
                <a16:creationId xmlns:a16="http://schemas.microsoft.com/office/drawing/2014/main" id="{DF82766F-7647-4655-A6AE-0C09BC2E656F}"/>
              </a:ext>
            </a:extLst>
          </p:cNvPr>
          <p:cNvSpPr/>
          <p:nvPr/>
        </p:nvSpPr>
        <p:spPr>
          <a:xfrm>
            <a:off x="4847136" y="4612367"/>
            <a:ext cx="288862" cy="369332"/>
          </a:xfrm>
          <a:prstGeom prst="rect">
            <a:avLst/>
          </a:prstGeom>
        </p:spPr>
        <p:txBody>
          <a:bodyPr wrap="none">
            <a:spAutoFit/>
          </a:bodyPr>
          <a:lstStyle/>
          <a:p>
            <a:r>
              <a:rPr lang="en-US" dirty="0">
                <a:solidFill>
                  <a:schemeClr val="accent1"/>
                </a:solidFill>
              </a:rPr>
              <a:t>y</a:t>
            </a:r>
          </a:p>
        </p:txBody>
      </p:sp>
      <p:sp>
        <p:nvSpPr>
          <p:cNvPr id="30" name="Oval 29">
            <a:extLst>
              <a:ext uri="{FF2B5EF4-FFF2-40B4-BE49-F238E27FC236}">
                <a16:creationId xmlns:a16="http://schemas.microsoft.com/office/drawing/2014/main" id="{11E13048-68C8-4468-8E3C-D44579118690}"/>
              </a:ext>
            </a:extLst>
          </p:cNvPr>
          <p:cNvSpPr/>
          <p:nvPr/>
        </p:nvSpPr>
        <p:spPr>
          <a:xfrm>
            <a:off x="4743255" y="3888467"/>
            <a:ext cx="228600" cy="228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C20FA2D2-76DD-48E1-9121-72B02CE36AC8}"/>
              </a:ext>
            </a:extLst>
          </p:cNvPr>
          <p:cNvSpPr/>
          <p:nvPr/>
        </p:nvSpPr>
        <p:spPr>
          <a:xfrm>
            <a:off x="5432074" y="5040868"/>
            <a:ext cx="284052" cy="369332"/>
          </a:xfrm>
          <a:prstGeom prst="rect">
            <a:avLst/>
          </a:prstGeom>
        </p:spPr>
        <p:txBody>
          <a:bodyPr wrap="none">
            <a:spAutoFit/>
          </a:bodyPr>
          <a:lstStyle/>
          <a:p>
            <a:r>
              <a:rPr lang="en-US" dirty="0">
                <a:solidFill>
                  <a:schemeClr val="accent1"/>
                </a:solidFill>
              </a:rPr>
              <a:t>x</a:t>
            </a:r>
          </a:p>
        </p:txBody>
      </p:sp>
      <p:sp>
        <p:nvSpPr>
          <p:cNvPr id="34" name="Rectangle 33">
            <a:extLst>
              <a:ext uri="{FF2B5EF4-FFF2-40B4-BE49-F238E27FC236}">
                <a16:creationId xmlns:a16="http://schemas.microsoft.com/office/drawing/2014/main" id="{333157E2-F8AD-4C1E-A9B0-FCDDED681FF0}"/>
              </a:ext>
            </a:extLst>
          </p:cNvPr>
          <p:cNvSpPr/>
          <p:nvPr/>
        </p:nvSpPr>
        <p:spPr>
          <a:xfrm>
            <a:off x="5643559" y="6022130"/>
            <a:ext cx="276038" cy="369332"/>
          </a:xfrm>
          <a:prstGeom prst="rect">
            <a:avLst/>
          </a:prstGeom>
        </p:spPr>
        <p:txBody>
          <a:bodyPr wrap="none">
            <a:spAutoFit/>
          </a:bodyPr>
          <a:lstStyle/>
          <a:p>
            <a:r>
              <a:rPr lang="en-US" dirty="0">
                <a:solidFill>
                  <a:schemeClr val="accent1"/>
                </a:solidFill>
              </a:rPr>
              <a:t>z</a:t>
            </a:r>
          </a:p>
        </p:txBody>
      </p:sp>
      <p:cxnSp>
        <p:nvCxnSpPr>
          <p:cNvPr id="35" name="Straight Arrow Connector 34">
            <a:extLst>
              <a:ext uri="{FF2B5EF4-FFF2-40B4-BE49-F238E27FC236}">
                <a16:creationId xmlns:a16="http://schemas.microsoft.com/office/drawing/2014/main" id="{772AC112-A66B-4255-B2EE-1FA316F3ED2E}"/>
              </a:ext>
            </a:extLst>
          </p:cNvPr>
          <p:cNvCxnSpPr>
            <a:cxnSpLocks/>
          </p:cNvCxnSpPr>
          <p:nvPr/>
        </p:nvCxnSpPr>
        <p:spPr>
          <a:xfrm flipH="1" flipV="1">
            <a:off x="2967462" y="5410200"/>
            <a:ext cx="1871238" cy="1295399"/>
          </a:xfrm>
          <a:prstGeom prst="straightConnector1">
            <a:avLst/>
          </a:prstGeom>
          <a:ln>
            <a:solidFill>
              <a:schemeClr val="accent1"/>
            </a:solidFill>
            <a:prstDash val="dash"/>
            <a:headEnd type="none" w="med" len="med"/>
            <a:tailEnd type="none" w="med" len="med"/>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8485443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fade">
                                      <p:cBhvr>
                                        <p:cTn id="11" dur="500"/>
                                        <p:tgtEl>
                                          <p:spTgt spid="11"/>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30"/>
                                        </p:tgtEl>
                                        <p:attrNameLst>
                                          <p:attrName>style.visibility</p:attrName>
                                        </p:attrNameLst>
                                      </p:cBhvr>
                                      <p:to>
                                        <p:strVal val="visible"/>
                                      </p:to>
                                    </p:set>
                                    <p:animEffect transition="in" filter="fade">
                                      <p:cBhvr>
                                        <p:cTn id="14" dur="500"/>
                                        <p:tgtEl>
                                          <p:spTgt spid="30"/>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500"/>
                                        <p:tgtEl>
                                          <p:spTgt spid="12"/>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35"/>
                                        </p:tgtEl>
                                        <p:attrNameLst>
                                          <p:attrName>style.visibility</p:attrName>
                                        </p:attrNameLst>
                                      </p:cBhvr>
                                      <p:to>
                                        <p:strVal val="visible"/>
                                      </p:to>
                                    </p:set>
                                    <p:animEffect transition="in" filter="fade">
                                      <p:cBhvr>
                                        <p:cTn id="24" dur="500"/>
                                        <p:tgtEl>
                                          <p:spTgt spid="35"/>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fade">
                                      <p:cBhvr>
                                        <p:cTn id="27" dur="500"/>
                                        <p:tgtEl>
                                          <p:spTgt spid="16"/>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7"/>
                                        </p:tgtEl>
                                        <p:attrNameLst>
                                          <p:attrName>style.visibility</p:attrName>
                                        </p:attrNameLst>
                                      </p:cBhvr>
                                      <p:to>
                                        <p:strVal val="visible"/>
                                      </p:to>
                                    </p:set>
                                    <p:animEffect transition="in" filter="fade">
                                      <p:cBhvr>
                                        <p:cTn id="30" dur="500"/>
                                        <p:tgtEl>
                                          <p:spTgt spid="17"/>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fade">
                                      <p:cBhvr>
                                        <p:cTn id="33" dur="500"/>
                                        <p:tgtEl>
                                          <p:spTgt spid="15"/>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21"/>
                                        </p:tgtEl>
                                        <p:attrNameLst>
                                          <p:attrName>style.visibility</p:attrName>
                                        </p:attrNameLst>
                                      </p:cBhvr>
                                      <p:to>
                                        <p:strVal val="visible"/>
                                      </p:to>
                                    </p:set>
                                    <p:animEffect transition="in" filter="fade">
                                      <p:cBhvr>
                                        <p:cTn id="36" dur="500"/>
                                        <p:tgtEl>
                                          <p:spTgt spid="21"/>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18"/>
                                        </p:tgtEl>
                                        <p:attrNameLst>
                                          <p:attrName>style.visibility</p:attrName>
                                        </p:attrNameLst>
                                      </p:cBhvr>
                                      <p:to>
                                        <p:strVal val="visible"/>
                                      </p:to>
                                    </p:set>
                                    <p:animEffect transition="in" filter="fade">
                                      <p:cBhvr>
                                        <p:cTn id="41" dur="500"/>
                                        <p:tgtEl>
                                          <p:spTgt spid="18"/>
                                        </p:tgtEl>
                                      </p:cBhvr>
                                    </p:animEffect>
                                  </p:childTnLst>
                                </p:cTn>
                              </p:par>
                              <p:par>
                                <p:cTn id="42" presetID="10" presetClass="entr" presetSubtype="0" fill="hold" nodeType="withEffect">
                                  <p:stCondLst>
                                    <p:cond delay="0"/>
                                  </p:stCondLst>
                                  <p:childTnLst>
                                    <p:set>
                                      <p:cBhvr>
                                        <p:cTn id="43" dur="1" fill="hold">
                                          <p:stCondLst>
                                            <p:cond delay="0"/>
                                          </p:stCondLst>
                                        </p:cTn>
                                        <p:tgtEl>
                                          <p:spTgt spid="19"/>
                                        </p:tgtEl>
                                        <p:attrNameLst>
                                          <p:attrName>style.visibility</p:attrName>
                                        </p:attrNameLst>
                                      </p:cBhvr>
                                      <p:to>
                                        <p:strVal val="visible"/>
                                      </p:to>
                                    </p:set>
                                    <p:animEffect transition="in" filter="fade">
                                      <p:cBhvr>
                                        <p:cTn id="44" dur="500"/>
                                        <p:tgtEl>
                                          <p:spTgt spid="19"/>
                                        </p:tgtEl>
                                      </p:cBhvr>
                                    </p:animEffect>
                                  </p:childTnLst>
                                </p:cTn>
                              </p:par>
                              <p:par>
                                <p:cTn id="45" presetID="10" presetClass="entr" presetSubtype="0" fill="hold" nodeType="withEffect">
                                  <p:stCondLst>
                                    <p:cond delay="0"/>
                                  </p:stCondLst>
                                  <p:childTnLst>
                                    <p:set>
                                      <p:cBhvr>
                                        <p:cTn id="46" dur="1" fill="hold">
                                          <p:stCondLst>
                                            <p:cond delay="0"/>
                                          </p:stCondLst>
                                        </p:cTn>
                                        <p:tgtEl>
                                          <p:spTgt spid="20"/>
                                        </p:tgtEl>
                                        <p:attrNameLst>
                                          <p:attrName>style.visibility</p:attrName>
                                        </p:attrNameLst>
                                      </p:cBhvr>
                                      <p:to>
                                        <p:strVal val="visible"/>
                                      </p:to>
                                    </p:set>
                                    <p:animEffect transition="in" filter="fade">
                                      <p:cBhvr>
                                        <p:cTn id="47" dur="500"/>
                                        <p:tgtEl>
                                          <p:spTgt spid="20"/>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33"/>
                                        </p:tgtEl>
                                        <p:attrNameLst>
                                          <p:attrName>style.visibility</p:attrName>
                                        </p:attrNameLst>
                                      </p:cBhvr>
                                      <p:to>
                                        <p:strVal val="visible"/>
                                      </p:to>
                                    </p:set>
                                    <p:animEffect transition="in" filter="fade">
                                      <p:cBhvr>
                                        <p:cTn id="50" dur="500"/>
                                        <p:tgtEl>
                                          <p:spTgt spid="33"/>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34"/>
                                        </p:tgtEl>
                                        <p:attrNameLst>
                                          <p:attrName>style.visibility</p:attrName>
                                        </p:attrNameLst>
                                      </p:cBhvr>
                                      <p:to>
                                        <p:strVal val="visible"/>
                                      </p:to>
                                    </p:set>
                                    <p:animEffect transition="in" filter="fade">
                                      <p:cBhvr>
                                        <p:cTn id="53" dur="500"/>
                                        <p:tgtEl>
                                          <p:spTgt spid="34"/>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24"/>
                                        </p:tgtEl>
                                        <p:attrNameLst>
                                          <p:attrName>style.visibility</p:attrName>
                                        </p:attrNameLst>
                                      </p:cBhvr>
                                      <p:to>
                                        <p:strVal val="visible"/>
                                      </p:to>
                                    </p:set>
                                    <p:animEffect transition="in" filter="fade">
                                      <p:cBhvr>
                                        <p:cTn id="56"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12" grpId="0"/>
      <p:bldP spid="15" grpId="0" animBg="1"/>
      <p:bldP spid="16" grpId="0" animBg="1"/>
      <p:bldP spid="17" grpId="0"/>
      <p:bldP spid="21" grpId="0"/>
      <p:bldP spid="24" grpId="0"/>
      <p:bldP spid="30" grpId="0" animBg="1"/>
      <p:bldP spid="33" grpId="0"/>
      <p:bldP spid="3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C86C8A-946B-4C5C-BE2D-4643A37A1747}"/>
              </a:ext>
            </a:extLst>
          </p:cNvPr>
          <p:cNvSpPr>
            <a:spLocks noGrp="1"/>
          </p:cNvSpPr>
          <p:nvPr>
            <p:ph type="title"/>
          </p:nvPr>
        </p:nvSpPr>
        <p:spPr/>
        <p:txBody>
          <a:bodyPr/>
          <a:lstStyle/>
          <a:p>
            <a:r>
              <a:rPr lang="en-US" dirty="0"/>
              <a:t>Displacement</a:t>
            </a:r>
          </a:p>
        </p:txBody>
      </p:sp>
      <p:sp>
        <p:nvSpPr>
          <p:cNvPr id="3" name="Content Placeholder 2">
            <a:extLst>
              <a:ext uri="{FF2B5EF4-FFF2-40B4-BE49-F238E27FC236}">
                <a16:creationId xmlns:a16="http://schemas.microsoft.com/office/drawing/2014/main" id="{70A06F9F-60C7-46E8-B5A3-D3D54F726F03}"/>
              </a:ext>
            </a:extLst>
          </p:cNvPr>
          <p:cNvSpPr>
            <a:spLocks noGrp="1"/>
          </p:cNvSpPr>
          <p:nvPr>
            <p:ph idx="1"/>
          </p:nvPr>
        </p:nvSpPr>
        <p:spPr>
          <a:xfrm>
            <a:off x="457200" y="1600201"/>
            <a:ext cx="8229600" cy="2016463"/>
          </a:xfrm>
        </p:spPr>
        <p:txBody>
          <a:bodyPr>
            <a:normAutofit fontScale="92500"/>
          </a:bodyPr>
          <a:lstStyle/>
          <a:p>
            <a:r>
              <a:rPr lang="en-US" dirty="0"/>
              <a:t>The </a:t>
            </a:r>
            <a:r>
              <a:rPr lang="en-US" b="1" dirty="0"/>
              <a:t>displacement</a:t>
            </a:r>
            <a:r>
              <a:rPr lang="en-US" dirty="0"/>
              <a:t> of a body is simply the </a:t>
            </a:r>
            <a:r>
              <a:rPr lang="en-US" b="1" dirty="0"/>
              <a:t>change in position</a:t>
            </a:r>
            <a:r>
              <a:rPr lang="en-US" dirty="0"/>
              <a:t> of a body between two points in time.</a:t>
            </a:r>
          </a:p>
          <a:p>
            <a:r>
              <a:rPr lang="en-US" dirty="0"/>
              <a:t>This will be a </a:t>
            </a:r>
            <a:r>
              <a:rPr lang="en-US" b="1" dirty="0"/>
              <a:t>vector quantity</a:t>
            </a:r>
            <a:r>
              <a:rPr lang="en-US" dirty="0"/>
              <a:t> having magnitude and direction.</a:t>
            </a:r>
          </a:p>
          <a:p>
            <a:endParaRPr lang="en-US" dirty="0"/>
          </a:p>
        </p:txBody>
      </p:sp>
      <p:sp>
        <p:nvSpPr>
          <p:cNvPr id="4" name="Slide Number Placeholder 3">
            <a:extLst>
              <a:ext uri="{FF2B5EF4-FFF2-40B4-BE49-F238E27FC236}">
                <a16:creationId xmlns:a16="http://schemas.microsoft.com/office/drawing/2014/main" id="{DE400757-7DAF-4E53-BEE8-C4E2E8E8532F}"/>
              </a:ext>
            </a:extLst>
          </p:cNvPr>
          <p:cNvSpPr>
            <a:spLocks noGrp="1"/>
          </p:cNvSpPr>
          <p:nvPr>
            <p:ph type="sldNum" sz="quarter" idx="12"/>
          </p:nvPr>
        </p:nvSpPr>
        <p:spPr/>
        <p:txBody>
          <a:bodyPr/>
          <a:lstStyle/>
          <a:p>
            <a:fld id="{929262FE-7F58-4A1E-8AF3-5A510A86DEBD}" type="slidenum">
              <a:rPr lang="en-US" smtClean="0"/>
              <a:t>6</a:t>
            </a:fld>
            <a:endParaRPr lang="en-US"/>
          </a:p>
        </p:txBody>
      </p:sp>
      <p:cxnSp>
        <p:nvCxnSpPr>
          <p:cNvPr id="27" name="Straight Arrow Connector 26">
            <a:extLst>
              <a:ext uri="{FF2B5EF4-FFF2-40B4-BE49-F238E27FC236}">
                <a16:creationId xmlns:a16="http://schemas.microsoft.com/office/drawing/2014/main" id="{86EB5A30-ED93-4176-A61F-976144175A78}"/>
              </a:ext>
            </a:extLst>
          </p:cNvPr>
          <p:cNvCxnSpPr>
            <a:cxnSpLocks/>
          </p:cNvCxnSpPr>
          <p:nvPr/>
        </p:nvCxnSpPr>
        <p:spPr>
          <a:xfrm flipV="1">
            <a:off x="2382948" y="4114800"/>
            <a:ext cx="0" cy="220980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8" name="Straight Arrow Connector 27">
            <a:extLst>
              <a:ext uri="{FF2B5EF4-FFF2-40B4-BE49-F238E27FC236}">
                <a16:creationId xmlns:a16="http://schemas.microsoft.com/office/drawing/2014/main" id="{E7ECEA6C-8AE0-48F9-AEE9-601218E75070}"/>
              </a:ext>
            </a:extLst>
          </p:cNvPr>
          <p:cNvCxnSpPr>
            <a:cxnSpLocks/>
          </p:cNvCxnSpPr>
          <p:nvPr/>
        </p:nvCxnSpPr>
        <p:spPr>
          <a:xfrm flipV="1">
            <a:off x="2382948" y="6324600"/>
            <a:ext cx="4475052" cy="9525"/>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29" name="Oval 28">
            <a:extLst>
              <a:ext uri="{FF2B5EF4-FFF2-40B4-BE49-F238E27FC236}">
                <a16:creationId xmlns:a16="http://schemas.microsoft.com/office/drawing/2014/main" id="{D6F19B9F-BA7C-4AD6-BBBB-4AFAF6800F7A}"/>
              </a:ext>
            </a:extLst>
          </p:cNvPr>
          <p:cNvSpPr/>
          <p:nvPr/>
        </p:nvSpPr>
        <p:spPr>
          <a:xfrm>
            <a:off x="4135548" y="4476750"/>
            <a:ext cx="228600" cy="228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a:extLst>
              <a:ext uri="{FF2B5EF4-FFF2-40B4-BE49-F238E27FC236}">
                <a16:creationId xmlns:a16="http://schemas.microsoft.com/office/drawing/2014/main" id="{3D3B6D7C-E903-4A2A-A5E3-D95A18778CB3}"/>
              </a:ext>
            </a:extLst>
          </p:cNvPr>
          <p:cNvSpPr txBox="1"/>
          <p:nvPr/>
        </p:nvSpPr>
        <p:spPr>
          <a:xfrm>
            <a:off x="2240922" y="3721796"/>
            <a:ext cx="288862" cy="369332"/>
          </a:xfrm>
          <a:prstGeom prst="rect">
            <a:avLst/>
          </a:prstGeom>
          <a:noFill/>
        </p:spPr>
        <p:txBody>
          <a:bodyPr wrap="none" rtlCol="0">
            <a:spAutoFit/>
          </a:bodyPr>
          <a:lstStyle/>
          <a:p>
            <a:r>
              <a:rPr lang="en-US" dirty="0"/>
              <a:t>y</a:t>
            </a:r>
          </a:p>
        </p:txBody>
      </p:sp>
      <p:sp>
        <p:nvSpPr>
          <p:cNvPr id="31" name="TextBox 30">
            <a:extLst>
              <a:ext uri="{FF2B5EF4-FFF2-40B4-BE49-F238E27FC236}">
                <a16:creationId xmlns:a16="http://schemas.microsoft.com/office/drawing/2014/main" id="{97B0611A-2A45-404E-B24C-6B14D15E5C25}"/>
              </a:ext>
            </a:extLst>
          </p:cNvPr>
          <p:cNvSpPr txBox="1"/>
          <p:nvPr/>
        </p:nvSpPr>
        <p:spPr>
          <a:xfrm>
            <a:off x="6878748" y="6134100"/>
            <a:ext cx="284052" cy="369332"/>
          </a:xfrm>
          <a:prstGeom prst="rect">
            <a:avLst/>
          </a:prstGeom>
          <a:noFill/>
        </p:spPr>
        <p:txBody>
          <a:bodyPr wrap="none" rtlCol="0">
            <a:spAutoFit/>
          </a:bodyPr>
          <a:lstStyle/>
          <a:p>
            <a:r>
              <a:rPr lang="en-US" dirty="0"/>
              <a:t>x</a:t>
            </a:r>
          </a:p>
        </p:txBody>
      </p:sp>
      <p:sp>
        <p:nvSpPr>
          <p:cNvPr id="32" name="TextBox 31">
            <a:extLst>
              <a:ext uri="{FF2B5EF4-FFF2-40B4-BE49-F238E27FC236}">
                <a16:creationId xmlns:a16="http://schemas.microsoft.com/office/drawing/2014/main" id="{62E5D076-F12F-4D8D-966C-580F7324162F}"/>
              </a:ext>
            </a:extLst>
          </p:cNvPr>
          <p:cNvSpPr txBox="1"/>
          <p:nvPr/>
        </p:nvSpPr>
        <p:spPr>
          <a:xfrm>
            <a:off x="3166546" y="4248329"/>
            <a:ext cx="362600" cy="369332"/>
          </a:xfrm>
          <a:prstGeom prst="rect">
            <a:avLst/>
          </a:prstGeom>
          <a:noFill/>
        </p:spPr>
        <p:txBody>
          <a:bodyPr wrap="none" rtlCol="0">
            <a:spAutoFit/>
          </a:bodyPr>
          <a:lstStyle/>
          <a:p>
            <a:r>
              <a:rPr lang="en-US" dirty="0">
                <a:solidFill>
                  <a:schemeClr val="accent1"/>
                </a:solidFill>
              </a:rPr>
              <a:t>x</a:t>
            </a:r>
            <a:r>
              <a:rPr lang="en-US" baseline="-25000" dirty="0">
                <a:solidFill>
                  <a:schemeClr val="accent1"/>
                </a:solidFill>
              </a:rPr>
              <a:t>1</a:t>
            </a:r>
          </a:p>
        </p:txBody>
      </p:sp>
      <p:cxnSp>
        <p:nvCxnSpPr>
          <p:cNvPr id="33" name="Straight Connector 32">
            <a:extLst>
              <a:ext uri="{FF2B5EF4-FFF2-40B4-BE49-F238E27FC236}">
                <a16:creationId xmlns:a16="http://schemas.microsoft.com/office/drawing/2014/main" id="{6863DEBC-A199-4EF7-8266-124763D87E09}"/>
              </a:ext>
            </a:extLst>
          </p:cNvPr>
          <p:cNvCxnSpPr>
            <a:cxnSpLocks/>
            <a:endCxn id="29" idx="2"/>
          </p:cNvCxnSpPr>
          <p:nvPr/>
        </p:nvCxnSpPr>
        <p:spPr>
          <a:xfrm flipV="1">
            <a:off x="2382948" y="4591050"/>
            <a:ext cx="17526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E45A60F3-86AB-4382-AB9D-8287434C6863}"/>
              </a:ext>
            </a:extLst>
          </p:cNvPr>
          <p:cNvCxnSpPr>
            <a:cxnSpLocks/>
          </p:cNvCxnSpPr>
          <p:nvPr/>
        </p:nvCxnSpPr>
        <p:spPr>
          <a:xfrm flipV="1">
            <a:off x="4249848" y="4724400"/>
            <a:ext cx="0" cy="1594366"/>
          </a:xfrm>
          <a:prstGeom prst="line">
            <a:avLst/>
          </a:prstGeom>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7AB543DF-CB12-4E63-8507-857EAF660098}"/>
              </a:ext>
            </a:extLst>
          </p:cNvPr>
          <p:cNvSpPr txBox="1"/>
          <p:nvPr/>
        </p:nvSpPr>
        <p:spPr>
          <a:xfrm>
            <a:off x="4211748" y="5477628"/>
            <a:ext cx="367408" cy="369332"/>
          </a:xfrm>
          <a:prstGeom prst="rect">
            <a:avLst/>
          </a:prstGeom>
          <a:noFill/>
        </p:spPr>
        <p:txBody>
          <a:bodyPr wrap="none" rtlCol="0">
            <a:spAutoFit/>
          </a:bodyPr>
          <a:lstStyle/>
          <a:p>
            <a:r>
              <a:rPr lang="en-US" dirty="0">
                <a:solidFill>
                  <a:schemeClr val="accent1"/>
                </a:solidFill>
              </a:rPr>
              <a:t>y</a:t>
            </a:r>
            <a:r>
              <a:rPr lang="en-US" baseline="-25000" dirty="0">
                <a:solidFill>
                  <a:schemeClr val="accent1"/>
                </a:solidFill>
              </a:rPr>
              <a:t>1</a:t>
            </a:r>
          </a:p>
        </p:txBody>
      </p:sp>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6C9D5AFD-CA71-4EF8-BBCC-460FBF558669}"/>
                  </a:ext>
                </a:extLst>
              </p:cNvPr>
              <p:cNvSpPr txBox="1"/>
              <p:nvPr/>
            </p:nvSpPr>
            <p:spPr>
              <a:xfrm>
                <a:off x="3848788" y="4088470"/>
                <a:ext cx="427553"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𝑡</m:t>
                          </m:r>
                        </m:e>
                        <m:sub>
                          <m:r>
                            <a:rPr lang="en-US" b="0" i="1" smtClean="0">
                              <a:latin typeface="Cambria Math" panose="02040503050406030204" pitchFamily="18" charset="0"/>
                            </a:rPr>
                            <m:t>1</m:t>
                          </m:r>
                        </m:sub>
                      </m:sSub>
                    </m:oMath>
                  </m:oMathPara>
                </a14:m>
                <a:endParaRPr lang="en-US" dirty="0"/>
              </a:p>
            </p:txBody>
          </p:sp>
        </mc:Choice>
        <mc:Fallback xmlns="">
          <p:sp>
            <p:nvSpPr>
              <p:cNvPr id="39" name="TextBox 38">
                <a:extLst>
                  <a:ext uri="{FF2B5EF4-FFF2-40B4-BE49-F238E27FC236}">
                    <a16:creationId xmlns:a16="http://schemas.microsoft.com/office/drawing/2014/main" id="{6C9D5AFD-CA71-4EF8-BBCC-460FBF558669}"/>
                  </a:ext>
                </a:extLst>
              </p:cNvPr>
              <p:cNvSpPr txBox="1">
                <a:spLocks noRot="1" noChangeAspect="1" noMove="1" noResize="1" noEditPoints="1" noAdjustHandles="1" noChangeArrowheads="1" noChangeShapeType="1" noTextEdit="1"/>
              </p:cNvSpPr>
              <p:nvPr/>
            </p:nvSpPr>
            <p:spPr>
              <a:xfrm>
                <a:off x="3848788" y="4088470"/>
                <a:ext cx="427553" cy="369332"/>
              </a:xfrm>
              <a:prstGeom prst="rect">
                <a:avLst/>
              </a:prstGeom>
              <a:blipFill>
                <a:blip r:embed="rId2"/>
                <a:stretch>
                  <a:fillRect/>
                </a:stretch>
              </a:blipFill>
            </p:spPr>
            <p:txBody>
              <a:bodyPr/>
              <a:lstStyle/>
              <a:p>
                <a:r>
                  <a:rPr lang="en-US">
                    <a:noFill/>
                  </a:rPr>
                  <a:t> </a:t>
                </a:r>
              </a:p>
            </p:txBody>
          </p:sp>
        </mc:Fallback>
      </mc:AlternateContent>
      <p:sp>
        <p:nvSpPr>
          <p:cNvPr id="40" name="Oval 39">
            <a:extLst>
              <a:ext uri="{FF2B5EF4-FFF2-40B4-BE49-F238E27FC236}">
                <a16:creationId xmlns:a16="http://schemas.microsoft.com/office/drawing/2014/main" id="{7A9160D2-6118-4DB0-8D38-B7C0E7FDDB6E}"/>
              </a:ext>
            </a:extLst>
          </p:cNvPr>
          <p:cNvSpPr/>
          <p:nvPr/>
        </p:nvSpPr>
        <p:spPr>
          <a:xfrm>
            <a:off x="5580819" y="5014303"/>
            <a:ext cx="228600" cy="228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BD7063C9-20A3-43DD-BB75-028E9C408EA5}"/>
                  </a:ext>
                </a:extLst>
              </p:cNvPr>
              <p:cNvSpPr txBox="1"/>
              <p:nvPr/>
            </p:nvSpPr>
            <p:spPr>
              <a:xfrm>
                <a:off x="5794594" y="4940693"/>
                <a:ext cx="432875"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𝑡</m:t>
                          </m:r>
                        </m:e>
                        <m:sub>
                          <m:r>
                            <a:rPr lang="en-US" b="0" i="1" smtClean="0">
                              <a:latin typeface="Cambria Math" panose="02040503050406030204" pitchFamily="18" charset="0"/>
                            </a:rPr>
                            <m:t>2</m:t>
                          </m:r>
                        </m:sub>
                      </m:sSub>
                    </m:oMath>
                  </m:oMathPara>
                </a14:m>
                <a:endParaRPr lang="en-US" dirty="0"/>
              </a:p>
            </p:txBody>
          </p:sp>
        </mc:Choice>
        <mc:Fallback xmlns="">
          <p:sp>
            <p:nvSpPr>
              <p:cNvPr id="41" name="TextBox 40">
                <a:extLst>
                  <a:ext uri="{FF2B5EF4-FFF2-40B4-BE49-F238E27FC236}">
                    <a16:creationId xmlns:a16="http://schemas.microsoft.com/office/drawing/2014/main" id="{BD7063C9-20A3-43DD-BB75-028E9C408EA5}"/>
                  </a:ext>
                </a:extLst>
              </p:cNvPr>
              <p:cNvSpPr txBox="1">
                <a:spLocks noRot="1" noChangeAspect="1" noMove="1" noResize="1" noEditPoints="1" noAdjustHandles="1" noChangeArrowheads="1" noChangeShapeType="1" noTextEdit="1"/>
              </p:cNvSpPr>
              <p:nvPr/>
            </p:nvSpPr>
            <p:spPr>
              <a:xfrm>
                <a:off x="5794594" y="4940693"/>
                <a:ext cx="432875" cy="369332"/>
              </a:xfrm>
              <a:prstGeom prst="rect">
                <a:avLst/>
              </a:prstGeom>
              <a:blipFill>
                <a:blip r:embed="rId3"/>
                <a:stretch>
                  <a:fillRect/>
                </a:stretch>
              </a:blipFill>
            </p:spPr>
            <p:txBody>
              <a:bodyPr/>
              <a:lstStyle/>
              <a:p>
                <a:r>
                  <a:rPr lang="en-US">
                    <a:noFill/>
                  </a:rPr>
                  <a:t> </a:t>
                </a:r>
              </a:p>
            </p:txBody>
          </p:sp>
        </mc:Fallback>
      </mc:AlternateContent>
      <p:cxnSp>
        <p:nvCxnSpPr>
          <p:cNvPr id="42" name="Straight Connector 41">
            <a:extLst>
              <a:ext uri="{FF2B5EF4-FFF2-40B4-BE49-F238E27FC236}">
                <a16:creationId xmlns:a16="http://schemas.microsoft.com/office/drawing/2014/main" id="{C33A1813-4D64-4C7F-A741-E86A3F12B89E}"/>
              </a:ext>
            </a:extLst>
          </p:cNvPr>
          <p:cNvCxnSpPr>
            <a:cxnSpLocks/>
          </p:cNvCxnSpPr>
          <p:nvPr/>
        </p:nvCxnSpPr>
        <p:spPr>
          <a:xfrm>
            <a:off x="2362200" y="5114925"/>
            <a:ext cx="3218619"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456DADE4-1020-4B2F-BCB8-DF35E4960DBF}"/>
              </a:ext>
            </a:extLst>
          </p:cNvPr>
          <p:cNvCxnSpPr>
            <a:cxnSpLocks/>
            <a:endCxn id="40" idx="4"/>
          </p:cNvCxnSpPr>
          <p:nvPr/>
        </p:nvCxnSpPr>
        <p:spPr>
          <a:xfrm flipV="1">
            <a:off x="5695119" y="5242903"/>
            <a:ext cx="0" cy="1113447"/>
          </a:xfrm>
          <a:prstGeom prst="line">
            <a:avLst/>
          </a:prstGeom>
        </p:spPr>
        <p:style>
          <a:lnRef idx="1">
            <a:schemeClr val="accent1"/>
          </a:lnRef>
          <a:fillRef idx="0">
            <a:schemeClr val="accent1"/>
          </a:fillRef>
          <a:effectRef idx="0">
            <a:schemeClr val="accent1"/>
          </a:effectRef>
          <a:fontRef idx="minor">
            <a:schemeClr val="tx1"/>
          </a:fontRef>
        </p:style>
      </p:cxnSp>
      <p:sp>
        <p:nvSpPr>
          <p:cNvPr id="47" name="TextBox 46">
            <a:extLst>
              <a:ext uri="{FF2B5EF4-FFF2-40B4-BE49-F238E27FC236}">
                <a16:creationId xmlns:a16="http://schemas.microsoft.com/office/drawing/2014/main" id="{9F062A76-2762-4D67-A44D-437CBA4631F5}"/>
              </a:ext>
            </a:extLst>
          </p:cNvPr>
          <p:cNvSpPr txBox="1"/>
          <p:nvPr/>
        </p:nvSpPr>
        <p:spPr>
          <a:xfrm>
            <a:off x="3166546" y="4780630"/>
            <a:ext cx="362600" cy="369332"/>
          </a:xfrm>
          <a:prstGeom prst="rect">
            <a:avLst/>
          </a:prstGeom>
          <a:noFill/>
        </p:spPr>
        <p:txBody>
          <a:bodyPr wrap="none" rtlCol="0">
            <a:spAutoFit/>
          </a:bodyPr>
          <a:lstStyle/>
          <a:p>
            <a:r>
              <a:rPr lang="en-US" dirty="0">
                <a:solidFill>
                  <a:schemeClr val="accent1"/>
                </a:solidFill>
              </a:rPr>
              <a:t>x</a:t>
            </a:r>
            <a:r>
              <a:rPr lang="en-US" baseline="-25000" dirty="0">
                <a:solidFill>
                  <a:schemeClr val="accent1"/>
                </a:solidFill>
              </a:rPr>
              <a:t>2</a:t>
            </a:r>
          </a:p>
        </p:txBody>
      </p:sp>
      <p:sp>
        <p:nvSpPr>
          <p:cNvPr id="48" name="TextBox 47">
            <a:extLst>
              <a:ext uri="{FF2B5EF4-FFF2-40B4-BE49-F238E27FC236}">
                <a16:creationId xmlns:a16="http://schemas.microsoft.com/office/drawing/2014/main" id="{E5E877CB-2610-41B8-9C78-BC568086D574}"/>
              </a:ext>
            </a:extLst>
          </p:cNvPr>
          <p:cNvSpPr txBox="1"/>
          <p:nvPr/>
        </p:nvSpPr>
        <p:spPr>
          <a:xfrm>
            <a:off x="5671442" y="5498068"/>
            <a:ext cx="367408" cy="369332"/>
          </a:xfrm>
          <a:prstGeom prst="rect">
            <a:avLst/>
          </a:prstGeom>
          <a:noFill/>
        </p:spPr>
        <p:txBody>
          <a:bodyPr wrap="none" rtlCol="0">
            <a:spAutoFit/>
          </a:bodyPr>
          <a:lstStyle/>
          <a:p>
            <a:r>
              <a:rPr lang="en-US" dirty="0">
                <a:solidFill>
                  <a:schemeClr val="accent1"/>
                </a:solidFill>
              </a:rPr>
              <a:t>y</a:t>
            </a:r>
            <a:r>
              <a:rPr lang="en-US" baseline="-25000" dirty="0">
                <a:solidFill>
                  <a:schemeClr val="accent1"/>
                </a:solidFill>
              </a:rPr>
              <a:t>2</a:t>
            </a:r>
          </a:p>
        </p:txBody>
      </p:sp>
      <p:cxnSp>
        <p:nvCxnSpPr>
          <p:cNvPr id="50" name="Straight Arrow Connector 49">
            <a:extLst>
              <a:ext uri="{FF2B5EF4-FFF2-40B4-BE49-F238E27FC236}">
                <a16:creationId xmlns:a16="http://schemas.microsoft.com/office/drawing/2014/main" id="{557A3FB6-AAB0-4A95-8FAF-45711B4355DF}"/>
              </a:ext>
            </a:extLst>
          </p:cNvPr>
          <p:cNvCxnSpPr>
            <a:cxnSpLocks/>
          </p:cNvCxnSpPr>
          <p:nvPr/>
        </p:nvCxnSpPr>
        <p:spPr>
          <a:xfrm>
            <a:off x="4463624" y="4654667"/>
            <a:ext cx="1060045" cy="407261"/>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53" name="TextBox 52">
            <a:extLst>
              <a:ext uri="{FF2B5EF4-FFF2-40B4-BE49-F238E27FC236}">
                <a16:creationId xmlns:a16="http://schemas.microsoft.com/office/drawing/2014/main" id="{9B8E506E-F4D3-4A03-B881-E153D4E919B1}"/>
              </a:ext>
            </a:extLst>
          </p:cNvPr>
          <p:cNvSpPr txBox="1"/>
          <p:nvPr/>
        </p:nvSpPr>
        <p:spPr>
          <a:xfrm rot="1324008">
            <a:off x="4340947" y="4438965"/>
            <a:ext cx="1517851" cy="369332"/>
          </a:xfrm>
          <a:prstGeom prst="rect">
            <a:avLst/>
          </a:prstGeom>
          <a:noFill/>
        </p:spPr>
        <p:txBody>
          <a:bodyPr wrap="none" rtlCol="0">
            <a:spAutoFit/>
          </a:bodyPr>
          <a:lstStyle/>
          <a:p>
            <a:r>
              <a:rPr lang="en-US" dirty="0"/>
              <a:t>Displacement</a:t>
            </a:r>
          </a:p>
        </p:txBody>
      </p:sp>
    </p:spTree>
    <p:extLst>
      <p:ext uri="{BB962C8B-B14F-4D97-AF65-F5344CB8AC3E}">
        <p14:creationId xmlns:p14="http://schemas.microsoft.com/office/powerpoint/2010/main" val="23266253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27"/>
                                        </p:tgtEl>
                                        <p:attrNameLst>
                                          <p:attrName>style.visibility</p:attrName>
                                        </p:attrNameLst>
                                      </p:cBhvr>
                                      <p:to>
                                        <p:strVal val="visible"/>
                                      </p:to>
                                    </p:set>
                                    <p:animEffect transition="in" filter="fade">
                                      <p:cBhvr>
                                        <p:cTn id="11" dur="500"/>
                                        <p:tgtEl>
                                          <p:spTgt spid="27"/>
                                        </p:tgtEl>
                                      </p:cBhvr>
                                    </p:animEffect>
                                  </p:childTnLst>
                                </p:cTn>
                              </p:par>
                              <p:par>
                                <p:cTn id="12" presetID="10" presetClass="entr" presetSubtype="0" fill="hold" nodeType="withEffect">
                                  <p:stCondLst>
                                    <p:cond delay="0"/>
                                  </p:stCondLst>
                                  <p:childTnLst>
                                    <p:set>
                                      <p:cBhvr>
                                        <p:cTn id="13" dur="1" fill="hold">
                                          <p:stCondLst>
                                            <p:cond delay="0"/>
                                          </p:stCondLst>
                                        </p:cTn>
                                        <p:tgtEl>
                                          <p:spTgt spid="28"/>
                                        </p:tgtEl>
                                        <p:attrNameLst>
                                          <p:attrName>style.visibility</p:attrName>
                                        </p:attrNameLst>
                                      </p:cBhvr>
                                      <p:to>
                                        <p:strVal val="visible"/>
                                      </p:to>
                                    </p:set>
                                    <p:animEffect transition="in" filter="fade">
                                      <p:cBhvr>
                                        <p:cTn id="14" dur="500"/>
                                        <p:tgtEl>
                                          <p:spTgt spid="28"/>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31"/>
                                        </p:tgtEl>
                                        <p:attrNameLst>
                                          <p:attrName>style.visibility</p:attrName>
                                        </p:attrNameLst>
                                      </p:cBhvr>
                                      <p:to>
                                        <p:strVal val="visible"/>
                                      </p:to>
                                    </p:set>
                                    <p:animEffect transition="in" filter="fade">
                                      <p:cBhvr>
                                        <p:cTn id="17" dur="500"/>
                                        <p:tgtEl>
                                          <p:spTgt spid="31"/>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30"/>
                                        </p:tgtEl>
                                        <p:attrNameLst>
                                          <p:attrName>style.visibility</p:attrName>
                                        </p:attrNameLst>
                                      </p:cBhvr>
                                      <p:to>
                                        <p:strVal val="visible"/>
                                      </p:to>
                                    </p:set>
                                    <p:animEffect transition="in" filter="fade">
                                      <p:cBhvr>
                                        <p:cTn id="20" dur="500"/>
                                        <p:tgtEl>
                                          <p:spTgt spid="30"/>
                                        </p:tgtEl>
                                      </p:cBhvr>
                                    </p:animEffect>
                                  </p:childTnLst>
                                </p:cTn>
                              </p:par>
                              <p:par>
                                <p:cTn id="21" presetID="10" presetClass="entr" presetSubtype="0" fill="hold" nodeType="withEffect">
                                  <p:stCondLst>
                                    <p:cond delay="0"/>
                                  </p:stCondLst>
                                  <p:childTnLst>
                                    <p:set>
                                      <p:cBhvr>
                                        <p:cTn id="22" dur="1" fill="hold">
                                          <p:stCondLst>
                                            <p:cond delay="0"/>
                                          </p:stCondLst>
                                        </p:cTn>
                                        <p:tgtEl>
                                          <p:spTgt spid="34"/>
                                        </p:tgtEl>
                                        <p:attrNameLst>
                                          <p:attrName>style.visibility</p:attrName>
                                        </p:attrNameLst>
                                      </p:cBhvr>
                                      <p:to>
                                        <p:strVal val="visible"/>
                                      </p:to>
                                    </p:set>
                                    <p:animEffect transition="in" filter="fade">
                                      <p:cBhvr>
                                        <p:cTn id="23" dur="500"/>
                                        <p:tgtEl>
                                          <p:spTgt spid="34"/>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35"/>
                                        </p:tgtEl>
                                        <p:attrNameLst>
                                          <p:attrName>style.visibility</p:attrName>
                                        </p:attrNameLst>
                                      </p:cBhvr>
                                      <p:to>
                                        <p:strVal val="visible"/>
                                      </p:to>
                                    </p:set>
                                    <p:animEffect transition="in" filter="fade">
                                      <p:cBhvr>
                                        <p:cTn id="26" dur="500"/>
                                        <p:tgtEl>
                                          <p:spTgt spid="35"/>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29"/>
                                        </p:tgtEl>
                                        <p:attrNameLst>
                                          <p:attrName>style.visibility</p:attrName>
                                        </p:attrNameLst>
                                      </p:cBhvr>
                                      <p:to>
                                        <p:strVal val="visible"/>
                                      </p:to>
                                    </p:set>
                                    <p:animEffect transition="in" filter="fade">
                                      <p:cBhvr>
                                        <p:cTn id="29" dur="500"/>
                                        <p:tgtEl>
                                          <p:spTgt spid="29"/>
                                        </p:tgtEl>
                                      </p:cBhvr>
                                    </p:animEffect>
                                  </p:childTnLst>
                                </p:cTn>
                              </p:par>
                              <p:par>
                                <p:cTn id="30" presetID="10" presetClass="entr" presetSubtype="0" fill="hold" nodeType="withEffect">
                                  <p:stCondLst>
                                    <p:cond delay="0"/>
                                  </p:stCondLst>
                                  <p:childTnLst>
                                    <p:set>
                                      <p:cBhvr>
                                        <p:cTn id="31" dur="1" fill="hold">
                                          <p:stCondLst>
                                            <p:cond delay="0"/>
                                          </p:stCondLst>
                                        </p:cTn>
                                        <p:tgtEl>
                                          <p:spTgt spid="33"/>
                                        </p:tgtEl>
                                        <p:attrNameLst>
                                          <p:attrName>style.visibility</p:attrName>
                                        </p:attrNameLst>
                                      </p:cBhvr>
                                      <p:to>
                                        <p:strVal val="visible"/>
                                      </p:to>
                                    </p:set>
                                    <p:animEffect transition="in" filter="fade">
                                      <p:cBhvr>
                                        <p:cTn id="32" dur="500"/>
                                        <p:tgtEl>
                                          <p:spTgt spid="33"/>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2"/>
                                        </p:tgtEl>
                                        <p:attrNameLst>
                                          <p:attrName>style.visibility</p:attrName>
                                        </p:attrNameLst>
                                      </p:cBhvr>
                                      <p:to>
                                        <p:strVal val="visible"/>
                                      </p:to>
                                    </p:set>
                                    <p:animEffect transition="in" filter="fade">
                                      <p:cBhvr>
                                        <p:cTn id="35" dur="500"/>
                                        <p:tgtEl>
                                          <p:spTgt spid="32"/>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39"/>
                                        </p:tgtEl>
                                        <p:attrNameLst>
                                          <p:attrName>style.visibility</p:attrName>
                                        </p:attrNameLst>
                                      </p:cBhvr>
                                      <p:to>
                                        <p:strVal val="visible"/>
                                      </p:to>
                                    </p:set>
                                    <p:animEffect transition="in" filter="fade">
                                      <p:cBhvr>
                                        <p:cTn id="38" dur="500"/>
                                        <p:tgtEl>
                                          <p:spTgt spid="39"/>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42"/>
                                        </p:tgtEl>
                                        <p:attrNameLst>
                                          <p:attrName>style.visibility</p:attrName>
                                        </p:attrNameLst>
                                      </p:cBhvr>
                                      <p:to>
                                        <p:strVal val="visible"/>
                                      </p:to>
                                    </p:set>
                                    <p:animEffect transition="in" filter="fade">
                                      <p:cBhvr>
                                        <p:cTn id="43" dur="500"/>
                                        <p:tgtEl>
                                          <p:spTgt spid="42"/>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47"/>
                                        </p:tgtEl>
                                        <p:attrNameLst>
                                          <p:attrName>style.visibility</p:attrName>
                                        </p:attrNameLst>
                                      </p:cBhvr>
                                      <p:to>
                                        <p:strVal val="visible"/>
                                      </p:to>
                                    </p:set>
                                    <p:animEffect transition="in" filter="fade">
                                      <p:cBhvr>
                                        <p:cTn id="46" dur="500"/>
                                        <p:tgtEl>
                                          <p:spTgt spid="47"/>
                                        </p:tgtEl>
                                      </p:cBhvr>
                                    </p:animEffect>
                                  </p:childTnLst>
                                </p:cTn>
                              </p:par>
                              <p:par>
                                <p:cTn id="47" presetID="10" presetClass="entr" presetSubtype="0" fill="hold" nodeType="withEffect">
                                  <p:stCondLst>
                                    <p:cond delay="0"/>
                                  </p:stCondLst>
                                  <p:childTnLst>
                                    <p:set>
                                      <p:cBhvr>
                                        <p:cTn id="48" dur="1" fill="hold">
                                          <p:stCondLst>
                                            <p:cond delay="0"/>
                                          </p:stCondLst>
                                        </p:cTn>
                                        <p:tgtEl>
                                          <p:spTgt spid="44"/>
                                        </p:tgtEl>
                                        <p:attrNameLst>
                                          <p:attrName>style.visibility</p:attrName>
                                        </p:attrNameLst>
                                      </p:cBhvr>
                                      <p:to>
                                        <p:strVal val="visible"/>
                                      </p:to>
                                    </p:set>
                                    <p:animEffect transition="in" filter="fade">
                                      <p:cBhvr>
                                        <p:cTn id="49" dur="500"/>
                                        <p:tgtEl>
                                          <p:spTgt spid="44"/>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48"/>
                                        </p:tgtEl>
                                        <p:attrNameLst>
                                          <p:attrName>style.visibility</p:attrName>
                                        </p:attrNameLst>
                                      </p:cBhvr>
                                      <p:to>
                                        <p:strVal val="visible"/>
                                      </p:to>
                                    </p:set>
                                    <p:animEffect transition="in" filter="fade">
                                      <p:cBhvr>
                                        <p:cTn id="52" dur="500"/>
                                        <p:tgtEl>
                                          <p:spTgt spid="48"/>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40"/>
                                        </p:tgtEl>
                                        <p:attrNameLst>
                                          <p:attrName>style.visibility</p:attrName>
                                        </p:attrNameLst>
                                      </p:cBhvr>
                                      <p:to>
                                        <p:strVal val="visible"/>
                                      </p:to>
                                    </p:set>
                                    <p:animEffect transition="in" filter="fade">
                                      <p:cBhvr>
                                        <p:cTn id="55" dur="500"/>
                                        <p:tgtEl>
                                          <p:spTgt spid="40"/>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41"/>
                                        </p:tgtEl>
                                        <p:attrNameLst>
                                          <p:attrName>style.visibility</p:attrName>
                                        </p:attrNameLst>
                                      </p:cBhvr>
                                      <p:to>
                                        <p:strVal val="visible"/>
                                      </p:to>
                                    </p:set>
                                    <p:animEffect transition="in" filter="fade">
                                      <p:cBhvr>
                                        <p:cTn id="58" dur="500"/>
                                        <p:tgtEl>
                                          <p:spTgt spid="41"/>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nodeType="clickEffect">
                                  <p:stCondLst>
                                    <p:cond delay="0"/>
                                  </p:stCondLst>
                                  <p:childTnLst>
                                    <p:set>
                                      <p:cBhvr>
                                        <p:cTn id="62" dur="1" fill="hold">
                                          <p:stCondLst>
                                            <p:cond delay="0"/>
                                          </p:stCondLst>
                                        </p:cTn>
                                        <p:tgtEl>
                                          <p:spTgt spid="50"/>
                                        </p:tgtEl>
                                        <p:attrNameLst>
                                          <p:attrName>style.visibility</p:attrName>
                                        </p:attrNameLst>
                                      </p:cBhvr>
                                      <p:to>
                                        <p:strVal val="visible"/>
                                      </p:to>
                                    </p:set>
                                    <p:animEffect transition="in" filter="fade">
                                      <p:cBhvr>
                                        <p:cTn id="63" dur="500"/>
                                        <p:tgtEl>
                                          <p:spTgt spid="50"/>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53"/>
                                        </p:tgtEl>
                                        <p:attrNameLst>
                                          <p:attrName>style.visibility</p:attrName>
                                        </p:attrNameLst>
                                      </p:cBhvr>
                                      <p:to>
                                        <p:strVal val="visible"/>
                                      </p:to>
                                    </p:set>
                                    <p:animEffect transition="in" filter="fade">
                                      <p:cBhvr>
                                        <p:cTn id="66" dur="500"/>
                                        <p:tgtEl>
                                          <p:spTgt spid="53"/>
                                        </p:tgtEl>
                                      </p:cBhvr>
                                    </p:animEffec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29" grpId="0" animBg="1"/>
      <p:bldP spid="30" grpId="0"/>
      <p:bldP spid="31" grpId="0"/>
      <p:bldP spid="32" grpId="0"/>
      <p:bldP spid="35" grpId="0"/>
      <p:bldP spid="39" grpId="0"/>
      <p:bldP spid="40" grpId="0" animBg="1"/>
      <p:bldP spid="41" grpId="0"/>
      <p:bldP spid="47" grpId="0"/>
      <p:bldP spid="48" grpId="0"/>
      <p:bldP spid="5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C86C8A-946B-4C5C-BE2D-4643A37A1747}"/>
              </a:ext>
            </a:extLst>
          </p:cNvPr>
          <p:cNvSpPr>
            <a:spLocks noGrp="1"/>
          </p:cNvSpPr>
          <p:nvPr>
            <p:ph type="title"/>
          </p:nvPr>
        </p:nvSpPr>
        <p:spPr/>
        <p:txBody>
          <a:bodyPr/>
          <a:lstStyle/>
          <a:p>
            <a:r>
              <a:rPr lang="en-US" dirty="0"/>
              <a:t>Displacement</a:t>
            </a:r>
          </a:p>
        </p:txBody>
      </p:sp>
      <p:sp>
        <p:nvSpPr>
          <p:cNvPr id="3" name="Content Placeholder 2">
            <a:extLst>
              <a:ext uri="{FF2B5EF4-FFF2-40B4-BE49-F238E27FC236}">
                <a16:creationId xmlns:a16="http://schemas.microsoft.com/office/drawing/2014/main" id="{70A06F9F-60C7-46E8-B5A3-D3D54F726F03}"/>
              </a:ext>
            </a:extLst>
          </p:cNvPr>
          <p:cNvSpPr>
            <a:spLocks noGrp="1"/>
          </p:cNvSpPr>
          <p:nvPr>
            <p:ph idx="1"/>
          </p:nvPr>
        </p:nvSpPr>
        <p:spPr>
          <a:xfrm>
            <a:off x="457200" y="1600201"/>
            <a:ext cx="8229600" cy="2895600"/>
          </a:xfrm>
        </p:spPr>
        <p:txBody>
          <a:bodyPr>
            <a:normAutofit/>
          </a:bodyPr>
          <a:lstStyle/>
          <a:p>
            <a:r>
              <a:rPr lang="en-US" dirty="0"/>
              <a:t>Another important aspect of displacement is the issue of </a:t>
            </a:r>
            <a:r>
              <a:rPr lang="en-US" b="1" dirty="0"/>
              <a:t>path independence</a:t>
            </a:r>
            <a:r>
              <a:rPr lang="en-US" dirty="0"/>
              <a:t>, meaning that the displacement is always the direct route from location one to location two, regardless of the path taken</a:t>
            </a:r>
          </a:p>
        </p:txBody>
      </p:sp>
      <p:sp>
        <p:nvSpPr>
          <p:cNvPr id="4" name="Slide Number Placeholder 3">
            <a:extLst>
              <a:ext uri="{FF2B5EF4-FFF2-40B4-BE49-F238E27FC236}">
                <a16:creationId xmlns:a16="http://schemas.microsoft.com/office/drawing/2014/main" id="{DE400757-7DAF-4E53-BEE8-C4E2E8E8532F}"/>
              </a:ext>
            </a:extLst>
          </p:cNvPr>
          <p:cNvSpPr>
            <a:spLocks noGrp="1"/>
          </p:cNvSpPr>
          <p:nvPr>
            <p:ph type="sldNum" sz="quarter" idx="12"/>
          </p:nvPr>
        </p:nvSpPr>
        <p:spPr/>
        <p:txBody>
          <a:bodyPr/>
          <a:lstStyle/>
          <a:p>
            <a:fld id="{929262FE-7F58-4A1E-8AF3-5A510A86DEBD}" type="slidenum">
              <a:rPr lang="en-US" smtClean="0"/>
              <a:t>7</a:t>
            </a:fld>
            <a:endParaRPr lang="en-US"/>
          </a:p>
        </p:txBody>
      </p:sp>
      <p:grpSp>
        <p:nvGrpSpPr>
          <p:cNvPr id="11" name="Group 10">
            <a:extLst>
              <a:ext uri="{FF2B5EF4-FFF2-40B4-BE49-F238E27FC236}">
                <a16:creationId xmlns:a16="http://schemas.microsoft.com/office/drawing/2014/main" id="{17427DD5-85DC-4764-9A4A-634052FCF865}"/>
              </a:ext>
            </a:extLst>
          </p:cNvPr>
          <p:cNvGrpSpPr/>
          <p:nvPr/>
        </p:nvGrpSpPr>
        <p:grpSpPr>
          <a:xfrm>
            <a:off x="1195923" y="4774168"/>
            <a:ext cx="2359015" cy="1245632"/>
            <a:chOff x="1195923" y="4774168"/>
            <a:chExt cx="2359015" cy="1245632"/>
          </a:xfrm>
        </p:grpSpPr>
        <p:sp>
          <p:nvSpPr>
            <p:cNvPr id="5" name="Oval 4">
              <a:extLst>
                <a:ext uri="{FF2B5EF4-FFF2-40B4-BE49-F238E27FC236}">
                  <a16:creationId xmlns:a16="http://schemas.microsoft.com/office/drawing/2014/main" id="{68945E81-FBAB-4C88-AD2A-7E7DB3844FB1}"/>
                </a:ext>
              </a:extLst>
            </p:cNvPr>
            <p:cNvSpPr/>
            <p:nvPr/>
          </p:nvSpPr>
          <p:spPr>
            <a:xfrm>
              <a:off x="1295400" y="5257799"/>
              <a:ext cx="228600" cy="228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56899568-EB19-4883-805B-9F3C29A5EFA5}"/>
                </a:ext>
              </a:extLst>
            </p:cNvPr>
            <p:cNvSpPr/>
            <p:nvPr/>
          </p:nvSpPr>
          <p:spPr>
            <a:xfrm>
              <a:off x="3200400" y="5791200"/>
              <a:ext cx="228600" cy="228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Arrow Connector 9">
              <a:extLst>
                <a:ext uri="{FF2B5EF4-FFF2-40B4-BE49-F238E27FC236}">
                  <a16:creationId xmlns:a16="http://schemas.microsoft.com/office/drawing/2014/main" id="{5EA7F1F4-9A75-4C0A-A88C-1F25AAE61C18}"/>
                </a:ext>
              </a:extLst>
            </p:cNvPr>
            <p:cNvCxnSpPr>
              <a:cxnSpLocks/>
            </p:cNvCxnSpPr>
            <p:nvPr/>
          </p:nvCxnSpPr>
          <p:spPr>
            <a:xfrm>
              <a:off x="1571625" y="5410199"/>
              <a:ext cx="1552575" cy="45720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A1E3627B-0001-45E1-B780-DB6B05923A30}"/>
                    </a:ext>
                  </a:extLst>
                </p:cNvPr>
                <p:cNvSpPr txBox="1"/>
                <p:nvPr/>
              </p:nvSpPr>
              <p:spPr>
                <a:xfrm>
                  <a:off x="1195923" y="4774168"/>
                  <a:ext cx="427553"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𝑡</m:t>
                            </m:r>
                          </m:e>
                          <m:sub>
                            <m:r>
                              <a:rPr lang="en-US" b="0" i="1" smtClean="0">
                                <a:latin typeface="Cambria Math" panose="02040503050406030204" pitchFamily="18" charset="0"/>
                              </a:rPr>
                              <m:t>1</m:t>
                            </m:r>
                          </m:sub>
                        </m:sSub>
                      </m:oMath>
                    </m:oMathPara>
                  </a14:m>
                  <a:endParaRPr lang="en-US" dirty="0"/>
                </a:p>
              </p:txBody>
            </p:sp>
          </mc:Choice>
          <mc:Fallback xmlns="">
            <p:sp>
              <p:nvSpPr>
                <p:cNvPr id="20" name="TextBox 19">
                  <a:extLst>
                    <a:ext uri="{FF2B5EF4-FFF2-40B4-BE49-F238E27FC236}">
                      <a16:creationId xmlns:a16="http://schemas.microsoft.com/office/drawing/2014/main" id="{A1E3627B-0001-45E1-B780-DB6B05923A30}"/>
                    </a:ext>
                  </a:extLst>
                </p:cNvPr>
                <p:cNvSpPr txBox="1">
                  <a:spLocks noRot="1" noChangeAspect="1" noMove="1" noResize="1" noEditPoints="1" noAdjustHandles="1" noChangeArrowheads="1" noChangeShapeType="1" noTextEdit="1"/>
                </p:cNvSpPr>
                <p:nvPr/>
              </p:nvSpPr>
              <p:spPr>
                <a:xfrm>
                  <a:off x="1195923" y="4774168"/>
                  <a:ext cx="427553" cy="369332"/>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4A144ED7-AEEB-4402-9286-42D051360162}"/>
                    </a:ext>
                  </a:extLst>
                </p:cNvPr>
                <p:cNvSpPr txBox="1"/>
                <p:nvPr/>
              </p:nvSpPr>
              <p:spPr>
                <a:xfrm>
                  <a:off x="3122063" y="5372099"/>
                  <a:ext cx="432875"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𝑡</m:t>
                            </m:r>
                          </m:e>
                          <m:sub>
                            <m:r>
                              <a:rPr lang="en-US" b="0" i="1" smtClean="0">
                                <a:latin typeface="Cambria Math" panose="02040503050406030204" pitchFamily="18" charset="0"/>
                              </a:rPr>
                              <m:t>2</m:t>
                            </m:r>
                          </m:sub>
                        </m:sSub>
                      </m:oMath>
                    </m:oMathPara>
                  </a14:m>
                  <a:endParaRPr lang="en-US" dirty="0"/>
                </a:p>
              </p:txBody>
            </p:sp>
          </mc:Choice>
          <mc:Fallback xmlns="">
            <p:sp>
              <p:nvSpPr>
                <p:cNvPr id="21" name="TextBox 20">
                  <a:extLst>
                    <a:ext uri="{FF2B5EF4-FFF2-40B4-BE49-F238E27FC236}">
                      <a16:creationId xmlns:a16="http://schemas.microsoft.com/office/drawing/2014/main" id="{4A144ED7-AEEB-4402-9286-42D051360162}"/>
                    </a:ext>
                  </a:extLst>
                </p:cNvPr>
                <p:cNvSpPr txBox="1">
                  <a:spLocks noRot="1" noChangeAspect="1" noMove="1" noResize="1" noEditPoints="1" noAdjustHandles="1" noChangeArrowheads="1" noChangeShapeType="1" noTextEdit="1"/>
                </p:cNvSpPr>
                <p:nvPr/>
              </p:nvSpPr>
              <p:spPr>
                <a:xfrm>
                  <a:off x="3122063" y="5372099"/>
                  <a:ext cx="432875" cy="369332"/>
                </a:xfrm>
                <a:prstGeom prst="rect">
                  <a:avLst/>
                </a:prstGeom>
                <a:blipFill>
                  <a:blip r:embed="rId3"/>
                  <a:stretch>
                    <a:fillRect/>
                  </a:stretch>
                </a:blipFill>
              </p:spPr>
              <p:txBody>
                <a:bodyPr/>
                <a:lstStyle/>
                <a:p>
                  <a:r>
                    <a:rPr lang="en-US">
                      <a:noFill/>
                    </a:rPr>
                    <a:t> </a:t>
                  </a:r>
                </a:p>
              </p:txBody>
            </p:sp>
          </mc:Fallback>
        </mc:AlternateContent>
      </p:grpSp>
      <p:grpSp>
        <p:nvGrpSpPr>
          <p:cNvPr id="9" name="Group 8">
            <a:extLst>
              <a:ext uri="{FF2B5EF4-FFF2-40B4-BE49-F238E27FC236}">
                <a16:creationId xmlns:a16="http://schemas.microsoft.com/office/drawing/2014/main" id="{6B4CD734-FB83-4C98-AF63-0D79608F6997}"/>
              </a:ext>
            </a:extLst>
          </p:cNvPr>
          <p:cNvGrpSpPr/>
          <p:nvPr/>
        </p:nvGrpSpPr>
        <p:grpSpPr>
          <a:xfrm>
            <a:off x="5017585" y="4680031"/>
            <a:ext cx="2359015" cy="1402586"/>
            <a:chOff x="5017585" y="4680031"/>
            <a:chExt cx="2359015" cy="1402586"/>
          </a:xfrm>
        </p:grpSpPr>
        <p:sp>
          <p:nvSpPr>
            <p:cNvPr id="7" name="Oval 6">
              <a:extLst>
                <a:ext uri="{FF2B5EF4-FFF2-40B4-BE49-F238E27FC236}">
                  <a16:creationId xmlns:a16="http://schemas.microsoft.com/office/drawing/2014/main" id="{676A5706-F6C7-49FC-80C3-6A87118A9E84}"/>
                </a:ext>
              </a:extLst>
            </p:cNvPr>
            <p:cNvSpPr/>
            <p:nvPr/>
          </p:nvSpPr>
          <p:spPr>
            <a:xfrm>
              <a:off x="5105400" y="5143499"/>
              <a:ext cx="228600" cy="228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BC58DBD9-BEF3-4555-8BBF-94E744862663}"/>
                </a:ext>
              </a:extLst>
            </p:cNvPr>
            <p:cNvSpPr/>
            <p:nvPr/>
          </p:nvSpPr>
          <p:spPr>
            <a:xfrm>
              <a:off x="7010400" y="5676900"/>
              <a:ext cx="228600" cy="228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id="{1976F60D-1605-41D1-B20B-F042E3150121}"/>
                </a:ext>
              </a:extLst>
            </p:cNvPr>
            <p:cNvSpPr/>
            <p:nvPr/>
          </p:nvSpPr>
          <p:spPr>
            <a:xfrm>
              <a:off x="5410200" y="5257798"/>
              <a:ext cx="1533525" cy="824819"/>
            </a:xfrm>
            <a:custGeom>
              <a:avLst/>
              <a:gdLst>
                <a:gd name="connsiteX0" fmla="*/ 0 w 1533525"/>
                <a:gd name="connsiteY0" fmla="*/ 0 h 1001936"/>
                <a:gd name="connsiteX1" fmla="*/ 428625 w 1533525"/>
                <a:gd name="connsiteY1" fmla="*/ 180975 h 1001936"/>
                <a:gd name="connsiteX2" fmla="*/ 323850 w 1533525"/>
                <a:gd name="connsiteY2" fmla="*/ 990600 h 1001936"/>
                <a:gd name="connsiteX3" fmla="*/ 1533525 w 1533525"/>
                <a:gd name="connsiteY3" fmla="*/ 676275 h 1001936"/>
              </a:gdLst>
              <a:ahLst/>
              <a:cxnLst>
                <a:cxn ang="0">
                  <a:pos x="connsiteX0" y="connsiteY0"/>
                </a:cxn>
                <a:cxn ang="0">
                  <a:pos x="connsiteX1" y="connsiteY1"/>
                </a:cxn>
                <a:cxn ang="0">
                  <a:pos x="connsiteX2" y="connsiteY2"/>
                </a:cxn>
                <a:cxn ang="0">
                  <a:pos x="connsiteX3" y="connsiteY3"/>
                </a:cxn>
              </a:cxnLst>
              <a:rect l="l" t="t" r="r" b="b"/>
              <a:pathLst>
                <a:path w="1533525" h="1001936">
                  <a:moveTo>
                    <a:pt x="0" y="0"/>
                  </a:moveTo>
                  <a:cubicBezTo>
                    <a:pt x="187325" y="7937"/>
                    <a:pt x="374650" y="15875"/>
                    <a:pt x="428625" y="180975"/>
                  </a:cubicBezTo>
                  <a:cubicBezTo>
                    <a:pt x="482600" y="346075"/>
                    <a:pt x="139700" y="908050"/>
                    <a:pt x="323850" y="990600"/>
                  </a:cubicBezTo>
                  <a:cubicBezTo>
                    <a:pt x="508000" y="1073150"/>
                    <a:pt x="1317625" y="677862"/>
                    <a:pt x="1533525" y="676275"/>
                  </a:cubicBezTo>
                </a:path>
              </a:pathLst>
            </a:custGeom>
            <a:noFill/>
            <a:ln w="12700">
              <a:solidFill>
                <a:schemeClr val="accent1"/>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8D8EFD02-1A66-47A4-A487-C9AECA877AAF}"/>
                    </a:ext>
                  </a:extLst>
                </p:cNvPr>
                <p:cNvSpPr txBox="1"/>
                <p:nvPr/>
              </p:nvSpPr>
              <p:spPr>
                <a:xfrm>
                  <a:off x="5017585" y="4680031"/>
                  <a:ext cx="427553"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𝑡</m:t>
                            </m:r>
                          </m:e>
                          <m:sub>
                            <m:r>
                              <a:rPr lang="en-US" b="0" i="1" smtClean="0">
                                <a:latin typeface="Cambria Math" panose="02040503050406030204" pitchFamily="18" charset="0"/>
                              </a:rPr>
                              <m:t>1</m:t>
                            </m:r>
                          </m:sub>
                        </m:sSub>
                      </m:oMath>
                    </m:oMathPara>
                  </a14:m>
                  <a:endParaRPr lang="en-US" dirty="0"/>
                </a:p>
              </p:txBody>
            </p:sp>
          </mc:Choice>
          <mc:Fallback xmlns="">
            <p:sp>
              <p:nvSpPr>
                <p:cNvPr id="22" name="TextBox 21">
                  <a:extLst>
                    <a:ext uri="{FF2B5EF4-FFF2-40B4-BE49-F238E27FC236}">
                      <a16:creationId xmlns:a16="http://schemas.microsoft.com/office/drawing/2014/main" id="{8D8EFD02-1A66-47A4-A487-C9AECA877AAF}"/>
                    </a:ext>
                  </a:extLst>
                </p:cNvPr>
                <p:cNvSpPr txBox="1">
                  <a:spLocks noRot="1" noChangeAspect="1" noMove="1" noResize="1" noEditPoints="1" noAdjustHandles="1" noChangeArrowheads="1" noChangeShapeType="1" noTextEdit="1"/>
                </p:cNvSpPr>
                <p:nvPr/>
              </p:nvSpPr>
              <p:spPr>
                <a:xfrm>
                  <a:off x="5017585" y="4680031"/>
                  <a:ext cx="427553" cy="369332"/>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004FE48F-7F7E-4429-9746-D31489FBA0EC}"/>
                    </a:ext>
                  </a:extLst>
                </p:cNvPr>
                <p:cNvSpPr txBox="1"/>
                <p:nvPr/>
              </p:nvSpPr>
              <p:spPr>
                <a:xfrm>
                  <a:off x="6943725" y="5277962"/>
                  <a:ext cx="432875"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𝑡</m:t>
                            </m:r>
                          </m:e>
                          <m:sub>
                            <m:r>
                              <a:rPr lang="en-US" b="0" i="1" smtClean="0">
                                <a:latin typeface="Cambria Math" panose="02040503050406030204" pitchFamily="18" charset="0"/>
                              </a:rPr>
                              <m:t>2</m:t>
                            </m:r>
                          </m:sub>
                        </m:sSub>
                      </m:oMath>
                    </m:oMathPara>
                  </a14:m>
                  <a:endParaRPr lang="en-US" dirty="0"/>
                </a:p>
              </p:txBody>
            </p:sp>
          </mc:Choice>
          <mc:Fallback xmlns="">
            <p:sp>
              <p:nvSpPr>
                <p:cNvPr id="23" name="TextBox 22">
                  <a:extLst>
                    <a:ext uri="{FF2B5EF4-FFF2-40B4-BE49-F238E27FC236}">
                      <a16:creationId xmlns:a16="http://schemas.microsoft.com/office/drawing/2014/main" id="{004FE48F-7F7E-4429-9746-D31489FBA0EC}"/>
                    </a:ext>
                  </a:extLst>
                </p:cNvPr>
                <p:cNvSpPr txBox="1">
                  <a:spLocks noRot="1" noChangeAspect="1" noMove="1" noResize="1" noEditPoints="1" noAdjustHandles="1" noChangeArrowheads="1" noChangeShapeType="1" noTextEdit="1"/>
                </p:cNvSpPr>
                <p:nvPr/>
              </p:nvSpPr>
              <p:spPr>
                <a:xfrm>
                  <a:off x="6943725" y="5277962"/>
                  <a:ext cx="432875" cy="369332"/>
                </a:xfrm>
                <a:prstGeom prst="rect">
                  <a:avLst/>
                </a:prstGeom>
                <a:blipFill>
                  <a:blip r:embed="rId5"/>
                  <a:stretch>
                    <a:fillRect/>
                  </a:stretch>
                </a:blipFill>
              </p:spPr>
              <p:txBody>
                <a:bodyPr/>
                <a:lstStyle/>
                <a:p>
                  <a:r>
                    <a:rPr lang="en-US">
                      <a:noFill/>
                    </a:rPr>
                    <a:t> </a:t>
                  </a:r>
                </a:p>
              </p:txBody>
            </p:sp>
          </mc:Fallback>
        </mc:AlternateContent>
      </p:grpSp>
      <p:sp>
        <p:nvSpPr>
          <p:cNvPr id="24" name="Multiplication Sign 23">
            <a:extLst>
              <a:ext uri="{FF2B5EF4-FFF2-40B4-BE49-F238E27FC236}">
                <a16:creationId xmlns:a16="http://schemas.microsoft.com/office/drawing/2014/main" id="{C9E7C188-C195-4476-8C36-A31AB9739DEA}"/>
              </a:ext>
            </a:extLst>
          </p:cNvPr>
          <p:cNvSpPr/>
          <p:nvPr/>
        </p:nvSpPr>
        <p:spPr>
          <a:xfrm>
            <a:off x="4674638" y="4328306"/>
            <a:ext cx="2970469" cy="2637976"/>
          </a:xfrm>
          <a:prstGeom prst="mathMultiply">
            <a:avLst>
              <a:gd name="adj1" fmla="val 3686"/>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92225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fade">
                                      <p:cBhvr>
                                        <p:cTn id="11" dur="500"/>
                                        <p:tgtEl>
                                          <p:spTgt spid="11"/>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500"/>
                                        <p:tgtEl>
                                          <p:spTgt spid="9"/>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24"/>
                                        </p:tgtEl>
                                        <p:attrNameLst>
                                          <p:attrName>style.visibility</p:attrName>
                                        </p:attrNameLst>
                                      </p:cBhvr>
                                      <p:to>
                                        <p:strVal val="visible"/>
                                      </p:to>
                                    </p:set>
                                    <p:animEffect transition="in" filter="fade">
                                      <p:cBhvr>
                                        <p:cTn id="21"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24"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00E14D-2B2D-4D19-8F4A-854B27B7F6D0}"/>
              </a:ext>
            </a:extLst>
          </p:cNvPr>
          <p:cNvSpPr>
            <a:spLocks noGrp="1"/>
          </p:cNvSpPr>
          <p:nvPr>
            <p:ph type="title"/>
          </p:nvPr>
        </p:nvSpPr>
        <p:spPr/>
        <p:txBody>
          <a:bodyPr/>
          <a:lstStyle/>
          <a:p>
            <a:r>
              <a:rPr lang="en-US" dirty="0"/>
              <a:t>Velocity</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567FB17-D7B2-4F5F-A41A-E2C6F57584FF}"/>
                  </a:ext>
                </a:extLst>
              </p:cNvPr>
              <p:cNvSpPr>
                <a:spLocks noGrp="1"/>
              </p:cNvSpPr>
              <p:nvPr>
                <p:ph idx="1"/>
              </p:nvPr>
            </p:nvSpPr>
            <p:spPr/>
            <p:txBody>
              <a:bodyPr>
                <a:normAutofit fontScale="92500" lnSpcReduction="20000"/>
              </a:bodyPr>
              <a:lstStyle/>
              <a:p>
                <a:r>
                  <a:rPr lang="en-US" dirty="0"/>
                  <a:t>Next is </a:t>
                </a:r>
                <a:r>
                  <a:rPr lang="en-US" b="1" dirty="0"/>
                  <a:t>velocity</a:t>
                </a:r>
                <a:r>
                  <a:rPr lang="en-US" dirty="0"/>
                  <a:t>, which is the change in position over the change in time, or more accurately the rate of change of position over the rate of change in time at any given instant.</a:t>
                </a:r>
              </a:p>
              <a:p>
                <a:pPr marL="0" indent="0">
                  <a:buNone/>
                </a:pPr>
                <a14:m>
                  <m:oMathPara xmlns:m="http://schemas.openxmlformats.org/officeDocument/2006/math">
                    <m:oMathParaPr>
                      <m:jc m:val="centerGroup"/>
                    </m:oMathParaPr>
                    <m:oMath xmlns:m="http://schemas.openxmlformats.org/officeDocument/2006/math">
                      <m:acc>
                        <m:accPr>
                          <m:chr m:val="⃗"/>
                          <m:ctrlPr>
                            <a:rPr lang="en-US" i="1" smtClean="0">
                              <a:latin typeface="Cambria Math" panose="02040503050406030204" pitchFamily="18" charset="0"/>
                            </a:rPr>
                          </m:ctrlPr>
                        </m:accPr>
                        <m:e>
                          <m:r>
                            <a:rPr lang="en-US" b="0" i="1" smtClean="0">
                              <a:latin typeface="Cambria Math" panose="02040503050406030204" pitchFamily="18" charset="0"/>
                            </a:rPr>
                            <m:t>𝑣</m:t>
                          </m:r>
                        </m:e>
                      </m:acc>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𝑑</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𝑟</m:t>
                              </m:r>
                            </m:e>
                          </m:acc>
                        </m:num>
                        <m:den>
                          <m:r>
                            <a:rPr lang="en-US" b="0" i="1" smtClean="0">
                              <a:latin typeface="Cambria Math" panose="02040503050406030204" pitchFamily="18" charset="0"/>
                            </a:rPr>
                            <m:t>𝑑𝑡</m:t>
                          </m:r>
                        </m:den>
                      </m:f>
                    </m:oMath>
                  </m:oMathPara>
                </a14:m>
                <a:endParaRPr lang="en-US" dirty="0"/>
              </a:p>
              <a:p>
                <a:r>
                  <a:rPr lang="en-US" dirty="0"/>
                  <a:t>Over any finite period of time, the average velocity will be the change in position (or displacement), over the change in time.</a:t>
                </a:r>
              </a:p>
              <a:p>
                <a:pPr marL="0" indent="0" algn="ctr">
                  <a:buNone/>
                </a:pPr>
                <a:r>
                  <a:rPr lang="en-US" dirty="0"/>
                  <a:t> </a:t>
                </a:r>
                <a14:m>
                  <m:oMath xmlns:m="http://schemas.openxmlformats.org/officeDocument/2006/math">
                    <m:sSub>
                      <m:sSubPr>
                        <m:ctrlPr>
                          <a:rPr lang="en-US" i="1" smtClean="0">
                            <a:latin typeface="Cambria Math" panose="02040503050406030204" pitchFamily="18" charset="0"/>
                          </a:rPr>
                        </m:ctrlPr>
                      </m:sSubPr>
                      <m:e>
                        <m:acc>
                          <m:accPr>
                            <m:chr m:val="⃗"/>
                            <m:ctrlPr>
                              <a:rPr lang="en-US" i="1" smtClean="0">
                                <a:latin typeface="Cambria Math" panose="02040503050406030204" pitchFamily="18" charset="0"/>
                              </a:rPr>
                            </m:ctrlPr>
                          </m:accPr>
                          <m:e>
                            <m:r>
                              <a:rPr lang="en-US" b="0" i="1" smtClean="0">
                                <a:latin typeface="Cambria Math" panose="02040503050406030204" pitchFamily="18" charset="0"/>
                              </a:rPr>
                              <m:t>𝑣</m:t>
                            </m:r>
                          </m:e>
                        </m:acc>
                      </m:e>
                      <m:sub>
                        <m:r>
                          <a:rPr lang="en-US" b="0" i="1" smtClean="0">
                            <a:latin typeface="Cambria Math" panose="02040503050406030204" pitchFamily="18" charset="0"/>
                          </a:rPr>
                          <m:t>𝑎𝑣𝑒</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m:t>
                        </m:r>
                        <m:acc>
                          <m:accPr>
                            <m:chr m:val="⃗"/>
                            <m:ctrlPr>
                              <a:rPr lang="en-US" b="0" i="1" smtClean="0">
                                <a:latin typeface="Cambria Math" panose="02040503050406030204" pitchFamily="18" charset="0"/>
                                <a:ea typeface="Cambria Math" panose="02040503050406030204" pitchFamily="18" charset="0"/>
                              </a:rPr>
                            </m:ctrlPr>
                          </m:accPr>
                          <m:e>
                            <m:r>
                              <a:rPr lang="en-US" b="0" i="1" smtClean="0">
                                <a:latin typeface="Cambria Math" panose="02040503050406030204" pitchFamily="18" charset="0"/>
                                <a:ea typeface="Cambria Math" panose="02040503050406030204" pitchFamily="18" charset="0"/>
                              </a:rPr>
                              <m:t>𝑟</m:t>
                            </m:r>
                          </m:e>
                        </m:acc>
                      </m:num>
                      <m:den>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𝑡</m:t>
                        </m:r>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𝑑𝑖𝑠𝑝𝑙𝑎𝑐𝑒𝑚𝑒𝑛𝑡</m:t>
                        </m:r>
                      </m:num>
                      <m:den>
                        <m:r>
                          <a:rPr lang="en-US" b="0" i="1" smtClean="0">
                            <a:latin typeface="Cambria Math" panose="02040503050406030204" pitchFamily="18" charset="0"/>
                          </a:rPr>
                          <m:t>𝑡𝑖𝑚𝑒</m:t>
                        </m:r>
                      </m:den>
                    </m:f>
                  </m:oMath>
                </a14:m>
                <a:endParaRPr lang="en-US" dirty="0"/>
              </a:p>
            </p:txBody>
          </p:sp>
        </mc:Choice>
        <mc:Fallback xmlns="">
          <p:sp>
            <p:nvSpPr>
              <p:cNvPr id="3" name="Content Placeholder 2">
                <a:extLst>
                  <a:ext uri="{FF2B5EF4-FFF2-40B4-BE49-F238E27FC236}">
                    <a16:creationId xmlns:a16="http://schemas.microsoft.com/office/drawing/2014/main" id="{5567FB17-D7B2-4F5F-A41A-E2C6F57584FF}"/>
                  </a:ext>
                </a:extLst>
              </p:cNvPr>
              <p:cNvSpPr>
                <a:spLocks noGrp="1" noRot="1" noChangeAspect="1" noMove="1" noResize="1" noEditPoints="1" noAdjustHandles="1" noChangeArrowheads="1" noChangeShapeType="1" noTextEdit="1"/>
              </p:cNvSpPr>
              <p:nvPr>
                <p:ph idx="1"/>
              </p:nvPr>
            </p:nvSpPr>
            <p:spPr>
              <a:blipFill>
                <a:blip r:embed="rId2"/>
                <a:stretch>
                  <a:fillRect l="-1481" t="-3504" r="-1852"/>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1594E5E4-6758-4CC1-9C50-A280B8617A96}"/>
              </a:ext>
            </a:extLst>
          </p:cNvPr>
          <p:cNvSpPr>
            <a:spLocks noGrp="1"/>
          </p:cNvSpPr>
          <p:nvPr>
            <p:ph type="sldNum" sz="quarter" idx="12"/>
          </p:nvPr>
        </p:nvSpPr>
        <p:spPr/>
        <p:txBody>
          <a:bodyPr/>
          <a:lstStyle/>
          <a:p>
            <a:fld id="{929262FE-7F58-4A1E-8AF3-5A510A86DEBD}" type="slidenum">
              <a:rPr lang="en-US" smtClean="0"/>
              <a:t>8</a:t>
            </a:fld>
            <a:endParaRPr lang="en-US"/>
          </a:p>
        </p:txBody>
      </p:sp>
    </p:spTree>
    <p:extLst>
      <p:ext uri="{BB962C8B-B14F-4D97-AF65-F5344CB8AC3E}">
        <p14:creationId xmlns:p14="http://schemas.microsoft.com/office/powerpoint/2010/main" val="10970317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6F5A0D-B67B-43D0-A632-7B386A09453A}"/>
              </a:ext>
            </a:extLst>
          </p:cNvPr>
          <p:cNvSpPr>
            <a:spLocks noGrp="1"/>
          </p:cNvSpPr>
          <p:nvPr>
            <p:ph type="title"/>
          </p:nvPr>
        </p:nvSpPr>
        <p:spPr/>
        <p:txBody>
          <a:bodyPr/>
          <a:lstStyle/>
          <a:p>
            <a:r>
              <a:rPr lang="en-US" dirty="0"/>
              <a:t>Velocity</a:t>
            </a:r>
          </a:p>
        </p:txBody>
      </p:sp>
      <p:sp>
        <p:nvSpPr>
          <p:cNvPr id="3" name="Content Placeholder 2">
            <a:extLst>
              <a:ext uri="{FF2B5EF4-FFF2-40B4-BE49-F238E27FC236}">
                <a16:creationId xmlns:a16="http://schemas.microsoft.com/office/drawing/2014/main" id="{E8F51EA6-373C-486A-BB86-54918F96F043}"/>
              </a:ext>
            </a:extLst>
          </p:cNvPr>
          <p:cNvSpPr>
            <a:spLocks noGrp="1"/>
          </p:cNvSpPr>
          <p:nvPr>
            <p:ph idx="1"/>
          </p:nvPr>
        </p:nvSpPr>
        <p:spPr>
          <a:xfrm>
            <a:off x="457200" y="1600201"/>
            <a:ext cx="8229600" cy="2971800"/>
          </a:xfrm>
        </p:spPr>
        <p:txBody>
          <a:bodyPr/>
          <a:lstStyle/>
          <a:p>
            <a:r>
              <a:rPr lang="en-US" dirty="0"/>
              <a:t>It’s important to note, that just like displacement, velocity is a </a:t>
            </a:r>
            <a:r>
              <a:rPr lang="en-US" b="1" dirty="0"/>
              <a:t>vector quantity</a:t>
            </a:r>
            <a:r>
              <a:rPr lang="en-US" dirty="0"/>
              <a:t>, having both a magnitude and a direction.</a:t>
            </a:r>
          </a:p>
          <a:p>
            <a:r>
              <a:rPr lang="en-US" dirty="0"/>
              <a:t>If we just specify the magnitude of the velocity vector, that is the </a:t>
            </a:r>
            <a:r>
              <a:rPr lang="en-US" b="1" dirty="0"/>
              <a:t>speed</a:t>
            </a:r>
            <a:r>
              <a:rPr lang="en-US" dirty="0"/>
              <a:t> of the body.</a:t>
            </a:r>
          </a:p>
          <a:p>
            <a:endParaRPr lang="en-US" dirty="0"/>
          </a:p>
        </p:txBody>
      </p:sp>
      <p:sp>
        <p:nvSpPr>
          <p:cNvPr id="4" name="Slide Number Placeholder 3">
            <a:extLst>
              <a:ext uri="{FF2B5EF4-FFF2-40B4-BE49-F238E27FC236}">
                <a16:creationId xmlns:a16="http://schemas.microsoft.com/office/drawing/2014/main" id="{724AAD5F-05B2-4658-A4C7-E7A38C5691B9}"/>
              </a:ext>
            </a:extLst>
          </p:cNvPr>
          <p:cNvSpPr>
            <a:spLocks noGrp="1"/>
          </p:cNvSpPr>
          <p:nvPr>
            <p:ph type="sldNum" sz="quarter" idx="12"/>
          </p:nvPr>
        </p:nvSpPr>
        <p:spPr/>
        <p:txBody>
          <a:bodyPr/>
          <a:lstStyle/>
          <a:p>
            <a:fld id="{929262FE-7F58-4A1E-8AF3-5A510A86DEBD}" type="slidenum">
              <a:rPr lang="en-US" smtClean="0"/>
              <a:t>9</a:t>
            </a:fld>
            <a:endParaRPr lang="en-US"/>
          </a:p>
        </p:txBody>
      </p:sp>
      <p:grpSp>
        <p:nvGrpSpPr>
          <p:cNvPr id="17" name="Group 16">
            <a:extLst>
              <a:ext uri="{FF2B5EF4-FFF2-40B4-BE49-F238E27FC236}">
                <a16:creationId xmlns:a16="http://schemas.microsoft.com/office/drawing/2014/main" id="{DE589A9D-2DE0-4766-9E56-BD7735974796}"/>
              </a:ext>
            </a:extLst>
          </p:cNvPr>
          <p:cNvGrpSpPr/>
          <p:nvPr/>
        </p:nvGrpSpPr>
        <p:grpSpPr>
          <a:xfrm>
            <a:off x="3810000" y="5279509"/>
            <a:ext cx="1704975" cy="846654"/>
            <a:chOff x="3810000" y="5279509"/>
            <a:chExt cx="1704975" cy="846654"/>
          </a:xfrm>
        </p:grpSpPr>
        <p:sp>
          <p:nvSpPr>
            <p:cNvPr id="10" name="Oval 9">
              <a:extLst>
                <a:ext uri="{FF2B5EF4-FFF2-40B4-BE49-F238E27FC236}">
                  <a16:creationId xmlns:a16="http://schemas.microsoft.com/office/drawing/2014/main" id="{5B576BCD-08C4-4626-8E68-FE1DAD7814E0}"/>
                </a:ext>
              </a:extLst>
            </p:cNvPr>
            <p:cNvSpPr/>
            <p:nvPr/>
          </p:nvSpPr>
          <p:spPr>
            <a:xfrm>
              <a:off x="3810000" y="5897563"/>
              <a:ext cx="228600" cy="228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Arrow Connector 11">
              <a:extLst>
                <a:ext uri="{FF2B5EF4-FFF2-40B4-BE49-F238E27FC236}">
                  <a16:creationId xmlns:a16="http://schemas.microsoft.com/office/drawing/2014/main" id="{A55A45F8-C0D9-4C3C-BC04-C8EE28F31AA2}"/>
                </a:ext>
              </a:extLst>
            </p:cNvPr>
            <p:cNvCxnSpPr>
              <a:cxnSpLocks/>
            </p:cNvCxnSpPr>
            <p:nvPr/>
          </p:nvCxnSpPr>
          <p:spPr>
            <a:xfrm flipV="1">
              <a:off x="4114800" y="5302569"/>
              <a:ext cx="1400175" cy="63603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D76B9B81-FF5B-4870-B868-579DFCCD2599}"/>
                    </a:ext>
                  </a:extLst>
                </p:cNvPr>
                <p:cNvSpPr txBox="1"/>
                <p:nvPr/>
              </p:nvSpPr>
              <p:spPr>
                <a:xfrm>
                  <a:off x="4387334" y="5279509"/>
                  <a:ext cx="36933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acc>
                          <m:accPr>
                            <m:chr m:val="⃗"/>
                            <m:ctrlPr>
                              <a:rPr lang="en-US" i="1" smtClean="0">
                                <a:solidFill>
                                  <a:schemeClr val="accent1"/>
                                </a:solidFill>
                                <a:latin typeface="Cambria Math" panose="02040503050406030204" pitchFamily="18" charset="0"/>
                              </a:rPr>
                            </m:ctrlPr>
                          </m:accPr>
                          <m:e>
                            <m:r>
                              <a:rPr lang="en-US" b="0" i="1" smtClean="0">
                                <a:solidFill>
                                  <a:schemeClr val="accent1"/>
                                </a:solidFill>
                                <a:latin typeface="Cambria Math" panose="02040503050406030204" pitchFamily="18" charset="0"/>
                              </a:rPr>
                              <m:t>𝑣</m:t>
                            </m:r>
                          </m:e>
                        </m:acc>
                      </m:oMath>
                    </m:oMathPara>
                  </a14:m>
                  <a:endParaRPr lang="en-US" dirty="0"/>
                </a:p>
              </p:txBody>
            </p:sp>
          </mc:Choice>
          <mc:Fallback xmlns="">
            <p:sp>
              <p:nvSpPr>
                <p:cNvPr id="16" name="TextBox 15">
                  <a:extLst>
                    <a:ext uri="{FF2B5EF4-FFF2-40B4-BE49-F238E27FC236}">
                      <a16:creationId xmlns:a16="http://schemas.microsoft.com/office/drawing/2014/main" id="{D76B9B81-FF5B-4870-B868-579DFCCD2599}"/>
                    </a:ext>
                  </a:extLst>
                </p:cNvPr>
                <p:cNvSpPr txBox="1">
                  <a:spLocks noRot="1" noChangeAspect="1" noMove="1" noResize="1" noEditPoints="1" noAdjustHandles="1" noChangeArrowheads="1" noChangeShapeType="1" noTextEdit="1"/>
                </p:cNvSpPr>
                <p:nvPr/>
              </p:nvSpPr>
              <p:spPr>
                <a:xfrm>
                  <a:off x="4387334" y="5279509"/>
                  <a:ext cx="369332" cy="369332"/>
                </a:xfrm>
                <a:prstGeom prst="rect">
                  <a:avLst/>
                </a:prstGeom>
                <a:blipFill>
                  <a:blip r:embed="rId2"/>
                  <a:stretch>
                    <a:fillRect t="-22951" r="-28333"/>
                  </a:stretch>
                </a:blipFill>
              </p:spPr>
              <p:txBody>
                <a:bodyPr/>
                <a:lstStyle/>
                <a:p>
                  <a:r>
                    <a:rPr lang="en-US">
                      <a:noFill/>
                    </a:rPr>
                    <a:t> </a:t>
                  </a:r>
                </a:p>
              </p:txBody>
            </p:sp>
          </mc:Fallback>
        </mc:AlternateContent>
      </p:grpSp>
    </p:spTree>
    <p:extLst>
      <p:ext uri="{BB962C8B-B14F-4D97-AF65-F5344CB8AC3E}">
        <p14:creationId xmlns:p14="http://schemas.microsoft.com/office/powerpoint/2010/main" val="6831611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17"/>
                                        </p:tgtEl>
                                        <p:attrNameLst>
                                          <p:attrName>style.visibility</p:attrName>
                                        </p:attrNameLst>
                                      </p:cBhvr>
                                      <p:to>
                                        <p:strVal val="visible"/>
                                      </p:to>
                                    </p:set>
                                    <p:animEffect transition="in" filter="fade">
                                      <p:cBhvr>
                                        <p:cTn id="11" dur="500"/>
                                        <p:tgtEl>
                                          <p:spTgt spid="17"/>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5C4611-FBE1-443C-ADAE-03E512436802}"/>
              </a:ext>
            </a:extLst>
          </p:cNvPr>
          <p:cNvSpPr>
            <a:spLocks noGrp="1"/>
          </p:cNvSpPr>
          <p:nvPr>
            <p:ph type="title"/>
          </p:nvPr>
        </p:nvSpPr>
        <p:spPr/>
        <p:txBody>
          <a:bodyPr/>
          <a:lstStyle/>
          <a:p>
            <a:r>
              <a:rPr lang="en-US" dirty="0"/>
              <a:t>Acceleration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7D680E7-98E1-4E4F-8387-CB2CD61E26F3}"/>
                  </a:ext>
                </a:extLst>
              </p:cNvPr>
              <p:cNvSpPr>
                <a:spLocks noGrp="1"/>
              </p:cNvSpPr>
              <p:nvPr>
                <p:ph idx="1"/>
              </p:nvPr>
            </p:nvSpPr>
            <p:spPr/>
            <p:txBody>
              <a:bodyPr>
                <a:normAutofit fontScale="85000" lnSpcReduction="10000"/>
              </a:bodyPr>
              <a:lstStyle/>
              <a:p>
                <a:r>
                  <a:rPr lang="en-US" dirty="0"/>
                  <a:t>Finally, we have the acceleration, which is the rate of change of the velocity over the rate of change of time.</a:t>
                </a:r>
              </a:p>
              <a:p>
                <a:pPr marL="0" indent="0">
                  <a:buNone/>
                </a:pPr>
                <a14:m>
                  <m:oMathPara xmlns:m="http://schemas.openxmlformats.org/officeDocument/2006/math">
                    <m:oMathParaPr>
                      <m:jc m:val="centerGroup"/>
                    </m:oMathParaPr>
                    <m:oMath xmlns:m="http://schemas.openxmlformats.org/officeDocument/2006/math">
                      <m:acc>
                        <m:accPr>
                          <m:chr m:val="⃗"/>
                          <m:ctrlPr>
                            <a:rPr lang="en-US" i="1">
                              <a:latin typeface="Cambria Math" panose="02040503050406030204" pitchFamily="18" charset="0"/>
                            </a:rPr>
                          </m:ctrlPr>
                        </m:accPr>
                        <m:e>
                          <m:r>
                            <a:rPr lang="en-US" b="0" i="1" smtClean="0">
                              <a:latin typeface="Cambria Math" panose="02040503050406030204" pitchFamily="18" charset="0"/>
                            </a:rPr>
                            <m:t>𝑎</m:t>
                          </m:r>
                        </m:e>
                      </m:acc>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𝑑</m:t>
                          </m:r>
                          <m:acc>
                            <m:accPr>
                              <m:chr m:val="⃗"/>
                              <m:ctrlPr>
                                <a:rPr lang="en-US" i="1">
                                  <a:latin typeface="Cambria Math" panose="02040503050406030204" pitchFamily="18" charset="0"/>
                                </a:rPr>
                              </m:ctrlPr>
                            </m:accPr>
                            <m:e>
                              <m:r>
                                <a:rPr lang="en-US" b="0" i="1" smtClean="0">
                                  <a:latin typeface="Cambria Math" panose="02040503050406030204" pitchFamily="18" charset="0"/>
                                </a:rPr>
                                <m:t>𝑣</m:t>
                              </m:r>
                            </m:e>
                          </m:acc>
                        </m:num>
                        <m:den>
                          <m:r>
                            <a:rPr lang="en-US" i="1">
                              <a:latin typeface="Cambria Math" panose="02040503050406030204" pitchFamily="18" charset="0"/>
                            </a:rPr>
                            <m:t>𝑑𝑡</m:t>
                          </m:r>
                        </m:den>
                      </m:f>
                    </m:oMath>
                  </m:oMathPara>
                </a14:m>
                <a:endParaRPr lang="en-US" dirty="0"/>
              </a:p>
              <a:p>
                <a:r>
                  <a:rPr lang="en-US" dirty="0"/>
                  <a:t>Since velocity itself is the rate of change in position over the rate of change in time, the acceleration is also the double derivative of the change in position over the change in time.</a:t>
                </a:r>
              </a:p>
              <a:p>
                <a:pPr marL="0" indent="0">
                  <a:buNone/>
                </a:pPr>
                <a14:m>
                  <m:oMathPara xmlns:m="http://schemas.openxmlformats.org/officeDocument/2006/math">
                    <m:oMathParaPr>
                      <m:jc m:val="centerGroup"/>
                    </m:oMathParaPr>
                    <m:oMath xmlns:m="http://schemas.openxmlformats.org/officeDocument/2006/math">
                      <m:acc>
                        <m:accPr>
                          <m:chr m:val="⃗"/>
                          <m:ctrlPr>
                            <a:rPr lang="en-US" i="1">
                              <a:latin typeface="Cambria Math" panose="02040503050406030204" pitchFamily="18" charset="0"/>
                            </a:rPr>
                          </m:ctrlPr>
                        </m:accPr>
                        <m:e>
                          <m:r>
                            <a:rPr lang="en-US" i="1">
                              <a:latin typeface="Cambria Math" panose="02040503050406030204" pitchFamily="18" charset="0"/>
                            </a:rPr>
                            <m:t>𝑎</m:t>
                          </m:r>
                        </m:e>
                      </m:acc>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𝑑</m:t>
                          </m:r>
                          <m:acc>
                            <m:accPr>
                              <m:chr m:val="⃗"/>
                              <m:ctrlPr>
                                <a:rPr lang="en-US" i="1">
                                  <a:latin typeface="Cambria Math" panose="02040503050406030204" pitchFamily="18" charset="0"/>
                                </a:rPr>
                              </m:ctrlPr>
                            </m:accPr>
                            <m:e>
                              <m:r>
                                <a:rPr lang="en-US" i="1">
                                  <a:latin typeface="Cambria Math" panose="02040503050406030204" pitchFamily="18" charset="0"/>
                                </a:rPr>
                                <m:t>𝑣</m:t>
                              </m:r>
                            </m:e>
                          </m:acc>
                        </m:num>
                        <m:den>
                          <m:r>
                            <a:rPr lang="en-US" i="1">
                              <a:latin typeface="Cambria Math" panose="02040503050406030204" pitchFamily="18" charset="0"/>
                            </a:rPr>
                            <m:t>𝑑𝑡</m:t>
                          </m:r>
                        </m:den>
                      </m:f>
                      <m:r>
                        <a:rPr lang="en-US" b="0" i="1" smtClean="0">
                          <a:latin typeface="Cambria Math" panose="02040503050406030204" pitchFamily="18" charset="0"/>
                        </a:rPr>
                        <m:t>=</m:t>
                      </m:r>
                      <m:f>
                        <m:fPr>
                          <m:ctrlPr>
                            <a:rPr lang="en-US" i="1">
                              <a:latin typeface="Cambria Math" panose="02040503050406030204" pitchFamily="18" charset="0"/>
                            </a:rPr>
                          </m:ctrlPr>
                        </m:fPr>
                        <m:num>
                          <m:sSup>
                            <m:sSupPr>
                              <m:ctrlPr>
                                <a:rPr lang="en-US" b="0" i="1" smtClean="0">
                                  <a:latin typeface="Cambria Math" panose="02040503050406030204" pitchFamily="18" charset="0"/>
                                </a:rPr>
                              </m:ctrlPr>
                            </m:sSupPr>
                            <m:e>
                              <m:r>
                                <a:rPr lang="en-US" i="1">
                                  <a:latin typeface="Cambria Math" panose="02040503050406030204" pitchFamily="18" charset="0"/>
                                </a:rPr>
                                <m:t>𝑑</m:t>
                              </m:r>
                            </m:e>
                            <m:sup>
                              <m:r>
                                <a:rPr lang="en-US" b="0" i="1" smtClean="0">
                                  <a:latin typeface="Cambria Math" panose="02040503050406030204" pitchFamily="18" charset="0"/>
                                </a:rPr>
                                <m:t>2</m:t>
                              </m:r>
                            </m:sup>
                          </m:sSup>
                          <m:acc>
                            <m:accPr>
                              <m:chr m:val="⃗"/>
                              <m:ctrlPr>
                                <a:rPr lang="en-US" i="1">
                                  <a:latin typeface="Cambria Math" panose="02040503050406030204" pitchFamily="18" charset="0"/>
                                </a:rPr>
                              </m:ctrlPr>
                            </m:accPr>
                            <m:e>
                              <m:r>
                                <a:rPr lang="en-US" b="0" i="1" smtClean="0">
                                  <a:latin typeface="Cambria Math" panose="02040503050406030204" pitchFamily="18" charset="0"/>
                                </a:rPr>
                                <m:t>𝑟</m:t>
                              </m:r>
                            </m:e>
                          </m:acc>
                        </m:num>
                        <m:den>
                          <m:r>
                            <a:rPr lang="en-US" i="1">
                              <a:latin typeface="Cambria Math" panose="02040503050406030204" pitchFamily="18" charset="0"/>
                            </a:rPr>
                            <m:t>𝑑</m:t>
                          </m:r>
                          <m:sSup>
                            <m:sSupPr>
                              <m:ctrlPr>
                                <a:rPr lang="en-US" b="0" i="1" smtClean="0">
                                  <a:latin typeface="Cambria Math" panose="02040503050406030204" pitchFamily="18" charset="0"/>
                                </a:rPr>
                              </m:ctrlPr>
                            </m:sSupPr>
                            <m:e>
                              <m:r>
                                <a:rPr lang="en-US" i="1">
                                  <a:latin typeface="Cambria Math" panose="02040503050406030204" pitchFamily="18" charset="0"/>
                                </a:rPr>
                                <m:t>𝑡</m:t>
                              </m:r>
                            </m:e>
                            <m:sup>
                              <m:r>
                                <a:rPr lang="en-US" b="0" i="1" smtClean="0">
                                  <a:latin typeface="Cambria Math" panose="02040503050406030204" pitchFamily="18" charset="0"/>
                                </a:rPr>
                                <m:t>2</m:t>
                              </m:r>
                            </m:sup>
                          </m:sSup>
                        </m:den>
                      </m:f>
                    </m:oMath>
                  </m:oMathPara>
                </a14:m>
                <a:endParaRPr lang="en-US" dirty="0"/>
              </a:p>
            </p:txBody>
          </p:sp>
        </mc:Choice>
        <mc:Fallback xmlns="">
          <p:sp>
            <p:nvSpPr>
              <p:cNvPr id="3" name="Content Placeholder 2">
                <a:extLst>
                  <a:ext uri="{FF2B5EF4-FFF2-40B4-BE49-F238E27FC236}">
                    <a16:creationId xmlns:a16="http://schemas.microsoft.com/office/drawing/2014/main" id="{17D680E7-98E1-4E4F-8387-CB2CD61E26F3}"/>
                  </a:ext>
                </a:extLst>
              </p:cNvPr>
              <p:cNvSpPr>
                <a:spLocks noGrp="1" noRot="1" noChangeAspect="1" noMove="1" noResize="1" noEditPoints="1" noAdjustHandles="1" noChangeArrowheads="1" noChangeShapeType="1" noTextEdit="1"/>
              </p:cNvSpPr>
              <p:nvPr>
                <p:ph idx="1"/>
              </p:nvPr>
            </p:nvSpPr>
            <p:spPr>
              <a:blipFill>
                <a:blip r:embed="rId2"/>
                <a:stretch>
                  <a:fillRect l="-1259" t="-2156" r="-1185"/>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8CDFAE19-C0B6-4B47-8537-7C6081FB69AA}"/>
              </a:ext>
            </a:extLst>
          </p:cNvPr>
          <p:cNvSpPr>
            <a:spLocks noGrp="1"/>
          </p:cNvSpPr>
          <p:nvPr>
            <p:ph type="sldNum" sz="quarter" idx="12"/>
          </p:nvPr>
        </p:nvSpPr>
        <p:spPr/>
        <p:txBody>
          <a:bodyPr/>
          <a:lstStyle/>
          <a:p>
            <a:fld id="{929262FE-7F58-4A1E-8AF3-5A510A86DEBD}" type="slidenum">
              <a:rPr lang="en-US" smtClean="0"/>
              <a:t>10</a:t>
            </a:fld>
            <a:endParaRPr lang="en-US"/>
          </a:p>
        </p:txBody>
      </p:sp>
    </p:spTree>
    <p:extLst>
      <p:ext uri="{BB962C8B-B14F-4D97-AF65-F5344CB8AC3E}">
        <p14:creationId xmlns:p14="http://schemas.microsoft.com/office/powerpoint/2010/main" val="1939211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30955A-1C6F-4F44-B0B3-0FDC9A865C56}"/>
              </a:ext>
            </a:extLst>
          </p:cNvPr>
          <p:cNvSpPr>
            <a:spLocks noGrp="1"/>
          </p:cNvSpPr>
          <p:nvPr>
            <p:ph type="title"/>
          </p:nvPr>
        </p:nvSpPr>
        <p:spPr/>
        <p:txBody>
          <a:bodyPr/>
          <a:lstStyle/>
          <a:p>
            <a:r>
              <a:rPr lang="en-US" dirty="0"/>
              <a:t>Acceleration</a:t>
            </a:r>
          </a:p>
        </p:txBody>
      </p:sp>
      <p:sp>
        <p:nvSpPr>
          <p:cNvPr id="3" name="Content Placeholder 2">
            <a:extLst>
              <a:ext uri="{FF2B5EF4-FFF2-40B4-BE49-F238E27FC236}">
                <a16:creationId xmlns:a16="http://schemas.microsoft.com/office/drawing/2014/main" id="{E27BAF74-92BA-47D0-A07B-F1A24D9C7148}"/>
              </a:ext>
            </a:extLst>
          </p:cNvPr>
          <p:cNvSpPr>
            <a:spLocks noGrp="1"/>
          </p:cNvSpPr>
          <p:nvPr>
            <p:ph idx="1"/>
          </p:nvPr>
        </p:nvSpPr>
        <p:spPr>
          <a:xfrm>
            <a:off x="457200" y="1600200"/>
            <a:ext cx="8229600" cy="4983162"/>
          </a:xfrm>
        </p:spPr>
        <p:txBody>
          <a:bodyPr>
            <a:normAutofit/>
          </a:bodyPr>
          <a:lstStyle/>
          <a:p>
            <a:r>
              <a:rPr lang="en-US" dirty="0"/>
              <a:t>Just as with displacement and with velocity, acceleration is a </a:t>
            </a:r>
            <a:r>
              <a:rPr lang="en-US" b="1" dirty="0"/>
              <a:t>vector quantity</a:t>
            </a:r>
            <a:r>
              <a:rPr lang="en-US" dirty="0"/>
              <a:t>, meaning that is has a magnitude and direction.</a:t>
            </a:r>
          </a:p>
          <a:p>
            <a:endParaRPr lang="en-US" dirty="0"/>
          </a:p>
          <a:p>
            <a:pPr marL="0" indent="0">
              <a:buNone/>
            </a:pPr>
            <a:endParaRPr lang="en-US" dirty="0"/>
          </a:p>
          <a:p>
            <a:r>
              <a:rPr lang="en-US" dirty="0"/>
              <a:t>With accelerations being a change in velocities over time, accelerations occur whenever the </a:t>
            </a:r>
            <a:r>
              <a:rPr lang="en-US" b="1" dirty="0"/>
              <a:t>speed </a:t>
            </a:r>
            <a:r>
              <a:rPr lang="en-US" dirty="0"/>
              <a:t>changes</a:t>
            </a:r>
            <a:r>
              <a:rPr lang="en-US" b="1" dirty="0"/>
              <a:t> </a:t>
            </a:r>
            <a:r>
              <a:rPr lang="en-US" dirty="0"/>
              <a:t>or whenever the </a:t>
            </a:r>
            <a:r>
              <a:rPr lang="en-US" b="1" dirty="0"/>
              <a:t>direction</a:t>
            </a:r>
            <a:r>
              <a:rPr lang="en-US" dirty="0"/>
              <a:t> the velocity changes.</a:t>
            </a:r>
          </a:p>
        </p:txBody>
      </p:sp>
      <p:sp>
        <p:nvSpPr>
          <p:cNvPr id="4" name="Slide Number Placeholder 3">
            <a:extLst>
              <a:ext uri="{FF2B5EF4-FFF2-40B4-BE49-F238E27FC236}">
                <a16:creationId xmlns:a16="http://schemas.microsoft.com/office/drawing/2014/main" id="{95B040E6-A07E-46A9-B0DC-45B410EFE405}"/>
              </a:ext>
            </a:extLst>
          </p:cNvPr>
          <p:cNvSpPr>
            <a:spLocks noGrp="1"/>
          </p:cNvSpPr>
          <p:nvPr>
            <p:ph type="sldNum" sz="quarter" idx="12"/>
          </p:nvPr>
        </p:nvSpPr>
        <p:spPr/>
        <p:txBody>
          <a:bodyPr/>
          <a:lstStyle/>
          <a:p>
            <a:fld id="{929262FE-7F58-4A1E-8AF3-5A510A86DEBD}" type="slidenum">
              <a:rPr lang="en-US" smtClean="0"/>
              <a:t>11</a:t>
            </a:fld>
            <a:endParaRPr lang="en-US"/>
          </a:p>
        </p:txBody>
      </p:sp>
      <p:grpSp>
        <p:nvGrpSpPr>
          <p:cNvPr id="8" name="Group 7">
            <a:extLst>
              <a:ext uri="{FF2B5EF4-FFF2-40B4-BE49-F238E27FC236}">
                <a16:creationId xmlns:a16="http://schemas.microsoft.com/office/drawing/2014/main" id="{A9C42436-006C-4419-85E4-35EB74D2178D}"/>
              </a:ext>
            </a:extLst>
          </p:cNvPr>
          <p:cNvGrpSpPr/>
          <p:nvPr/>
        </p:nvGrpSpPr>
        <p:grpSpPr>
          <a:xfrm>
            <a:off x="3429000" y="3405940"/>
            <a:ext cx="1704975" cy="846654"/>
            <a:chOff x="3429000" y="3405940"/>
            <a:chExt cx="1704975" cy="846654"/>
          </a:xfrm>
        </p:grpSpPr>
        <p:sp>
          <p:nvSpPr>
            <p:cNvPr id="5" name="Oval 4">
              <a:extLst>
                <a:ext uri="{FF2B5EF4-FFF2-40B4-BE49-F238E27FC236}">
                  <a16:creationId xmlns:a16="http://schemas.microsoft.com/office/drawing/2014/main" id="{18F1A6D5-FD10-493E-8DA0-73AAE43F1772}"/>
                </a:ext>
              </a:extLst>
            </p:cNvPr>
            <p:cNvSpPr/>
            <p:nvPr/>
          </p:nvSpPr>
          <p:spPr>
            <a:xfrm>
              <a:off x="3429000" y="4023994"/>
              <a:ext cx="228600" cy="228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Arrow Connector 5">
              <a:extLst>
                <a:ext uri="{FF2B5EF4-FFF2-40B4-BE49-F238E27FC236}">
                  <a16:creationId xmlns:a16="http://schemas.microsoft.com/office/drawing/2014/main" id="{335F864F-5638-4989-B781-4BBAAD2EAED4}"/>
                </a:ext>
              </a:extLst>
            </p:cNvPr>
            <p:cNvCxnSpPr>
              <a:cxnSpLocks/>
            </p:cNvCxnSpPr>
            <p:nvPr/>
          </p:nvCxnSpPr>
          <p:spPr>
            <a:xfrm flipV="1">
              <a:off x="3733800" y="3429000"/>
              <a:ext cx="1400175" cy="63603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D9CA4204-43CE-48C0-AC6C-3E37FF722985}"/>
                    </a:ext>
                  </a:extLst>
                </p:cNvPr>
                <p:cNvSpPr txBox="1"/>
                <p:nvPr/>
              </p:nvSpPr>
              <p:spPr>
                <a:xfrm>
                  <a:off x="4006334" y="3405940"/>
                  <a:ext cx="371447"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acc>
                          <m:accPr>
                            <m:chr m:val="⃗"/>
                            <m:ctrlPr>
                              <a:rPr lang="en-US" i="1" smtClean="0">
                                <a:solidFill>
                                  <a:schemeClr val="accent1"/>
                                </a:solidFill>
                                <a:latin typeface="Cambria Math" panose="02040503050406030204" pitchFamily="18" charset="0"/>
                              </a:rPr>
                            </m:ctrlPr>
                          </m:accPr>
                          <m:e>
                            <m:r>
                              <a:rPr lang="en-US" b="0" i="1" smtClean="0">
                                <a:solidFill>
                                  <a:schemeClr val="accent1"/>
                                </a:solidFill>
                                <a:latin typeface="Cambria Math" panose="02040503050406030204" pitchFamily="18" charset="0"/>
                              </a:rPr>
                              <m:t>𝑎</m:t>
                            </m:r>
                          </m:e>
                        </m:acc>
                      </m:oMath>
                    </m:oMathPara>
                  </a14:m>
                  <a:endParaRPr lang="en-US" dirty="0"/>
                </a:p>
              </p:txBody>
            </p:sp>
          </mc:Choice>
          <mc:Fallback xmlns="">
            <p:sp>
              <p:nvSpPr>
                <p:cNvPr id="7" name="TextBox 6">
                  <a:extLst>
                    <a:ext uri="{FF2B5EF4-FFF2-40B4-BE49-F238E27FC236}">
                      <a16:creationId xmlns:a16="http://schemas.microsoft.com/office/drawing/2014/main" id="{D9CA4204-43CE-48C0-AC6C-3E37FF722985}"/>
                    </a:ext>
                  </a:extLst>
                </p:cNvPr>
                <p:cNvSpPr txBox="1">
                  <a:spLocks noRot="1" noChangeAspect="1" noMove="1" noResize="1" noEditPoints="1" noAdjustHandles="1" noChangeArrowheads="1" noChangeShapeType="1" noTextEdit="1"/>
                </p:cNvSpPr>
                <p:nvPr/>
              </p:nvSpPr>
              <p:spPr>
                <a:xfrm>
                  <a:off x="4006334" y="3405940"/>
                  <a:ext cx="371447" cy="369332"/>
                </a:xfrm>
                <a:prstGeom prst="rect">
                  <a:avLst/>
                </a:prstGeom>
                <a:blipFill>
                  <a:blip r:embed="rId2"/>
                  <a:stretch>
                    <a:fillRect t="-23333" r="-26230"/>
                  </a:stretch>
                </a:blipFill>
              </p:spPr>
              <p:txBody>
                <a:bodyPr/>
                <a:lstStyle/>
                <a:p>
                  <a:r>
                    <a:rPr lang="en-US">
                      <a:noFill/>
                    </a:rPr>
                    <a:t> </a:t>
                  </a:r>
                </a:p>
              </p:txBody>
            </p:sp>
          </mc:Fallback>
        </mc:AlternateContent>
      </p:grpSp>
    </p:spTree>
    <p:extLst>
      <p:ext uri="{BB962C8B-B14F-4D97-AF65-F5344CB8AC3E}">
        <p14:creationId xmlns:p14="http://schemas.microsoft.com/office/powerpoint/2010/main" val="41567665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500"/>
                                        <p:tgtEl>
                                          <p:spTgt spid="8"/>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Thanks for Watching</a:t>
            </a:r>
          </a:p>
        </p:txBody>
      </p:sp>
      <p:sp>
        <p:nvSpPr>
          <p:cNvPr id="3" name="Subtitle 2"/>
          <p:cNvSpPr>
            <a:spLocks noGrp="1"/>
          </p:cNvSpPr>
          <p:nvPr>
            <p:ph type="subTitle" idx="1"/>
          </p:nvPr>
        </p:nvSpPr>
        <p:spPr/>
        <p:txBody>
          <a:bodyPr/>
          <a:lstStyle/>
          <a:p>
            <a:r>
              <a:rPr lang="en-US" dirty="0"/>
              <a:t>See other engineering mechanics videos and access the full tool at…</a:t>
            </a:r>
          </a:p>
        </p:txBody>
      </p:sp>
    </p:spTree>
    <p:extLst>
      <p:ext uri="{BB962C8B-B14F-4D97-AF65-F5344CB8AC3E}">
        <p14:creationId xmlns:p14="http://schemas.microsoft.com/office/powerpoint/2010/main" val="3129637585"/>
      </p:ext>
    </p:extLst>
  </p:cSld>
  <p:clrMapOvr>
    <a:masterClrMapping/>
  </p:clrMapOvr>
</p:sld>
</file>

<file path=ppt/theme/theme1.xml><?xml version="1.0" encoding="utf-8"?>
<a:theme xmlns:a="http://schemas.openxmlformats.org/drawingml/2006/main" name="MA_Templat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06DF21F5BB2734A800ED30F3F452129" ma:contentTypeVersion="12" ma:contentTypeDescription="Create a new document." ma:contentTypeScope="" ma:versionID="544d96a5fbac5de9d5d902b535c73fb2">
  <xsd:schema xmlns:xsd="http://www.w3.org/2001/XMLSchema" xmlns:xs="http://www.w3.org/2001/XMLSchema" xmlns:p="http://schemas.microsoft.com/office/2006/metadata/properties" xmlns:ns3="90d05cb5-950f-4f68-bc2c-e17794455b92" xmlns:ns4="b4eab9fa-dbb0-4082-8491-8bd54207a265" targetNamespace="http://schemas.microsoft.com/office/2006/metadata/properties" ma:root="true" ma:fieldsID="7a710efc71c2169bf9c05e5a40dddf12" ns3:_="" ns4:_="">
    <xsd:import namespace="90d05cb5-950f-4f68-bc2c-e17794455b92"/>
    <xsd:import namespace="b4eab9fa-dbb0-4082-8491-8bd54207a265"/>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AutoKeyPoints" minOccurs="0"/>
                <xsd:element ref="ns4:MediaServiceKeyPoints" minOccurs="0"/>
                <xsd:element ref="ns4:MediaServiceAutoTags" minOccurs="0"/>
                <xsd:element ref="ns4:MediaServiceGenerationTime" minOccurs="0"/>
                <xsd:element ref="ns4:MediaServiceEventHashCode" minOccurs="0"/>
                <xsd:element ref="ns4:MediaServiceDateTaken" minOccurs="0"/>
                <xsd:element ref="ns4: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0d05cb5-950f-4f68-bc2c-e17794455b92"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SharingHintHash" ma:index="10" nillable="true" ma:displayName="Sharing Hint Hash"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b4eab9fa-dbb0-4082-8491-8bd54207a265"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ServiceAutoTags" ma:index="15" nillable="true" ma:displayName="Tags" ma:internalName="MediaServiceAutoTags"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ternalName="MediaServiceDateTaken" ma:readOnly="true">
      <xsd:simpleType>
        <xsd:restriction base="dms:Text"/>
      </xsd:simpleType>
    </xsd:element>
    <xsd:element name="MediaServiceOCR" ma:index="19" nillable="true" ma:displayName="Extracted Text" ma:internalName="MediaServiceOCR"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A43B8A4B-79FE-4529-931C-D64224FA70E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0d05cb5-950f-4f68-bc2c-e17794455b92"/>
    <ds:schemaRef ds:uri="b4eab9fa-dbb0-4082-8491-8bd54207a26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F5CF5F32-56DC-4068-8B04-457CF34A96F3}">
  <ds:schemaRefs>
    <ds:schemaRef ds:uri="http://schemas.microsoft.com/sharepoint/v3/contenttype/forms"/>
  </ds:schemaRefs>
</ds:datastoreItem>
</file>

<file path=customXml/itemProps3.xml><?xml version="1.0" encoding="utf-8"?>
<ds:datastoreItem xmlns:ds="http://schemas.openxmlformats.org/officeDocument/2006/customXml" ds:itemID="{52EB1464-66D1-425A-BBB5-7A9312BBE9C4}">
  <ds:schemaRefs>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MA_Template</Template>
  <TotalTime>2700</TotalTime>
  <Words>599</Words>
  <Application>Microsoft Office PowerPoint</Application>
  <PresentationFormat>On-screen Show (4:3)</PresentationFormat>
  <Paragraphs>83</Paragraphs>
  <Slides>12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Cambria Math</vt:lpstr>
      <vt:lpstr>MA_Template</vt:lpstr>
      <vt:lpstr>Position, Displacement, Velocity, and Acceleration</vt:lpstr>
      <vt:lpstr>Position, Displacement, Velocity and Acceleration</vt:lpstr>
      <vt:lpstr>Position</vt:lpstr>
      <vt:lpstr>Position</vt:lpstr>
      <vt:lpstr>Position in 3D</vt:lpstr>
      <vt:lpstr>Displacement</vt:lpstr>
      <vt:lpstr>Displacement</vt:lpstr>
      <vt:lpstr>Velocity</vt:lpstr>
      <vt:lpstr>Velocity</vt:lpstr>
      <vt:lpstr>Acceleration</vt:lpstr>
      <vt:lpstr>Acceleration</vt:lpstr>
      <vt:lpstr>Thanks for Watching</vt:lpstr>
    </vt:vector>
  </TitlesOfParts>
  <Company>The Pennsylvania State University at Mont Alto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 MCH 212 (Dynamics)</dc:title>
  <dc:creator>Jacob Moore</dc:creator>
  <cp:lastModifiedBy>Moore, Jacob Preston</cp:lastModifiedBy>
  <cp:revision>143</cp:revision>
  <dcterms:created xsi:type="dcterms:W3CDTF">2014-01-09T21:04:08Z</dcterms:created>
  <dcterms:modified xsi:type="dcterms:W3CDTF">2025-08-29T13:37:46Z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0x010100A06DF21F5BB2734A800ED30F3F452129</vt:lpwstr>
  </property>
</Properties>
</file>