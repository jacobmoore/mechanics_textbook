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8"/>
  </p:notesMasterIdLst>
  <p:sldIdLst>
    <p:sldId id="256" r:id="rId5"/>
    <p:sldId id="286" r:id="rId6"/>
    <p:sldId id="314" r:id="rId7"/>
    <p:sldId id="315" r:id="rId8"/>
    <p:sldId id="316" r:id="rId9"/>
    <p:sldId id="317" r:id="rId10"/>
    <p:sldId id="318" r:id="rId11"/>
    <p:sldId id="292" r:id="rId12"/>
    <p:sldId id="293" r:id="rId13"/>
    <p:sldId id="287" r:id="rId14"/>
    <p:sldId id="319" r:id="rId15"/>
    <p:sldId id="295" r:id="rId16"/>
    <p:sldId id="32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DED9D1-7673-4C18-865B-598BD3A5C0C4}" v="15" dt="2020-10-13T20:18:23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54101" autoAdjust="0"/>
  </p:normalViewPr>
  <p:slideViewPr>
    <p:cSldViewPr>
      <p:cViewPr varScale="1">
        <p:scale>
          <a:sx n="74" d="100"/>
          <a:sy n="74" d="100"/>
        </p:scale>
        <p:origin x="2148" y="8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re, Jacob Preston" userId="fdd3fd0f-c483-48c9-988d-7deb216763fd" providerId="ADAL" clId="{519B1341-81EE-4724-8521-459FA06A8E21}"/>
    <pc:docChg chg="undo custSel addSld delSld modSld sldOrd">
      <pc:chgData name="Moore, Jacob Preston" userId="fdd3fd0f-c483-48c9-988d-7deb216763fd" providerId="ADAL" clId="{519B1341-81EE-4724-8521-459FA06A8E21}" dt="2020-06-18T15:06:59.293" v="2015"/>
      <pc:docMkLst>
        <pc:docMk/>
      </pc:docMkLst>
      <pc:sldChg chg="addSp modSp modAnim">
        <pc:chgData name="Moore, Jacob Preston" userId="fdd3fd0f-c483-48c9-988d-7deb216763fd" providerId="ADAL" clId="{519B1341-81EE-4724-8521-459FA06A8E21}" dt="2020-06-18T14:54:01.867" v="1983"/>
        <pc:sldMkLst>
          <pc:docMk/>
          <pc:sldMk cId="3331765365" sldId="286"/>
        </pc:sldMkLst>
        <pc:spChg chg="mod">
          <ac:chgData name="Moore, Jacob Preston" userId="fdd3fd0f-c483-48c9-988d-7deb216763fd" providerId="ADAL" clId="{519B1341-81EE-4724-8521-459FA06A8E21}" dt="2020-06-18T13:45:59.619" v="99" actId="20577"/>
          <ac:spMkLst>
            <pc:docMk/>
            <pc:sldMk cId="3331765365" sldId="286"/>
            <ac:spMk id="2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3:43:52.997" v="40" actId="113"/>
          <ac:spMkLst>
            <pc:docMk/>
            <pc:sldMk cId="3331765365" sldId="286"/>
            <ac:spMk id="3" creationId="{00000000-0000-0000-0000-000000000000}"/>
          </ac:spMkLst>
        </pc:spChg>
        <pc:picChg chg="add mod">
          <ac:chgData name="Moore, Jacob Preston" userId="fdd3fd0f-c483-48c9-988d-7deb216763fd" providerId="ADAL" clId="{519B1341-81EE-4724-8521-459FA06A8E21}" dt="2020-06-18T13:49:45.927" v="100" actId="1076"/>
          <ac:picMkLst>
            <pc:docMk/>
            <pc:sldMk cId="3331765365" sldId="286"/>
            <ac:picMk id="1026" creationId="{385EBDAC-AD07-43A4-AE3F-BD90B5DFE99C}"/>
          </ac:picMkLst>
        </pc:picChg>
      </pc:sldChg>
      <pc:sldChg chg="del">
        <pc:chgData name="Moore, Jacob Preston" userId="fdd3fd0f-c483-48c9-988d-7deb216763fd" providerId="ADAL" clId="{519B1341-81EE-4724-8521-459FA06A8E21}" dt="2020-06-18T14:20:03.536" v="976" actId="2696"/>
        <pc:sldMkLst>
          <pc:docMk/>
          <pc:sldMk cId="3020426147" sldId="288"/>
        </pc:sldMkLst>
      </pc:sldChg>
      <pc:sldChg chg="del">
        <pc:chgData name="Moore, Jacob Preston" userId="fdd3fd0f-c483-48c9-988d-7deb216763fd" providerId="ADAL" clId="{519B1341-81EE-4724-8521-459FA06A8E21}" dt="2020-06-18T14:20:03.549" v="977" actId="2696"/>
        <pc:sldMkLst>
          <pc:docMk/>
          <pc:sldMk cId="2273506687" sldId="289"/>
        </pc:sldMkLst>
      </pc:sldChg>
      <pc:sldChg chg="del">
        <pc:chgData name="Moore, Jacob Preston" userId="fdd3fd0f-c483-48c9-988d-7deb216763fd" providerId="ADAL" clId="{519B1341-81EE-4724-8521-459FA06A8E21}" dt="2020-06-18T14:20:03.598" v="978" actId="2696"/>
        <pc:sldMkLst>
          <pc:docMk/>
          <pc:sldMk cId="3692976429" sldId="290"/>
        </pc:sldMkLst>
      </pc:sldChg>
      <pc:sldChg chg="del">
        <pc:chgData name="Moore, Jacob Preston" userId="fdd3fd0f-c483-48c9-988d-7deb216763fd" providerId="ADAL" clId="{519B1341-81EE-4724-8521-459FA06A8E21}" dt="2020-06-18T13:40:39.263" v="0" actId="2696"/>
        <pc:sldMkLst>
          <pc:docMk/>
          <pc:sldMk cId="1269743673" sldId="291"/>
        </pc:sldMkLst>
      </pc:sldChg>
      <pc:sldChg chg="modSp">
        <pc:chgData name="Moore, Jacob Preston" userId="fdd3fd0f-c483-48c9-988d-7deb216763fd" providerId="ADAL" clId="{519B1341-81EE-4724-8521-459FA06A8E21}" dt="2020-06-18T14:19:09.204" v="970" actId="1036"/>
        <pc:sldMkLst>
          <pc:docMk/>
          <pc:sldMk cId="3078598549" sldId="293"/>
        </pc:sldMkLst>
        <pc:spChg chg="mod">
          <ac:chgData name="Moore, Jacob Preston" userId="fdd3fd0f-c483-48c9-988d-7deb216763fd" providerId="ADAL" clId="{519B1341-81EE-4724-8521-459FA06A8E21}" dt="2020-06-18T14:19:09.204" v="970" actId="1036"/>
          <ac:spMkLst>
            <pc:docMk/>
            <pc:sldMk cId="3078598549" sldId="293"/>
            <ac:spMk id="16" creationId="{00000000-0000-0000-0000-000000000000}"/>
          </ac:spMkLst>
        </pc:spChg>
      </pc:sldChg>
      <pc:sldChg chg="del">
        <pc:chgData name="Moore, Jacob Preston" userId="fdd3fd0f-c483-48c9-988d-7deb216763fd" providerId="ADAL" clId="{519B1341-81EE-4724-8521-459FA06A8E21}" dt="2020-06-18T13:40:39.272" v="1" actId="2696"/>
        <pc:sldMkLst>
          <pc:docMk/>
          <pc:sldMk cId="2560095562" sldId="294"/>
        </pc:sldMkLst>
      </pc:sldChg>
      <pc:sldChg chg="addSp delSp modSp add">
        <pc:chgData name="Moore, Jacob Preston" userId="fdd3fd0f-c483-48c9-988d-7deb216763fd" providerId="ADAL" clId="{519B1341-81EE-4724-8521-459FA06A8E21}" dt="2020-06-18T14:36:22.348" v="1724" actId="1076"/>
        <pc:sldMkLst>
          <pc:docMk/>
          <pc:sldMk cId="714259310" sldId="295"/>
        </pc:sldMkLst>
        <pc:picChg chg="del">
          <ac:chgData name="Moore, Jacob Preston" userId="fdd3fd0f-c483-48c9-988d-7deb216763fd" providerId="ADAL" clId="{519B1341-81EE-4724-8521-459FA06A8E21}" dt="2020-06-18T14:36:16.043" v="1719" actId="478"/>
          <ac:picMkLst>
            <pc:docMk/>
            <pc:sldMk cId="714259310" sldId="295"/>
            <ac:picMk id="2050" creationId="{00000000-0000-0000-0000-000000000000}"/>
          </ac:picMkLst>
        </pc:picChg>
        <pc:picChg chg="add mod">
          <ac:chgData name="Moore, Jacob Preston" userId="fdd3fd0f-c483-48c9-988d-7deb216763fd" providerId="ADAL" clId="{519B1341-81EE-4724-8521-459FA06A8E21}" dt="2020-06-18T14:36:22.348" v="1724" actId="1076"/>
          <ac:picMkLst>
            <pc:docMk/>
            <pc:sldMk cId="714259310" sldId="295"/>
            <ac:picMk id="4098" creationId="{0552542A-103B-4C14-B7CF-2EC9BA8A2509}"/>
          </ac:picMkLst>
        </pc:picChg>
      </pc:sldChg>
      <pc:sldChg chg="del">
        <pc:chgData name="Moore, Jacob Preston" userId="fdd3fd0f-c483-48c9-988d-7deb216763fd" providerId="ADAL" clId="{519B1341-81EE-4724-8521-459FA06A8E21}" dt="2020-06-18T14:14:48.905" v="949" actId="2696"/>
        <pc:sldMkLst>
          <pc:docMk/>
          <pc:sldMk cId="1332145190" sldId="295"/>
        </pc:sldMkLst>
      </pc:sldChg>
      <pc:sldChg chg="addSp modSp modAnim">
        <pc:chgData name="Moore, Jacob Preston" userId="fdd3fd0f-c483-48c9-988d-7deb216763fd" providerId="ADAL" clId="{519B1341-81EE-4724-8521-459FA06A8E21}" dt="2020-06-18T15:05:57.221" v="2000"/>
        <pc:sldMkLst>
          <pc:docMk/>
          <pc:sldMk cId="4067583084" sldId="296"/>
        </pc:sldMkLst>
        <pc:spChg chg="mod ord">
          <ac:chgData name="Moore, Jacob Preston" userId="fdd3fd0f-c483-48c9-988d-7deb216763fd" providerId="ADAL" clId="{519B1341-81EE-4724-8521-459FA06A8E21}" dt="2020-06-18T14:32:44.379" v="1463" actId="27636"/>
          <ac:spMkLst>
            <pc:docMk/>
            <pc:sldMk cId="4067583084" sldId="296"/>
            <ac:spMk id="3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7:48.120" v="1311" actId="164"/>
          <ac:spMkLst>
            <pc:docMk/>
            <pc:sldMk cId="4067583084" sldId="296"/>
            <ac:spMk id="8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7:48.120" v="1311" actId="164"/>
          <ac:spMkLst>
            <pc:docMk/>
            <pc:sldMk cId="4067583084" sldId="296"/>
            <ac:spMk id="13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7:48.120" v="1311" actId="164"/>
          <ac:spMkLst>
            <pc:docMk/>
            <pc:sldMk cId="4067583084" sldId="296"/>
            <ac:spMk id="14" creationId="{00000000-0000-0000-0000-000000000000}"/>
          </ac:spMkLst>
        </pc:spChg>
        <pc:spChg chg="add mod">
          <ac:chgData name="Moore, Jacob Preston" userId="fdd3fd0f-c483-48c9-988d-7deb216763fd" providerId="ADAL" clId="{519B1341-81EE-4724-8521-459FA06A8E21}" dt="2020-06-18T15:05:10.434" v="1990" actId="20577"/>
          <ac:spMkLst>
            <pc:docMk/>
            <pc:sldMk cId="4067583084" sldId="296"/>
            <ac:spMk id="15" creationId="{6699F74B-623A-4633-82BC-59A35ED8C793}"/>
          </ac:spMkLst>
        </pc:spChg>
        <pc:spChg chg="add mod">
          <ac:chgData name="Moore, Jacob Preston" userId="fdd3fd0f-c483-48c9-988d-7deb216763fd" providerId="ADAL" clId="{519B1341-81EE-4724-8521-459FA06A8E21}" dt="2020-06-18T15:05:14.959" v="1994" actId="20577"/>
          <ac:spMkLst>
            <pc:docMk/>
            <pc:sldMk cId="4067583084" sldId="296"/>
            <ac:spMk id="16" creationId="{7D4F383F-0EB1-4626-BFA9-41CB98487382}"/>
          </ac:spMkLst>
        </pc:spChg>
        <pc:spChg chg="add mod">
          <ac:chgData name="Moore, Jacob Preston" userId="fdd3fd0f-c483-48c9-988d-7deb216763fd" providerId="ADAL" clId="{519B1341-81EE-4724-8521-459FA06A8E21}" dt="2020-06-18T15:05:19.946" v="1998" actId="20577"/>
          <ac:spMkLst>
            <pc:docMk/>
            <pc:sldMk cId="4067583084" sldId="296"/>
            <ac:spMk id="17" creationId="{4A278577-2A19-4002-8D07-62D0552271E2}"/>
          </ac:spMkLst>
        </pc:spChg>
        <pc:grpChg chg="add mod">
          <ac:chgData name="Moore, Jacob Preston" userId="fdd3fd0f-c483-48c9-988d-7deb216763fd" providerId="ADAL" clId="{519B1341-81EE-4724-8521-459FA06A8E21}" dt="2020-06-18T14:28:09.917" v="1314" actId="1076"/>
          <ac:grpSpMkLst>
            <pc:docMk/>
            <pc:sldMk cId="4067583084" sldId="296"/>
            <ac:grpSpMk id="6" creationId="{C01C75C8-1BD8-4B6E-93C0-3AC9640CCA61}"/>
          </ac:grpSpMkLst>
        </pc:grpChg>
        <pc:graphicFrameChg chg="mod">
          <ac:chgData name="Moore, Jacob Preston" userId="fdd3fd0f-c483-48c9-988d-7deb216763fd" providerId="ADAL" clId="{519B1341-81EE-4724-8521-459FA06A8E21}" dt="2020-06-18T14:27:11.417" v="1298" actId="1035"/>
          <ac:graphicFrameMkLst>
            <pc:docMk/>
            <pc:sldMk cId="4067583084" sldId="296"/>
            <ac:graphicFrameMk id="5" creationId="{00000000-0000-0000-0000-000000000000}"/>
          </ac:graphicFrameMkLst>
        </pc:graphicFrameChg>
        <pc:cxnChg chg="mod">
          <ac:chgData name="Moore, Jacob Preston" userId="fdd3fd0f-c483-48c9-988d-7deb216763fd" providerId="ADAL" clId="{519B1341-81EE-4724-8521-459FA06A8E21}" dt="2020-06-18T14:27:48.120" v="1311" actId="164"/>
          <ac:cxnSpMkLst>
            <pc:docMk/>
            <pc:sldMk cId="4067583084" sldId="296"/>
            <ac:cxnSpMk id="11" creationId="{00000000-0000-0000-0000-000000000000}"/>
          </ac:cxnSpMkLst>
        </pc:cxnChg>
        <pc:cxnChg chg="mod">
          <ac:chgData name="Moore, Jacob Preston" userId="fdd3fd0f-c483-48c9-988d-7deb216763fd" providerId="ADAL" clId="{519B1341-81EE-4724-8521-459FA06A8E21}" dt="2020-06-18T14:27:48.120" v="1311" actId="164"/>
          <ac:cxnSpMkLst>
            <pc:docMk/>
            <pc:sldMk cId="4067583084" sldId="296"/>
            <ac:cxnSpMk id="12" creationId="{00000000-0000-0000-0000-000000000000}"/>
          </ac:cxnSpMkLst>
        </pc:cxnChg>
      </pc:sldChg>
      <pc:sldChg chg="del">
        <pc:chgData name="Moore, Jacob Preston" userId="fdd3fd0f-c483-48c9-988d-7deb216763fd" providerId="ADAL" clId="{519B1341-81EE-4724-8521-459FA06A8E21}" dt="2020-06-18T14:28:21.147" v="1315" actId="2696"/>
        <pc:sldMkLst>
          <pc:docMk/>
          <pc:sldMk cId="2089441274" sldId="297"/>
        </pc:sldMkLst>
      </pc:sldChg>
      <pc:sldChg chg="del">
        <pc:chgData name="Moore, Jacob Preston" userId="fdd3fd0f-c483-48c9-988d-7deb216763fd" providerId="ADAL" clId="{519B1341-81EE-4724-8521-459FA06A8E21}" dt="2020-06-18T13:40:51.995" v="3" actId="2696"/>
        <pc:sldMkLst>
          <pc:docMk/>
          <pc:sldMk cId="2658887364" sldId="298"/>
        </pc:sldMkLst>
      </pc:sldChg>
      <pc:sldChg chg="add">
        <pc:chgData name="Moore, Jacob Preston" userId="fdd3fd0f-c483-48c9-988d-7deb216763fd" providerId="ADAL" clId="{519B1341-81EE-4724-8521-459FA06A8E21}" dt="2020-06-18T13:40:56.237" v="6"/>
        <pc:sldMkLst>
          <pc:docMk/>
          <pc:sldMk cId="2957801084" sldId="298"/>
        </pc:sldMkLst>
      </pc:sldChg>
      <pc:sldChg chg="del">
        <pc:chgData name="Moore, Jacob Preston" userId="fdd3fd0f-c483-48c9-988d-7deb216763fd" providerId="ADAL" clId="{519B1341-81EE-4724-8521-459FA06A8E21}" dt="2020-06-18T13:40:52.266" v="4" actId="2696"/>
        <pc:sldMkLst>
          <pc:docMk/>
          <pc:sldMk cId="3194123090" sldId="299"/>
        </pc:sldMkLst>
      </pc:sldChg>
      <pc:sldChg chg="modSp add ord modAnim">
        <pc:chgData name="Moore, Jacob Preston" userId="fdd3fd0f-c483-48c9-988d-7deb216763fd" providerId="ADAL" clId="{519B1341-81EE-4724-8521-459FA06A8E21}" dt="2020-06-18T15:06:59.293" v="2015"/>
        <pc:sldMkLst>
          <pc:docMk/>
          <pc:sldMk cId="3660748482" sldId="299"/>
        </pc:sldMkLst>
        <pc:spChg chg="mod">
          <ac:chgData name="Moore, Jacob Preston" userId="fdd3fd0f-c483-48c9-988d-7deb216763fd" providerId="ADAL" clId="{519B1341-81EE-4724-8521-459FA06A8E21}" dt="2020-06-18T14:35:10.449" v="1713" actId="20577"/>
          <ac:spMkLst>
            <pc:docMk/>
            <pc:sldMk cId="3660748482" sldId="299"/>
            <ac:spMk id="3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9:08.415" v="1404" actId="1036"/>
          <ac:spMkLst>
            <pc:docMk/>
            <pc:sldMk cId="3660748482" sldId="299"/>
            <ac:spMk id="4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9:08.415" v="1404" actId="1036"/>
          <ac:spMkLst>
            <pc:docMk/>
            <pc:sldMk cId="3660748482" sldId="299"/>
            <ac:spMk id="8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9:08.415" v="1404" actId="1036"/>
          <ac:spMkLst>
            <pc:docMk/>
            <pc:sldMk cId="3660748482" sldId="299"/>
            <ac:spMk id="10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9:08.415" v="1404" actId="1036"/>
          <ac:spMkLst>
            <pc:docMk/>
            <pc:sldMk cId="3660748482" sldId="299"/>
            <ac:spMk id="13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9:08.415" v="1404" actId="1036"/>
          <ac:spMkLst>
            <pc:docMk/>
            <pc:sldMk cId="3660748482" sldId="299"/>
            <ac:spMk id="14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29:08.415" v="1404" actId="1036"/>
          <ac:spMkLst>
            <pc:docMk/>
            <pc:sldMk cId="3660748482" sldId="299"/>
            <ac:spMk id="15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5:06:26.283" v="2007" actId="20577"/>
          <ac:spMkLst>
            <pc:docMk/>
            <pc:sldMk cId="3660748482" sldId="299"/>
            <ac:spMk id="16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5:06:38.842" v="2010" actId="20577"/>
          <ac:spMkLst>
            <pc:docMk/>
            <pc:sldMk cId="3660748482" sldId="299"/>
            <ac:spMk id="17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5:06:44.744" v="2013" actId="20577"/>
          <ac:spMkLst>
            <pc:docMk/>
            <pc:sldMk cId="3660748482" sldId="299"/>
            <ac:spMk id="18" creationId="{00000000-0000-0000-0000-000000000000}"/>
          </ac:spMkLst>
        </pc:spChg>
        <pc:graphicFrameChg chg="mod">
          <ac:chgData name="Moore, Jacob Preston" userId="fdd3fd0f-c483-48c9-988d-7deb216763fd" providerId="ADAL" clId="{519B1341-81EE-4724-8521-459FA06A8E21}" dt="2020-06-18T14:30:17.865" v="1411"/>
          <ac:graphicFrameMkLst>
            <pc:docMk/>
            <pc:sldMk cId="3660748482" sldId="299"/>
            <ac:graphicFrameMk id="5" creationId="{00000000-0000-0000-0000-000000000000}"/>
          </ac:graphicFrameMkLst>
        </pc:graphicFrameChg>
        <pc:cxnChg chg="mod">
          <ac:chgData name="Moore, Jacob Preston" userId="fdd3fd0f-c483-48c9-988d-7deb216763fd" providerId="ADAL" clId="{519B1341-81EE-4724-8521-459FA06A8E21}" dt="2020-06-18T14:29:08.415" v="1404" actId="1036"/>
          <ac:cxnSpMkLst>
            <pc:docMk/>
            <pc:sldMk cId="3660748482" sldId="299"/>
            <ac:cxnSpMk id="11" creationId="{00000000-0000-0000-0000-000000000000}"/>
          </ac:cxnSpMkLst>
        </pc:cxnChg>
        <pc:cxnChg chg="mod">
          <ac:chgData name="Moore, Jacob Preston" userId="fdd3fd0f-c483-48c9-988d-7deb216763fd" providerId="ADAL" clId="{519B1341-81EE-4724-8521-459FA06A8E21}" dt="2020-06-18T14:29:08.415" v="1404" actId="1036"/>
          <ac:cxnSpMkLst>
            <pc:docMk/>
            <pc:sldMk cId="3660748482" sldId="299"/>
            <ac:cxnSpMk id="12" creationId="{00000000-0000-0000-0000-000000000000}"/>
          </ac:cxnSpMkLst>
        </pc:cxnChg>
      </pc:sldChg>
      <pc:sldChg chg="del">
        <pc:chgData name="Moore, Jacob Preston" userId="fdd3fd0f-c483-48c9-988d-7deb216763fd" providerId="ADAL" clId="{519B1341-81EE-4724-8521-459FA06A8E21}" dt="2020-06-18T13:40:52.283" v="5" actId="2696"/>
        <pc:sldMkLst>
          <pc:docMk/>
          <pc:sldMk cId="289455240" sldId="300"/>
        </pc:sldMkLst>
      </pc:sldChg>
      <pc:sldChg chg="add">
        <pc:chgData name="Moore, Jacob Preston" userId="fdd3fd0f-c483-48c9-988d-7deb216763fd" providerId="ADAL" clId="{519B1341-81EE-4724-8521-459FA06A8E21}" dt="2020-06-18T13:40:56.237" v="6"/>
        <pc:sldMkLst>
          <pc:docMk/>
          <pc:sldMk cId="1486813351" sldId="300"/>
        </pc:sldMkLst>
      </pc:sldChg>
      <pc:sldChg chg="modSp">
        <pc:chgData name="Moore, Jacob Preston" userId="fdd3fd0f-c483-48c9-988d-7deb216763fd" providerId="ADAL" clId="{519B1341-81EE-4724-8521-459FA06A8E21}" dt="2020-06-18T14:38:24.169" v="1978" actId="113"/>
        <pc:sldMkLst>
          <pc:docMk/>
          <pc:sldMk cId="1820117626" sldId="301"/>
        </pc:sldMkLst>
        <pc:spChg chg="mod">
          <ac:chgData name="Moore, Jacob Preston" userId="fdd3fd0f-c483-48c9-988d-7deb216763fd" providerId="ADAL" clId="{519B1341-81EE-4724-8521-459FA06A8E21}" dt="2020-06-18T14:30:45.609" v="1454" actId="20577"/>
          <ac:spMkLst>
            <pc:docMk/>
            <pc:sldMk cId="1820117626" sldId="301"/>
            <ac:spMk id="2" creationId="{DA0A7B0B-0075-4196-9260-73162A8C2F86}"/>
          </ac:spMkLst>
        </pc:spChg>
        <pc:spChg chg="mod">
          <ac:chgData name="Moore, Jacob Preston" userId="fdd3fd0f-c483-48c9-988d-7deb216763fd" providerId="ADAL" clId="{519B1341-81EE-4724-8521-459FA06A8E21}" dt="2020-06-18T14:38:24.169" v="1978" actId="113"/>
          <ac:spMkLst>
            <pc:docMk/>
            <pc:sldMk cId="1820117626" sldId="301"/>
            <ac:spMk id="3" creationId="{84721989-AC98-4A20-B590-A5C51A1FBFEF}"/>
          </ac:spMkLst>
        </pc:spChg>
      </pc:sldChg>
      <pc:sldChg chg="del">
        <pc:chgData name="Moore, Jacob Preston" userId="fdd3fd0f-c483-48c9-988d-7deb216763fd" providerId="ADAL" clId="{519B1341-81EE-4724-8521-459FA06A8E21}" dt="2020-06-18T14:20:03.117" v="972" actId="2696"/>
        <pc:sldMkLst>
          <pc:docMk/>
          <pc:sldMk cId="2817715773" sldId="306"/>
        </pc:sldMkLst>
      </pc:sldChg>
      <pc:sldChg chg="del">
        <pc:chgData name="Moore, Jacob Preston" userId="fdd3fd0f-c483-48c9-988d-7deb216763fd" providerId="ADAL" clId="{519B1341-81EE-4724-8521-459FA06A8E21}" dt="2020-06-18T14:20:03.198" v="974" actId="2696"/>
        <pc:sldMkLst>
          <pc:docMk/>
          <pc:sldMk cId="1480761736" sldId="307"/>
        </pc:sldMkLst>
      </pc:sldChg>
      <pc:sldChg chg="del">
        <pc:chgData name="Moore, Jacob Preston" userId="fdd3fd0f-c483-48c9-988d-7deb216763fd" providerId="ADAL" clId="{519B1341-81EE-4724-8521-459FA06A8E21}" dt="2020-06-18T14:20:03.454" v="975" actId="2696"/>
        <pc:sldMkLst>
          <pc:docMk/>
          <pc:sldMk cId="1808400465" sldId="308"/>
        </pc:sldMkLst>
      </pc:sldChg>
      <pc:sldChg chg="del">
        <pc:chgData name="Moore, Jacob Preston" userId="fdd3fd0f-c483-48c9-988d-7deb216763fd" providerId="ADAL" clId="{519B1341-81EE-4724-8521-459FA06A8E21}" dt="2020-06-18T14:20:04.089" v="980" actId="2696"/>
        <pc:sldMkLst>
          <pc:docMk/>
          <pc:sldMk cId="3368472274" sldId="309"/>
        </pc:sldMkLst>
      </pc:sldChg>
      <pc:sldChg chg="del">
        <pc:chgData name="Moore, Jacob Preston" userId="fdd3fd0f-c483-48c9-988d-7deb216763fd" providerId="ADAL" clId="{519B1341-81EE-4724-8521-459FA06A8E21}" dt="2020-06-18T14:20:04.202" v="981" actId="2696"/>
        <pc:sldMkLst>
          <pc:docMk/>
          <pc:sldMk cId="626757557" sldId="310"/>
        </pc:sldMkLst>
      </pc:sldChg>
      <pc:sldChg chg="del">
        <pc:chgData name="Moore, Jacob Preston" userId="fdd3fd0f-c483-48c9-988d-7deb216763fd" providerId="ADAL" clId="{519B1341-81EE-4724-8521-459FA06A8E21}" dt="2020-06-18T14:20:03.127" v="973" actId="2696"/>
        <pc:sldMkLst>
          <pc:docMk/>
          <pc:sldMk cId="1365883167" sldId="311"/>
        </pc:sldMkLst>
      </pc:sldChg>
      <pc:sldChg chg="del">
        <pc:chgData name="Moore, Jacob Preston" userId="fdd3fd0f-c483-48c9-988d-7deb216763fd" providerId="ADAL" clId="{519B1341-81EE-4724-8521-459FA06A8E21}" dt="2020-06-18T14:20:03.821" v="979" actId="2696"/>
        <pc:sldMkLst>
          <pc:docMk/>
          <pc:sldMk cId="1642893331" sldId="312"/>
        </pc:sldMkLst>
      </pc:sldChg>
      <pc:sldChg chg="del">
        <pc:chgData name="Moore, Jacob Preston" userId="fdd3fd0f-c483-48c9-988d-7deb216763fd" providerId="ADAL" clId="{519B1341-81EE-4724-8521-459FA06A8E21}" dt="2020-06-18T13:40:39.277" v="2" actId="2696"/>
        <pc:sldMkLst>
          <pc:docMk/>
          <pc:sldMk cId="962332813" sldId="313"/>
        </pc:sldMkLst>
      </pc:sldChg>
      <pc:sldChg chg="modSp modAnim">
        <pc:chgData name="Moore, Jacob Preston" userId="fdd3fd0f-c483-48c9-988d-7deb216763fd" providerId="ADAL" clId="{519B1341-81EE-4724-8521-459FA06A8E21}" dt="2020-06-18T13:59:50.774" v="436" actId="20577"/>
        <pc:sldMkLst>
          <pc:docMk/>
          <pc:sldMk cId="2345225535" sldId="314"/>
        </pc:sldMkLst>
        <pc:spChg chg="mod">
          <ac:chgData name="Moore, Jacob Preston" userId="fdd3fd0f-c483-48c9-988d-7deb216763fd" providerId="ADAL" clId="{519B1341-81EE-4724-8521-459FA06A8E21}" dt="2020-06-18T13:59:50.774" v="436" actId="20577"/>
          <ac:spMkLst>
            <pc:docMk/>
            <pc:sldMk cId="2345225535" sldId="314"/>
            <ac:spMk id="3" creationId="{00000000-0000-0000-0000-000000000000}"/>
          </ac:spMkLst>
        </pc:spChg>
      </pc:sldChg>
      <pc:sldChg chg="addSp modSp modAnim">
        <pc:chgData name="Moore, Jacob Preston" userId="fdd3fd0f-c483-48c9-988d-7deb216763fd" providerId="ADAL" clId="{519B1341-81EE-4724-8521-459FA06A8E21}" dt="2020-06-18T14:53:37.673" v="1981"/>
        <pc:sldMkLst>
          <pc:docMk/>
          <pc:sldMk cId="3744907922" sldId="315"/>
        </pc:sldMkLst>
        <pc:spChg chg="mod">
          <ac:chgData name="Moore, Jacob Preston" userId="fdd3fd0f-c483-48c9-988d-7deb216763fd" providerId="ADAL" clId="{519B1341-81EE-4724-8521-459FA06A8E21}" dt="2020-06-18T14:02:48.716" v="824" actId="27636"/>
          <ac:spMkLst>
            <pc:docMk/>
            <pc:sldMk cId="3744907922" sldId="315"/>
            <ac:spMk id="3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3:45:54.251" v="90" actId="1037"/>
          <ac:spMkLst>
            <pc:docMk/>
            <pc:sldMk cId="3744907922" sldId="315"/>
            <ac:spMk id="4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00:41.838" v="467" actId="1037"/>
          <ac:spMkLst>
            <pc:docMk/>
            <pc:sldMk cId="3744907922" sldId="315"/>
            <ac:spMk id="5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00:41.838" v="467" actId="1037"/>
          <ac:spMkLst>
            <pc:docMk/>
            <pc:sldMk cId="3744907922" sldId="315"/>
            <ac:spMk id="6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00:41.838" v="467" actId="1037"/>
          <ac:spMkLst>
            <pc:docMk/>
            <pc:sldMk cId="3744907922" sldId="315"/>
            <ac:spMk id="9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00:41.838" v="467" actId="1037"/>
          <ac:spMkLst>
            <pc:docMk/>
            <pc:sldMk cId="3744907922" sldId="315"/>
            <ac:spMk id="16" creationId="{00000000-0000-0000-0000-000000000000}"/>
          </ac:spMkLst>
        </pc:spChg>
        <pc:spChg chg="mod">
          <ac:chgData name="Moore, Jacob Preston" userId="fdd3fd0f-c483-48c9-988d-7deb216763fd" providerId="ADAL" clId="{519B1341-81EE-4724-8521-459FA06A8E21}" dt="2020-06-18T14:00:41.838" v="467" actId="1037"/>
          <ac:spMkLst>
            <pc:docMk/>
            <pc:sldMk cId="3744907922" sldId="315"/>
            <ac:spMk id="17" creationId="{00000000-0000-0000-0000-000000000000}"/>
          </ac:spMkLst>
        </pc:spChg>
        <pc:spChg chg="add mod">
          <ac:chgData name="Moore, Jacob Preston" userId="fdd3fd0f-c483-48c9-988d-7deb216763fd" providerId="ADAL" clId="{519B1341-81EE-4724-8521-459FA06A8E21}" dt="2020-06-18T14:03:59.604" v="947" actId="1076"/>
          <ac:spMkLst>
            <pc:docMk/>
            <pc:sldMk cId="3744907922" sldId="315"/>
            <ac:spMk id="18" creationId="{40C687BD-A215-4E18-A3BB-FA618E669123}"/>
          </ac:spMkLst>
        </pc:spChg>
        <pc:spChg chg="add mod">
          <ac:chgData name="Moore, Jacob Preston" userId="fdd3fd0f-c483-48c9-988d-7deb216763fd" providerId="ADAL" clId="{519B1341-81EE-4724-8521-459FA06A8E21}" dt="2020-06-18T14:03:45.510" v="940" actId="1076"/>
          <ac:spMkLst>
            <pc:docMk/>
            <pc:sldMk cId="3744907922" sldId="315"/>
            <ac:spMk id="20" creationId="{A06E9A34-3B71-4014-8B59-854A1BBA5DDA}"/>
          </ac:spMkLst>
        </pc:spChg>
        <pc:picChg chg="add mod">
          <ac:chgData name="Moore, Jacob Preston" userId="fdd3fd0f-c483-48c9-988d-7deb216763fd" providerId="ADAL" clId="{519B1341-81EE-4724-8521-459FA06A8E21}" dt="2020-06-18T14:01:02.184" v="471" actId="1076"/>
          <ac:picMkLst>
            <pc:docMk/>
            <pc:sldMk cId="3744907922" sldId="315"/>
            <ac:picMk id="2050" creationId="{6BE919A0-B055-448F-A27A-D3D64AC54EAC}"/>
          </ac:picMkLst>
        </pc:picChg>
        <pc:cxnChg chg="mod">
          <ac:chgData name="Moore, Jacob Preston" userId="fdd3fd0f-c483-48c9-988d-7deb216763fd" providerId="ADAL" clId="{519B1341-81EE-4724-8521-459FA06A8E21}" dt="2020-06-18T14:00:41.838" v="467" actId="1037"/>
          <ac:cxnSpMkLst>
            <pc:docMk/>
            <pc:sldMk cId="3744907922" sldId="315"/>
            <ac:cxnSpMk id="7" creationId="{00000000-0000-0000-0000-000000000000}"/>
          </ac:cxnSpMkLst>
        </pc:cxnChg>
        <pc:cxnChg chg="mod">
          <ac:chgData name="Moore, Jacob Preston" userId="fdd3fd0f-c483-48c9-988d-7deb216763fd" providerId="ADAL" clId="{519B1341-81EE-4724-8521-459FA06A8E21}" dt="2020-06-18T14:00:41.838" v="467" actId="1037"/>
          <ac:cxnSpMkLst>
            <pc:docMk/>
            <pc:sldMk cId="3744907922" sldId="315"/>
            <ac:cxnSpMk id="8" creationId="{00000000-0000-0000-0000-000000000000}"/>
          </ac:cxnSpMkLst>
        </pc:cxnChg>
        <pc:cxnChg chg="mod">
          <ac:chgData name="Moore, Jacob Preston" userId="fdd3fd0f-c483-48c9-988d-7deb216763fd" providerId="ADAL" clId="{519B1341-81EE-4724-8521-459FA06A8E21}" dt="2020-06-18T14:00:41.838" v="467" actId="1037"/>
          <ac:cxnSpMkLst>
            <pc:docMk/>
            <pc:sldMk cId="3744907922" sldId="315"/>
            <ac:cxnSpMk id="10" creationId="{00000000-0000-0000-0000-000000000000}"/>
          </ac:cxnSpMkLst>
        </pc:cxnChg>
        <pc:cxnChg chg="mod">
          <ac:chgData name="Moore, Jacob Preston" userId="fdd3fd0f-c483-48c9-988d-7deb216763fd" providerId="ADAL" clId="{519B1341-81EE-4724-8521-459FA06A8E21}" dt="2020-06-18T14:00:41.838" v="467" actId="1037"/>
          <ac:cxnSpMkLst>
            <pc:docMk/>
            <pc:sldMk cId="3744907922" sldId="315"/>
            <ac:cxnSpMk id="11" creationId="{00000000-0000-0000-0000-000000000000}"/>
          </ac:cxnSpMkLst>
        </pc:cxnChg>
        <pc:cxnChg chg="mod">
          <ac:chgData name="Moore, Jacob Preston" userId="fdd3fd0f-c483-48c9-988d-7deb216763fd" providerId="ADAL" clId="{519B1341-81EE-4724-8521-459FA06A8E21}" dt="2020-06-18T14:00:41.838" v="467" actId="1037"/>
          <ac:cxnSpMkLst>
            <pc:docMk/>
            <pc:sldMk cId="3744907922" sldId="315"/>
            <ac:cxnSpMk id="13" creationId="{00000000-0000-0000-0000-000000000000}"/>
          </ac:cxnSpMkLst>
        </pc:cxnChg>
        <pc:cxnChg chg="mod">
          <ac:chgData name="Moore, Jacob Preston" userId="fdd3fd0f-c483-48c9-988d-7deb216763fd" providerId="ADAL" clId="{519B1341-81EE-4724-8521-459FA06A8E21}" dt="2020-06-18T14:00:41.838" v="467" actId="1037"/>
          <ac:cxnSpMkLst>
            <pc:docMk/>
            <pc:sldMk cId="3744907922" sldId="315"/>
            <ac:cxnSpMk id="14" creationId="{00000000-0000-0000-0000-000000000000}"/>
          </ac:cxnSpMkLst>
        </pc:cxnChg>
        <pc:cxnChg chg="mod">
          <ac:chgData name="Moore, Jacob Preston" userId="fdd3fd0f-c483-48c9-988d-7deb216763fd" providerId="ADAL" clId="{519B1341-81EE-4724-8521-459FA06A8E21}" dt="2020-06-18T14:00:41.838" v="467" actId="1037"/>
          <ac:cxnSpMkLst>
            <pc:docMk/>
            <pc:sldMk cId="3744907922" sldId="315"/>
            <ac:cxnSpMk id="15" creationId="{00000000-0000-0000-0000-000000000000}"/>
          </ac:cxnSpMkLst>
        </pc:cxnChg>
      </pc:sldChg>
      <pc:sldChg chg="modAnim">
        <pc:chgData name="Moore, Jacob Preston" userId="fdd3fd0f-c483-48c9-988d-7deb216763fd" providerId="ADAL" clId="{519B1341-81EE-4724-8521-459FA06A8E21}" dt="2020-06-18T15:03:08.265" v="1986"/>
        <pc:sldMkLst>
          <pc:docMk/>
          <pc:sldMk cId="2597457434" sldId="317"/>
        </pc:sldMkLst>
      </pc:sldChg>
      <pc:sldChg chg="del">
        <pc:chgData name="Moore, Jacob Preston" userId="fdd3fd0f-c483-48c9-988d-7deb216763fd" providerId="ADAL" clId="{519B1341-81EE-4724-8521-459FA06A8E21}" dt="2020-06-18T14:14:48.882" v="948" actId="2696"/>
        <pc:sldMkLst>
          <pc:docMk/>
          <pc:sldMk cId="3821648370" sldId="319"/>
        </pc:sldMkLst>
      </pc:sldChg>
      <pc:sldChg chg="add">
        <pc:chgData name="Moore, Jacob Preston" userId="fdd3fd0f-c483-48c9-988d-7deb216763fd" providerId="ADAL" clId="{519B1341-81EE-4724-8521-459FA06A8E21}" dt="2020-06-18T14:14:55.423" v="950"/>
        <pc:sldMkLst>
          <pc:docMk/>
          <pc:sldMk cId="4054802990" sldId="319"/>
        </pc:sldMkLst>
      </pc:sldChg>
      <pc:sldChg chg="modSp add">
        <pc:chgData name="Moore, Jacob Preston" userId="fdd3fd0f-c483-48c9-988d-7deb216763fd" providerId="ADAL" clId="{519B1341-81EE-4724-8521-459FA06A8E21}" dt="2020-06-18T14:31:59.988" v="1457" actId="20577"/>
        <pc:sldMkLst>
          <pc:docMk/>
          <pc:sldMk cId="4271657655" sldId="320"/>
        </pc:sldMkLst>
        <pc:spChg chg="mod">
          <ac:chgData name="Moore, Jacob Preston" userId="fdd3fd0f-c483-48c9-988d-7deb216763fd" providerId="ADAL" clId="{519B1341-81EE-4724-8521-459FA06A8E21}" dt="2020-06-18T14:23:05.244" v="999" actId="20577"/>
          <ac:spMkLst>
            <pc:docMk/>
            <pc:sldMk cId="4271657655" sldId="320"/>
            <ac:spMk id="2" creationId="{8933AF3F-AEBA-4BF5-89B4-448FB4845214}"/>
          </ac:spMkLst>
        </pc:spChg>
        <pc:spChg chg="mod">
          <ac:chgData name="Moore, Jacob Preston" userId="fdd3fd0f-c483-48c9-988d-7deb216763fd" providerId="ADAL" clId="{519B1341-81EE-4724-8521-459FA06A8E21}" dt="2020-06-18T14:31:59.988" v="1457" actId="20577"/>
          <ac:spMkLst>
            <pc:docMk/>
            <pc:sldMk cId="4271657655" sldId="320"/>
            <ac:spMk id="3" creationId="{F51E7A3A-A353-4DB6-BE43-9DA2FC8D8982}"/>
          </ac:spMkLst>
        </pc:spChg>
      </pc:sldChg>
      <pc:sldChg chg="addSp delSp modSp add">
        <pc:chgData name="Moore, Jacob Preston" userId="fdd3fd0f-c483-48c9-988d-7deb216763fd" providerId="ADAL" clId="{519B1341-81EE-4724-8521-459FA06A8E21}" dt="2020-06-18T14:35:56.361" v="1718" actId="1076"/>
        <pc:sldMkLst>
          <pc:docMk/>
          <pc:sldMk cId="1311655685" sldId="321"/>
        </pc:sldMkLst>
        <pc:picChg chg="del">
          <ac:chgData name="Moore, Jacob Preston" userId="fdd3fd0f-c483-48c9-988d-7deb216763fd" providerId="ADAL" clId="{519B1341-81EE-4724-8521-459FA06A8E21}" dt="2020-06-18T14:35:50.603" v="1715" actId="478"/>
          <ac:picMkLst>
            <pc:docMk/>
            <pc:sldMk cId="1311655685" sldId="321"/>
            <ac:picMk id="2050" creationId="{00000000-0000-0000-0000-000000000000}"/>
          </ac:picMkLst>
        </pc:picChg>
        <pc:picChg chg="add mod">
          <ac:chgData name="Moore, Jacob Preston" userId="fdd3fd0f-c483-48c9-988d-7deb216763fd" providerId="ADAL" clId="{519B1341-81EE-4724-8521-459FA06A8E21}" dt="2020-06-18T14:35:56.361" v="1718" actId="1076"/>
          <ac:picMkLst>
            <pc:docMk/>
            <pc:sldMk cId="1311655685" sldId="321"/>
            <ac:picMk id="3074" creationId="{0CDCEEC7-61B4-4A87-A3B9-E65410EF1D56}"/>
          </ac:picMkLst>
        </pc:picChg>
      </pc:sldChg>
    </pc:docChg>
  </pc:docChgLst>
  <pc:docChgLst>
    <pc:chgData name="Moore, Jacob Preston" userId="fdd3fd0f-c483-48c9-988d-7deb216763fd" providerId="ADAL" clId="{A6DED9D1-7673-4C18-865B-598BD3A5C0C4}"/>
    <pc:docChg chg="undo modSld">
      <pc:chgData name="Moore, Jacob Preston" userId="fdd3fd0f-c483-48c9-988d-7deb216763fd" providerId="ADAL" clId="{A6DED9D1-7673-4C18-865B-598BD3A5C0C4}" dt="2020-10-13T20:18:34.474" v="109" actId="1076"/>
      <pc:docMkLst>
        <pc:docMk/>
      </pc:docMkLst>
      <pc:sldChg chg="addSp delSp modSp">
        <pc:chgData name="Moore, Jacob Preston" userId="fdd3fd0f-c483-48c9-988d-7deb216763fd" providerId="ADAL" clId="{A6DED9D1-7673-4C18-865B-598BD3A5C0C4}" dt="2020-10-13T20:18:34.474" v="109" actId="1076"/>
        <pc:sldMkLst>
          <pc:docMk/>
          <pc:sldMk cId="4054802990" sldId="319"/>
        </pc:sldMkLst>
        <pc:spChg chg="add mod topLvl">
          <ac:chgData name="Moore, Jacob Preston" userId="fdd3fd0f-c483-48c9-988d-7deb216763fd" providerId="ADAL" clId="{A6DED9D1-7673-4C18-865B-598BD3A5C0C4}" dt="2020-10-13T20:15:11.999" v="11" actId="165"/>
          <ac:spMkLst>
            <pc:docMk/>
            <pc:sldMk cId="4054802990" sldId="319"/>
            <ac:spMk id="6" creationId="{FD2C6946-A173-4635-AF6A-5E524A1673A8}"/>
          </ac:spMkLst>
        </pc:spChg>
        <pc:spChg chg="add mod topLvl">
          <ac:chgData name="Moore, Jacob Preston" userId="fdd3fd0f-c483-48c9-988d-7deb216763fd" providerId="ADAL" clId="{A6DED9D1-7673-4C18-865B-598BD3A5C0C4}" dt="2020-10-13T20:15:41.339" v="12" actId="1037"/>
          <ac:spMkLst>
            <pc:docMk/>
            <pc:sldMk cId="4054802990" sldId="319"/>
            <ac:spMk id="7" creationId="{19B3197D-EF8D-40E7-AD69-B2163FC23890}"/>
          </ac:spMkLst>
        </pc:spChg>
        <pc:spChg chg="add mod topLvl">
          <ac:chgData name="Moore, Jacob Preston" userId="fdd3fd0f-c483-48c9-988d-7deb216763fd" providerId="ADAL" clId="{A6DED9D1-7673-4C18-865B-598BD3A5C0C4}" dt="2020-10-13T20:15:11.999" v="11" actId="165"/>
          <ac:spMkLst>
            <pc:docMk/>
            <pc:sldMk cId="4054802990" sldId="319"/>
            <ac:spMk id="8" creationId="{A36B1B07-BBCA-4D4F-8479-73CA168EAD18}"/>
          </ac:spMkLst>
        </pc:spChg>
        <pc:spChg chg="add mod topLvl">
          <ac:chgData name="Moore, Jacob Preston" userId="fdd3fd0f-c483-48c9-988d-7deb216763fd" providerId="ADAL" clId="{A6DED9D1-7673-4C18-865B-598BD3A5C0C4}" dt="2020-10-13T20:15:11.999" v="11" actId="165"/>
          <ac:spMkLst>
            <pc:docMk/>
            <pc:sldMk cId="4054802990" sldId="319"/>
            <ac:spMk id="9" creationId="{EDDAE8CF-004A-4FA1-B2C4-BA5435FE5543}"/>
          </ac:spMkLst>
        </pc:spChg>
        <pc:spChg chg="add mod topLvl">
          <ac:chgData name="Moore, Jacob Preston" userId="fdd3fd0f-c483-48c9-988d-7deb216763fd" providerId="ADAL" clId="{A6DED9D1-7673-4C18-865B-598BD3A5C0C4}" dt="2020-10-13T20:18:01.267" v="89" actId="1035"/>
          <ac:spMkLst>
            <pc:docMk/>
            <pc:sldMk cId="4054802990" sldId="319"/>
            <ac:spMk id="13" creationId="{E635A265-4EEE-495E-85A8-A0C8226E3E04}"/>
          </ac:spMkLst>
        </pc:spChg>
        <pc:spChg chg="add mod topLvl">
          <ac:chgData name="Moore, Jacob Preston" userId="fdd3fd0f-c483-48c9-988d-7deb216763fd" providerId="ADAL" clId="{A6DED9D1-7673-4C18-865B-598BD3A5C0C4}" dt="2020-10-13T20:16:18.810" v="23" actId="1076"/>
          <ac:spMkLst>
            <pc:docMk/>
            <pc:sldMk cId="4054802990" sldId="319"/>
            <ac:spMk id="16" creationId="{13356C26-E722-496C-A66D-71D92D3248E9}"/>
          </ac:spMkLst>
        </pc:spChg>
        <pc:spChg chg="add mod topLvl">
          <ac:chgData name="Moore, Jacob Preston" userId="fdd3fd0f-c483-48c9-988d-7deb216763fd" providerId="ADAL" clId="{A6DED9D1-7673-4C18-865B-598BD3A5C0C4}" dt="2020-10-13T20:16:40.405" v="42" actId="1037"/>
          <ac:spMkLst>
            <pc:docMk/>
            <pc:sldMk cId="4054802990" sldId="319"/>
            <ac:spMk id="21" creationId="{CA2301DE-70E7-4047-9999-2CF06BB2A356}"/>
          </ac:spMkLst>
        </pc:spChg>
        <pc:spChg chg="add mod topLvl">
          <ac:chgData name="Moore, Jacob Preston" userId="fdd3fd0f-c483-48c9-988d-7deb216763fd" providerId="ADAL" clId="{A6DED9D1-7673-4C18-865B-598BD3A5C0C4}" dt="2020-10-13T20:15:11.999" v="11" actId="165"/>
          <ac:spMkLst>
            <pc:docMk/>
            <pc:sldMk cId="4054802990" sldId="319"/>
            <ac:spMk id="23" creationId="{525C0810-BCF1-4A1C-811B-164B653FC8C8}"/>
          </ac:spMkLst>
        </pc:spChg>
        <pc:spChg chg="add mod topLvl">
          <ac:chgData name="Moore, Jacob Preston" userId="fdd3fd0f-c483-48c9-988d-7deb216763fd" providerId="ADAL" clId="{A6DED9D1-7673-4C18-865B-598BD3A5C0C4}" dt="2020-10-13T20:15:11.999" v="11" actId="165"/>
          <ac:spMkLst>
            <pc:docMk/>
            <pc:sldMk cId="4054802990" sldId="319"/>
            <ac:spMk id="24" creationId="{B5B2A417-D8B1-49A1-AA66-A2F36E9FFA69}"/>
          </ac:spMkLst>
        </pc:spChg>
        <pc:spChg chg="add mod topLvl">
          <ac:chgData name="Moore, Jacob Preston" userId="fdd3fd0f-c483-48c9-988d-7deb216763fd" providerId="ADAL" clId="{A6DED9D1-7673-4C18-865B-598BD3A5C0C4}" dt="2020-10-13T20:15:11.999" v="11" actId="165"/>
          <ac:spMkLst>
            <pc:docMk/>
            <pc:sldMk cId="4054802990" sldId="319"/>
            <ac:spMk id="25" creationId="{42795112-1F2B-4D0F-8D93-F78A5535BAF5}"/>
          </ac:spMkLst>
        </pc:spChg>
        <pc:spChg chg="add mod">
          <ac:chgData name="Moore, Jacob Preston" userId="fdd3fd0f-c483-48c9-988d-7deb216763fd" providerId="ADAL" clId="{A6DED9D1-7673-4C18-865B-598BD3A5C0C4}" dt="2020-10-13T20:18:22.314" v="101" actId="1076"/>
          <ac:spMkLst>
            <pc:docMk/>
            <pc:sldMk cId="4054802990" sldId="319"/>
            <ac:spMk id="38" creationId="{82F1B1D2-BA50-4E7E-8278-65208B6C2BA0}"/>
          </ac:spMkLst>
        </pc:spChg>
        <pc:spChg chg="add mod">
          <ac:chgData name="Moore, Jacob Preston" userId="fdd3fd0f-c483-48c9-988d-7deb216763fd" providerId="ADAL" clId="{A6DED9D1-7673-4C18-865B-598BD3A5C0C4}" dt="2020-10-13T20:18:34.474" v="109" actId="1076"/>
          <ac:spMkLst>
            <pc:docMk/>
            <pc:sldMk cId="4054802990" sldId="319"/>
            <ac:spMk id="44" creationId="{A561A4B4-3324-4071-B47D-E1703CA92FD1}"/>
          </ac:spMkLst>
        </pc:spChg>
        <pc:grpChg chg="add del mod">
          <ac:chgData name="Moore, Jacob Preston" userId="fdd3fd0f-c483-48c9-988d-7deb216763fd" providerId="ADAL" clId="{A6DED9D1-7673-4C18-865B-598BD3A5C0C4}" dt="2020-10-13T20:15:11.999" v="11" actId="165"/>
          <ac:grpSpMkLst>
            <pc:docMk/>
            <pc:sldMk cId="4054802990" sldId="319"/>
            <ac:grpSpMk id="28" creationId="{FCFDEA3A-1AE9-4664-8446-14A181E90F1C}"/>
          </ac:grpSpMkLst>
        </pc:grpChg>
        <pc:picChg chg="del mod">
          <ac:chgData name="Moore, Jacob Preston" userId="fdd3fd0f-c483-48c9-988d-7deb216763fd" providerId="ADAL" clId="{A6DED9D1-7673-4C18-865B-598BD3A5C0C4}" dt="2020-10-13T20:14:40.829" v="3" actId="478"/>
          <ac:picMkLst>
            <pc:docMk/>
            <pc:sldMk cId="4054802990" sldId="319"/>
            <ac:picMk id="5" creationId="{5EEBBD95-D3F8-4591-BBFA-94A91B5D7FED}"/>
          </ac:picMkLst>
        </pc:picChg>
        <pc:cxnChg chg="add mod topLvl">
          <ac:chgData name="Moore, Jacob Preston" userId="fdd3fd0f-c483-48c9-988d-7deb216763fd" providerId="ADAL" clId="{A6DED9D1-7673-4C18-865B-598BD3A5C0C4}" dt="2020-10-13T20:15:11.999" v="11" actId="165"/>
          <ac:cxnSpMkLst>
            <pc:docMk/>
            <pc:sldMk cId="4054802990" sldId="319"/>
            <ac:cxnSpMk id="10" creationId="{5EF1EB6C-99B9-4AAB-9DA1-FA566B477EA7}"/>
          </ac:cxnSpMkLst>
        </pc:cxnChg>
        <pc:cxnChg chg="add mod topLvl">
          <ac:chgData name="Moore, Jacob Preston" userId="fdd3fd0f-c483-48c9-988d-7deb216763fd" providerId="ADAL" clId="{A6DED9D1-7673-4C18-865B-598BD3A5C0C4}" dt="2020-10-13T20:15:11.999" v="11" actId="165"/>
          <ac:cxnSpMkLst>
            <pc:docMk/>
            <pc:sldMk cId="4054802990" sldId="319"/>
            <ac:cxnSpMk id="11" creationId="{94C7CAAF-D849-40CD-98E5-7BA1625A90A9}"/>
          </ac:cxnSpMkLst>
        </pc:cxnChg>
        <pc:cxnChg chg="add mod topLvl">
          <ac:chgData name="Moore, Jacob Preston" userId="fdd3fd0f-c483-48c9-988d-7deb216763fd" providerId="ADAL" clId="{A6DED9D1-7673-4C18-865B-598BD3A5C0C4}" dt="2020-10-13T20:18:01.267" v="89" actId="1035"/>
          <ac:cxnSpMkLst>
            <pc:docMk/>
            <pc:sldMk cId="4054802990" sldId="319"/>
            <ac:cxnSpMk id="12" creationId="{DFD25E81-AB0A-4225-A130-4492CB084373}"/>
          </ac:cxnSpMkLst>
        </pc:cxnChg>
        <pc:cxnChg chg="add mod topLvl">
          <ac:chgData name="Moore, Jacob Preston" userId="fdd3fd0f-c483-48c9-988d-7deb216763fd" providerId="ADAL" clId="{A6DED9D1-7673-4C18-865B-598BD3A5C0C4}" dt="2020-10-13T20:15:11.999" v="11" actId="165"/>
          <ac:cxnSpMkLst>
            <pc:docMk/>
            <pc:sldMk cId="4054802990" sldId="319"/>
            <ac:cxnSpMk id="14" creationId="{213AF7E5-C8B7-4FDC-BAC5-2DEF6BC5667F}"/>
          </ac:cxnSpMkLst>
        </pc:cxnChg>
        <pc:cxnChg chg="add mod topLvl">
          <ac:chgData name="Moore, Jacob Preston" userId="fdd3fd0f-c483-48c9-988d-7deb216763fd" providerId="ADAL" clId="{A6DED9D1-7673-4C18-865B-598BD3A5C0C4}" dt="2020-10-13T20:15:11.999" v="11" actId="165"/>
          <ac:cxnSpMkLst>
            <pc:docMk/>
            <pc:sldMk cId="4054802990" sldId="319"/>
            <ac:cxnSpMk id="15" creationId="{A84ABA78-91E6-422D-B985-7D6C0922950B}"/>
          </ac:cxnSpMkLst>
        </pc:cxnChg>
        <pc:cxnChg chg="add mod topLvl">
          <ac:chgData name="Moore, Jacob Preston" userId="fdd3fd0f-c483-48c9-988d-7deb216763fd" providerId="ADAL" clId="{A6DED9D1-7673-4C18-865B-598BD3A5C0C4}" dt="2020-10-13T20:15:11.999" v="11" actId="165"/>
          <ac:cxnSpMkLst>
            <pc:docMk/>
            <pc:sldMk cId="4054802990" sldId="319"/>
            <ac:cxnSpMk id="17" creationId="{11FC30E2-270E-414E-88DC-AF6791070C1B}"/>
          </ac:cxnSpMkLst>
        </pc:cxnChg>
        <pc:cxnChg chg="add mod topLvl">
          <ac:chgData name="Moore, Jacob Preston" userId="fdd3fd0f-c483-48c9-988d-7deb216763fd" providerId="ADAL" clId="{A6DED9D1-7673-4C18-865B-598BD3A5C0C4}" dt="2020-10-13T20:16:44.850" v="43" actId="14100"/>
          <ac:cxnSpMkLst>
            <pc:docMk/>
            <pc:sldMk cId="4054802990" sldId="319"/>
            <ac:cxnSpMk id="18" creationId="{83BFDCBC-6858-4F9B-AD49-EF0A187290AC}"/>
          </ac:cxnSpMkLst>
        </pc:cxnChg>
        <pc:cxnChg chg="add mod topLvl">
          <ac:chgData name="Moore, Jacob Preston" userId="fdd3fd0f-c483-48c9-988d-7deb216763fd" providerId="ADAL" clId="{A6DED9D1-7673-4C18-865B-598BD3A5C0C4}" dt="2020-10-13T20:16:27.322" v="24" actId="14100"/>
          <ac:cxnSpMkLst>
            <pc:docMk/>
            <pc:sldMk cId="4054802990" sldId="319"/>
            <ac:cxnSpMk id="19" creationId="{C7205432-4075-498A-B40F-A68295D55497}"/>
          </ac:cxnSpMkLst>
        </pc:cxnChg>
        <pc:cxnChg chg="add mod topLvl">
          <ac:chgData name="Moore, Jacob Preston" userId="fdd3fd0f-c483-48c9-988d-7deb216763fd" providerId="ADAL" clId="{A6DED9D1-7673-4C18-865B-598BD3A5C0C4}" dt="2020-10-13T20:16:40.405" v="42" actId="1037"/>
          <ac:cxnSpMkLst>
            <pc:docMk/>
            <pc:sldMk cId="4054802990" sldId="319"/>
            <ac:cxnSpMk id="20" creationId="{229CF7A4-57D6-4695-ABE5-14577102B4F7}"/>
          </ac:cxnSpMkLst>
        </pc:cxnChg>
        <pc:cxnChg chg="add mod topLvl">
          <ac:chgData name="Moore, Jacob Preston" userId="fdd3fd0f-c483-48c9-988d-7deb216763fd" providerId="ADAL" clId="{A6DED9D1-7673-4C18-865B-598BD3A5C0C4}" dt="2020-10-13T20:15:11.999" v="11" actId="165"/>
          <ac:cxnSpMkLst>
            <pc:docMk/>
            <pc:sldMk cId="4054802990" sldId="319"/>
            <ac:cxnSpMk id="22" creationId="{EB8AAA06-EA08-441B-99D7-94C28740E254}"/>
          </ac:cxnSpMkLst>
        </pc:cxnChg>
        <pc:cxnChg chg="add mod topLvl">
          <ac:chgData name="Moore, Jacob Preston" userId="fdd3fd0f-c483-48c9-988d-7deb216763fd" providerId="ADAL" clId="{A6DED9D1-7673-4C18-865B-598BD3A5C0C4}" dt="2020-10-13T20:15:11.999" v="11" actId="165"/>
          <ac:cxnSpMkLst>
            <pc:docMk/>
            <pc:sldMk cId="4054802990" sldId="319"/>
            <ac:cxnSpMk id="26" creationId="{9B790B4F-A73D-4E27-9CA8-87963E8EE857}"/>
          </ac:cxnSpMkLst>
        </pc:cxnChg>
        <pc:cxnChg chg="add mod topLvl">
          <ac:chgData name="Moore, Jacob Preston" userId="fdd3fd0f-c483-48c9-988d-7deb216763fd" providerId="ADAL" clId="{A6DED9D1-7673-4C18-865B-598BD3A5C0C4}" dt="2020-10-13T20:15:11.999" v="11" actId="165"/>
          <ac:cxnSpMkLst>
            <pc:docMk/>
            <pc:sldMk cId="4054802990" sldId="319"/>
            <ac:cxnSpMk id="27" creationId="{132E94C7-0818-466F-85A3-5EEAD7D7F8B9}"/>
          </ac:cxnSpMkLst>
        </pc:cxnChg>
        <pc:cxnChg chg="add del mod">
          <ac:chgData name="Moore, Jacob Preston" userId="fdd3fd0f-c483-48c9-988d-7deb216763fd" providerId="ADAL" clId="{A6DED9D1-7673-4C18-865B-598BD3A5C0C4}" dt="2020-10-13T20:16:17.435" v="20"/>
          <ac:cxnSpMkLst>
            <pc:docMk/>
            <pc:sldMk cId="4054802990" sldId="319"/>
            <ac:cxnSpMk id="29" creationId="{5EBB8318-C97A-4D01-967A-71A42F589B4D}"/>
          </ac:cxnSpMkLst>
        </pc:cxnChg>
        <pc:cxnChg chg="add mod">
          <ac:chgData name="Moore, Jacob Preston" userId="fdd3fd0f-c483-48c9-988d-7deb216763fd" providerId="ADAL" clId="{A6DED9D1-7673-4C18-865B-598BD3A5C0C4}" dt="2020-10-13T20:17:05.427" v="49" actId="1076"/>
          <ac:cxnSpMkLst>
            <pc:docMk/>
            <pc:sldMk cId="4054802990" sldId="319"/>
            <ac:cxnSpMk id="32" creationId="{445BFBBB-EF8E-474B-B1E7-FCA53C1FCA49}"/>
          </ac:cxnSpMkLst>
        </pc:cxnChg>
        <pc:cxnChg chg="add mod">
          <ac:chgData name="Moore, Jacob Preston" userId="fdd3fd0f-c483-48c9-988d-7deb216763fd" providerId="ADAL" clId="{A6DED9D1-7673-4C18-865B-598BD3A5C0C4}" dt="2020-10-13T20:17:13.567" v="55" actId="1038"/>
          <ac:cxnSpMkLst>
            <pc:docMk/>
            <pc:sldMk cId="4054802990" sldId="319"/>
            <ac:cxnSpMk id="35" creationId="{C8CF9A6D-AB6D-4630-A7FF-4D24C5F1C560}"/>
          </ac:cxnSpMkLst>
        </pc:cxnChg>
        <pc:cxnChg chg="add mod">
          <ac:chgData name="Moore, Jacob Preston" userId="fdd3fd0f-c483-48c9-988d-7deb216763fd" providerId="ADAL" clId="{A6DED9D1-7673-4C18-865B-598BD3A5C0C4}" dt="2020-10-13T20:17:55.813" v="79" actId="1076"/>
          <ac:cxnSpMkLst>
            <pc:docMk/>
            <pc:sldMk cId="4054802990" sldId="319"/>
            <ac:cxnSpMk id="39" creationId="{DC2080AE-CD09-4A9A-A738-A6B05895F95A}"/>
          </ac:cxnSpMkLst>
        </pc:cxnChg>
        <pc:cxnChg chg="add mod">
          <ac:chgData name="Moore, Jacob Preston" userId="fdd3fd0f-c483-48c9-988d-7deb216763fd" providerId="ADAL" clId="{A6DED9D1-7673-4C18-865B-598BD3A5C0C4}" dt="2020-10-13T20:18:18.978" v="100" actId="1035"/>
          <ac:cxnSpMkLst>
            <pc:docMk/>
            <pc:sldMk cId="4054802990" sldId="319"/>
            <ac:cxnSpMk id="40" creationId="{BA4E5EB7-2BDC-4E56-936A-385697FA4651}"/>
          </ac:cxnSpMkLst>
        </pc:cxnChg>
      </pc:sldChg>
    </pc:docChg>
  </pc:docChgLst>
  <pc:docChgLst>
    <pc:chgData name="Moore, Jacob Preston" userId="fdd3fd0f-c483-48c9-988d-7deb216763fd" providerId="ADAL" clId="{E957B33C-E8CD-4F7E-B4DB-0054BEFB745E}"/>
    <pc:docChg chg="custSel addSld modSld">
      <pc:chgData name="Moore, Jacob Preston" userId="fdd3fd0f-c483-48c9-988d-7deb216763fd" providerId="ADAL" clId="{E957B33C-E8CD-4F7E-B4DB-0054BEFB745E}" dt="2020-06-17T19:47:27.407" v="20" actId="27636"/>
      <pc:docMkLst>
        <pc:docMk/>
      </pc:docMkLst>
      <pc:sldChg chg="modSp">
        <pc:chgData name="Moore, Jacob Preston" userId="fdd3fd0f-c483-48c9-988d-7deb216763fd" providerId="ADAL" clId="{E957B33C-E8CD-4F7E-B4DB-0054BEFB745E}" dt="2020-06-17T19:44:52.140" v="3" actId="27636"/>
        <pc:sldMkLst>
          <pc:docMk/>
          <pc:sldMk cId="3080430471" sldId="256"/>
        </pc:sldMkLst>
        <pc:spChg chg="mod">
          <ac:chgData name="Moore, Jacob Preston" userId="fdd3fd0f-c483-48c9-988d-7deb216763fd" providerId="ADAL" clId="{E957B33C-E8CD-4F7E-B4DB-0054BEFB745E}" dt="2020-06-17T19:44:52.140" v="3" actId="27636"/>
          <ac:spMkLst>
            <pc:docMk/>
            <pc:sldMk cId="3080430471" sldId="256"/>
            <ac:spMk id="2" creationId="{00000000-0000-0000-0000-000000000000}"/>
          </ac:spMkLst>
        </pc:spChg>
      </pc:sldChg>
      <pc:sldChg chg="delSp modSp add modAnim">
        <pc:chgData name="Moore, Jacob Preston" userId="fdd3fd0f-c483-48c9-988d-7deb216763fd" providerId="ADAL" clId="{E957B33C-E8CD-4F7E-B4DB-0054BEFB745E}" dt="2020-06-17T19:47:27.407" v="20" actId="27636"/>
        <pc:sldMkLst>
          <pc:docMk/>
          <pc:sldMk cId="3331765365" sldId="286"/>
        </pc:sldMkLst>
        <pc:spChg chg="mod">
          <ac:chgData name="Moore, Jacob Preston" userId="fdd3fd0f-c483-48c9-988d-7deb216763fd" providerId="ADAL" clId="{E957B33C-E8CD-4F7E-B4DB-0054BEFB745E}" dt="2020-06-17T19:47:27.407" v="20" actId="27636"/>
          <ac:spMkLst>
            <pc:docMk/>
            <pc:sldMk cId="3331765365" sldId="286"/>
            <ac:spMk id="3" creationId="{00000000-0000-0000-0000-000000000000}"/>
          </ac:spMkLst>
        </pc:spChg>
        <pc:picChg chg="del">
          <ac:chgData name="Moore, Jacob Preston" userId="fdd3fd0f-c483-48c9-988d-7deb216763fd" providerId="ADAL" clId="{E957B33C-E8CD-4F7E-B4DB-0054BEFB745E}" dt="2020-06-17T19:46:22.497" v="5" actId="478"/>
          <ac:picMkLst>
            <pc:docMk/>
            <pc:sldMk cId="3331765365" sldId="286"/>
            <ac:picMk id="1026" creationId="{00000000-0000-0000-0000-000000000000}"/>
          </ac:picMkLst>
        </pc:picChg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805433833" sldId="292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3078598549" sldId="293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1332145190" sldId="295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4067583084" sldId="296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2089441274" sldId="297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2658887364" sldId="298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3194123090" sldId="299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289455240" sldId="300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1820117626" sldId="301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2345225535" sldId="314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3744907922" sldId="315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2645607221" sldId="316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2597457434" sldId="317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1818315313" sldId="318"/>
        </pc:sldMkLst>
      </pc:sldChg>
      <pc:sldChg chg="add">
        <pc:chgData name="Moore, Jacob Preston" userId="fdd3fd0f-c483-48c9-988d-7deb216763fd" providerId="ADAL" clId="{E957B33C-E8CD-4F7E-B4DB-0054BEFB745E}" dt="2020-06-17T19:46:16.434" v="4"/>
        <pc:sldMkLst>
          <pc:docMk/>
          <pc:sldMk cId="3821648370" sldId="3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1AB63-216F-4D5B-8811-CCB935E98D4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503E-B3EF-424C-B3CC-B319B8E34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4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71503E-B3EF-424C-B3CC-B319B8E34A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78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511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2" descr="Adaptive Map Logo">
            <a:extLst>
              <a:ext uri="{FF2B5EF4-FFF2-40B4-BE49-F238E27FC236}">
                <a16:creationId xmlns:a16="http://schemas.microsoft.com/office/drawing/2014/main" id="{47EE881C-8EE7-446C-91D5-BB734D80EE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089525"/>
            <a:ext cx="3048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EDE0CC1-27C1-4221-84FE-9FC7EEBDE843}"/>
              </a:ext>
            </a:extLst>
          </p:cNvPr>
          <p:cNvSpPr txBox="1">
            <a:spLocks/>
          </p:cNvSpPr>
          <p:nvPr userDrawn="1"/>
        </p:nvSpPr>
        <p:spPr>
          <a:xfrm>
            <a:off x="2019300" y="59436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mechanicsmap.psu.edu</a:t>
            </a:r>
          </a:p>
        </p:txBody>
      </p:sp>
    </p:spTree>
    <p:extLst>
      <p:ext uri="{BB962C8B-B14F-4D97-AF65-F5344CB8AC3E}">
        <p14:creationId xmlns:p14="http://schemas.microsoft.com/office/powerpoint/2010/main" val="2509048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1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7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1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0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Centroids of Areas via Composite Parts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Dr. Jacob Moore</a:t>
            </a:r>
          </a:p>
          <a:p>
            <a:r>
              <a:rPr lang="en-US" sz="2400" dirty="0"/>
              <a:t>Associate Professor of Mechanical Engineering</a:t>
            </a:r>
          </a:p>
          <a:p>
            <a:r>
              <a:rPr lang="en-US" sz="2400" dirty="0"/>
              <a:t>Penn State Mont Alto</a:t>
            </a:r>
          </a:p>
        </p:txBody>
      </p:sp>
    </p:spTree>
    <p:extLst>
      <p:ext uri="{BB962C8B-B14F-4D97-AF65-F5344CB8AC3E}">
        <p14:creationId xmlns:p14="http://schemas.microsoft.com/office/powerpoint/2010/main" val="308043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Alternate Methods for Finding the Centroid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centroid of a shape can always be found via </a:t>
            </a:r>
            <a:r>
              <a:rPr lang="en-US" b="1" dirty="0"/>
              <a:t>integration</a:t>
            </a:r>
            <a:r>
              <a:rPr lang="en-US" dirty="0"/>
              <a:t>, however performing the calculations by hand for more complex shapes can become unmanageably difficult.</a:t>
            </a:r>
          </a:p>
          <a:p>
            <a:pPr lvl="1"/>
            <a:r>
              <a:rPr lang="en-US" dirty="0"/>
              <a:t>One solution is to use the </a:t>
            </a:r>
            <a:r>
              <a:rPr lang="en-US" b="1" dirty="0"/>
              <a:t>method of composite parts</a:t>
            </a:r>
            <a:r>
              <a:rPr lang="en-US" dirty="0"/>
              <a:t>, taking advantage of someone else’s previous work in computing the integrals.</a:t>
            </a:r>
          </a:p>
          <a:p>
            <a:pPr lvl="1"/>
            <a:r>
              <a:rPr lang="en-US" dirty="0"/>
              <a:t>Another solution is to use </a:t>
            </a:r>
            <a:r>
              <a:rPr lang="en-US" b="1" dirty="0"/>
              <a:t>software tools</a:t>
            </a:r>
            <a:r>
              <a:rPr lang="en-US" dirty="0"/>
              <a:t>, such as a CAD software, that can calculate these values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Problem 3 Diagram">
            <a:extLst>
              <a:ext uri="{FF2B5EF4-FFF2-40B4-BE49-F238E27FC236}">
                <a16:creationId xmlns:a16="http://schemas.microsoft.com/office/drawing/2014/main" id="{385EBDAC-AD07-43A4-AE3F-BD90B5DFE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057400"/>
            <a:ext cx="2959700" cy="344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76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Centroid via the Method of Composite Parts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The method of composite parts works by breaking down complex shapes into simple parts, and then looking up centroid information for each of those parts in a table</a:t>
                </a:r>
              </a:p>
              <a:p>
                <a:pPr lvl="1"/>
                <a:r>
                  <a:rPr lang="en-US" dirty="0"/>
                  <a:t>The values in the table were calculated via integration, leaving things like width and height as general variables</a:t>
                </a:r>
              </a:p>
              <a:p>
                <a:pPr lvl="1"/>
                <a:r>
                  <a:rPr lang="en-US" dirty="0"/>
                  <a:t>For each simple shape, we will need to determine...</a:t>
                </a:r>
              </a:p>
              <a:p>
                <a:pPr lvl="2"/>
                <a:r>
                  <a:rPr lang="en-US" dirty="0"/>
                  <a:t>Area</a:t>
                </a:r>
              </a:p>
              <a:p>
                <a:pPr lvl="2"/>
                <a:r>
                  <a:rPr lang="en-US" dirty="0"/>
                  <a:t>Centroid Location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617" r="-2000" b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2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7"/>
            <a:ext cx="8229600" cy="173331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centroid tables provide a generalized centroid location, that will need to be adapted to the exact situation you have.</a:t>
            </a:r>
          </a:p>
          <a:p>
            <a:r>
              <a:rPr lang="en-US" dirty="0"/>
              <a:t>Let’s use the figure from the table to determine the location of this triangle’s centroid…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9262FE-7F58-4A1E-8AF3-5A510A86DEBD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91019" y="555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36576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428235" y="5714218"/>
            <a:ext cx="3681513" cy="37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428235" y="4026932"/>
            <a:ext cx="0" cy="17304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449231" y="4331732"/>
            <a:ext cx="2974717" cy="1393762"/>
          </a:xfrm>
          <a:prstGeom prst="triangle">
            <a:avLst>
              <a:gd name="adj" fmla="val 10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52148" y="6091966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2148" y="5794800"/>
            <a:ext cx="0" cy="59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423950" y="5794800"/>
            <a:ext cx="0" cy="59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532804" y="4331732"/>
            <a:ext cx="57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3815834" y="4342618"/>
            <a:ext cx="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532802" y="4854638"/>
            <a:ext cx="58199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95148" y="5921828"/>
            <a:ext cx="53845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6 in</a:t>
            </a:r>
          </a:p>
        </p:txBody>
      </p:sp>
      <p:pic>
        <p:nvPicPr>
          <p:cNvPr id="2050" name="Picture 2" descr="Centroid of a Right Triangle">
            <a:extLst>
              <a:ext uri="{FF2B5EF4-FFF2-40B4-BE49-F238E27FC236}">
                <a16:creationId xmlns:a16="http://schemas.microsoft.com/office/drawing/2014/main" id="{6BE919A0-B055-448F-A27A-D3D64AC54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743" y="3419748"/>
            <a:ext cx="4064057" cy="311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C687BD-A215-4E18-A3BB-FA618E669123}"/>
              </a:ext>
            </a:extLst>
          </p:cNvPr>
          <p:cNvSpPr txBox="1"/>
          <p:nvPr/>
        </p:nvSpPr>
        <p:spPr>
          <a:xfrm>
            <a:off x="1101605" y="3515501"/>
            <a:ext cx="1820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Triangle in Our Problem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6E9A34-3B71-4014-8B59-854A1BBA5DDA}"/>
              </a:ext>
            </a:extLst>
          </p:cNvPr>
          <p:cNvSpPr txBox="1"/>
          <p:nvPr/>
        </p:nvSpPr>
        <p:spPr>
          <a:xfrm>
            <a:off x="5791200" y="3256235"/>
            <a:ext cx="2743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Right Triangle from Centroid Table</a:t>
            </a:r>
          </a:p>
        </p:txBody>
      </p:sp>
    </p:spTree>
    <p:extLst>
      <p:ext uri="{BB962C8B-B14F-4D97-AF65-F5344CB8AC3E}">
        <p14:creationId xmlns:p14="http://schemas.microsoft.com/office/powerpoint/2010/main" val="374490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9" grpId="0" animBg="1"/>
      <p:bldP spid="16" grpId="0" animBg="1"/>
      <p:bldP spid="17" grpId="0" animBg="1"/>
      <p:bldP spid="18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Method of Composite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2859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To use the method of composite parts, we will first need </a:t>
            </a:r>
            <a:r>
              <a:rPr lang="en-US" b="1" dirty="0"/>
              <a:t>identify an origin point</a:t>
            </a:r>
            <a:r>
              <a:rPr lang="en-US" dirty="0"/>
              <a:t> we will use and then </a:t>
            </a:r>
            <a:r>
              <a:rPr lang="en-US" b="1" dirty="0"/>
              <a:t>break the shape down into simple parts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simple part you create must be in your centroid table.</a:t>
            </a:r>
          </a:p>
          <a:p>
            <a:pPr lvl="1"/>
            <a:r>
              <a:rPr lang="en-US" dirty="0"/>
              <a:t>Regular areas will count as positive areas</a:t>
            </a:r>
          </a:p>
          <a:p>
            <a:pPr lvl="1"/>
            <a:r>
              <a:rPr lang="en-US" dirty="0"/>
              <a:t>Holes or Cutouts will count as negative areas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F1A430-310F-3B50-1D1B-172BD9399F89}"/>
              </a:ext>
            </a:extLst>
          </p:cNvPr>
          <p:cNvGrpSpPr/>
          <p:nvPr/>
        </p:nvGrpSpPr>
        <p:grpSpPr>
          <a:xfrm>
            <a:off x="5334000" y="4470944"/>
            <a:ext cx="2721428" cy="1839686"/>
            <a:chOff x="5334000" y="4470944"/>
            <a:chExt cx="2721428" cy="18396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33BFCB-B770-818D-2AD0-3C8F1B3B4CD2}"/>
                </a:ext>
              </a:extLst>
            </p:cNvPr>
            <p:cNvSpPr/>
            <p:nvPr/>
          </p:nvSpPr>
          <p:spPr>
            <a:xfrm>
              <a:off x="6226628" y="4481830"/>
              <a:ext cx="1828800" cy="18288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B5E0E76-0338-4746-2AAD-804ACBC69A03}"/>
                </a:ext>
              </a:extLst>
            </p:cNvPr>
            <p:cNvSpPr/>
            <p:nvPr/>
          </p:nvSpPr>
          <p:spPr>
            <a:xfrm>
              <a:off x="5334000" y="4470944"/>
              <a:ext cx="1828800" cy="1828800"/>
            </a:xfrm>
            <a:prstGeom prst="ellipse">
              <a:avLst/>
            </a:prstGeom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C73AF76-3DA8-2B59-01C1-36CF7CF52EA8}"/>
              </a:ext>
            </a:extLst>
          </p:cNvPr>
          <p:cNvSpPr/>
          <p:nvPr/>
        </p:nvSpPr>
        <p:spPr>
          <a:xfrm>
            <a:off x="7173686" y="5396230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e 7">
            <a:extLst>
              <a:ext uri="{FF2B5EF4-FFF2-40B4-BE49-F238E27FC236}">
                <a16:creationId xmlns:a16="http://schemas.microsoft.com/office/drawing/2014/main" id="{1AC71A06-6DD9-732A-C13D-F948C43BA55C}"/>
              </a:ext>
            </a:extLst>
          </p:cNvPr>
          <p:cNvSpPr/>
          <p:nvPr/>
        </p:nvSpPr>
        <p:spPr>
          <a:xfrm>
            <a:off x="5323114" y="4470942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1491F7-8A6E-1A87-1AB7-47B09721DB54}"/>
              </a:ext>
            </a:extLst>
          </p:cNvPr>
          <p:cNvSpPr/>
          <p:nvPr/>
        </p:nvSpPr>
        <p:spPr>
          <a:xfrm>
            <a:off x="6237516" y="4470944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B314C37-9DA4-2613-4458-C9030D9F216D}"/>
              </a:ext>
            </a:extLst>
          </p:cNvPr>
          <p:cNvSpPr/>
          <p:nvPr/>
        </p:nvSpPr>
        <p:spPr>
          <a:xfrm>
            <a:off x="7151912" y="5385346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E70E4D-6FE4-F7FD-7021-548341E450D7}"/>
              </a:ext>
            </a:extLst>
          </p:cNvPr>
          <p:cNvGrpSpPr/>
          <p:nvPr/>
        </p:nvGrpSpPr>
        <p:grpSpPr>
          <a:xfrm>
            <a:off x="762000" y="4460782"/>
            <a:ext cx="2721428" cy="1829526"/>
            <a:chOff x="762000" y="4460782"/>
            <a:chExt cx="2721428" cy="18295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BE6AAC-9207-4CDE-122B-037C587B3772}"/>
                </a:ext>
              </a:extLst>
            </p:cNvPr>
            <p:cNvSpPr/>
            <p:nvPr/>
          </p:nvSpPr>
          <p:spPr>
            <a:xfrm>
              <a:off x="1654628" y="4461508"/>
              <a:ext cx="1828800" cy="18288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A51920-90C5-7DB4-48DE-FD7147DDB796}"/>
                </a:ext>
              </a:extLst>
            </p:cNvPr>
            <p:cNvSpPr/>
            <p:nvPr/>
          </p:nvSpPr>
          <p:spPr>
            <a:xfrm>
              <a:off x="762000" y="4460782"/>
              <a:ext cx="1828800" cy="1828800"/>
            </a:xfrm>
            <a:prstGeom prst="ellipse">
              <a:avLst/>
            </a:prstGeom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AE178F-86F9-3BB7-58FD-CD2C511D880E}"/>
              </a:ext>
            </a:extLst>
          </p:cNvPr>
          <p:cNvCxnSpPr/>
          <p:nvPr/>
        </p:nvCxnSpPr>
        <p:spPr>
          <a:xfrm>
            <a:off x="5309512" y="5415824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EC6353-E80C-FBC4-542A-7FE5352559A1}"/>
              </a:ext>
            </a:extLst>
          </p:cNvPr>
          <p:cNvCxnSpPr/>
          <p:nvPr/>
        </p:nvCxnSpPr>
        <p:spPr>
          <a:xfrm flipV="1">
            <a:off x="5309512" y="4725790"/>
            <a:ext cx="0" cy="672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93C532-D821-8FBF-628C-F4D20EDA25FB}"/>
              </a:ext>
            </a:extLst>
          </p:cNvPr>
          <p:cNvSpPr txBox="1"/>
          <p:nvPr/>
        </p:nvSpPr>
        <p:spPr>
          <a:xfrm>
            <a:off x="5895871" y="524059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C2949B-0F99-00FA-F989-884391725B0A}"/>
              </a:ext>
            </a:extLst>
          </p:cNvPr>
          <p:cNvSpPr txBox="1"/>
          <p:nvPr/>
        </p:nvSpPr>
        <p:spPr>
          <a:xfrm>
            <a:off x="5155250" y="433909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713984-FEA1-2D80-C380-85F245316B4E}"/>
              </a:ext>
            </a:extLst>
          </p:cNvPr>
          <p:cNvSpPr txBox="1"/>
          <p:nvPr/>
        </p:nvSpPr>
        <p:spPr>
          <a:xfrm>
            <a:off x="5753055" y="5619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B2FAEC2-8D3A-91F9-EFAB-D72B89277BAF}"/>
              </a:ext>
            </a:extLst>
          </p:cNvPr>
          <p:cNvSpPr/>
          <p:nvPr/>
        </p:nvSpPr>
        <p:spPr>
          <a:xfrm>
            <a:off x="4006491" y="5187224"/>
            <a:ext cx="685800" cy="4572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4F568AC-CDC4-149B-EE1A-0D24491B65AC}"/>
              </a:ext>
            </a:extLst>
          </p:cNvPr>
          <p:cNvSpPr/>
          <p:nvPr/>
        </p:nvSpPr>
        <p:spPr>
          <a:xfrm>
            <a:off x="2590073" y="5396230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E6A622-838F-3087-2499-E2344C1867CA}"/>
              </a:ext>
            </a:extLst>
          </p:cNvPr>
          <p:cNvSpPr txBox="1"/>
          <p:nvPr/>
        </p:nvSpPr>
        <p:spPr>
          <a:xfrm>
            <a:off x="6936878" y="52286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D898CD-AF79-0078-48D1-3E917F282FCE}"/>
              </a:ext>
            </a:extLst>
          </p:cNvPr>
          <p:cNvSpPr txBox="1"/>
          <p:nvPr/>
        </p:nvSpPr>
        <p:spPr>
          <a:xfrm>
            <a:off x="7646442" y="5853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4560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 animBg="1"/>
      <p:bldP spid="16" grpId="0" animBg="1"/>
      <p:bldP spid="21" grpId="0"/>
      <p:bldP spid="22" grpId="0"/>
      <p:bldP spid="23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Method of Composite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Next, we will record the area, x centroid coordinate, and the y centroid coordinate in a table.</a:t>
            </a:r>
          </a:p>
          <a:p>
            <a:pPr lvl="1"/>
            <a:r>
              <a:rPr lang="en-US" dirty="0"/>
              <a:t>Remember to take the orientation and position of each shape into account when finding the centroid of the shape. The centroid locations </a:t>
            </a:r>
            <a:r>
              <a:rPr lang="en-US" u="sng" dirty="0"/>
              <a:t>should all be relative to the same point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4495800" y="3942806"/>
              <a:ext cx="4201888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04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04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5047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504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Shape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latin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/>
                                      </a:rPr>
                                      <m:t>Y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8021245"/>
                  </p:ext>
                </p:extLst>
              </p:nvPr>
            </p:nvGraphicFramePr>
            <p:xfrm>
              <a:off x="4495800" y="3942806"/>
              <a:ext cx="4201888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0472"/>
                    <a:gridCol w="1050472"/>
                    <a:gridCol w="1050472"/>
                    <a:gridCol w="1050472"/>
                  </a:tblGrid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Shape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201163" t="-917" r="-100000" b="-299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301163" t="-917" b="-299083"/>
                          </a:stretch>
                        </a:blipFill>
                      </a:tcPr>
                    </a:tc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Rectangle 11"/>
          <p:cNvSpPr/>
          <p:nvPr/>
        </p:nvSpPr>
        <p:spPr>
          <a:xfrm>
            <a:off x="1589314" y="4354286"/>
            <a:ext cx="1828800" cy="1828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696688" y="4343400"/>
            <a:ext cx="1828800" cy="1828800"/>
          </a:xfrm>
          <a:prstGeom prst="ellips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Isosceles Triangle 13"/>
          <p:cNvSpPr/>
          <p:nvPr/>
        </p:nvSpPr>
        <p:spPr>
          <a:xfrm>
            <a:off x="2536372" y="5268686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e 14"/>
          <p:cNvSpPr/>
          <p:nvPr/>
        </p:nvSpPr>
        <p:spPr>
          <a:xfrm>
            <a:off x="685800" y="4343398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2" y="4343400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2514598" y="5257802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91792" y="5287048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91792" y="4598246"/>
            <a:ext cx="0" cy="672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3961" y="45513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96ADF-853C-F7BB-DD0B-0B34ECFC3194}"/>
              </a:ext>
            </a:extLst>
          </p:cNvPr>
          <p:cNvSpPr txBox="1"/>
          <p:nvPr/>
        </p:nvSpPr>
        <p:spPr>
          <a:xfrm>
            <a:off x="1295400" y="510529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4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418635"/>
            <a:ext cx="4419600" cy="3373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Make sure you label all centroid locations with respect to the origin point.</a:t>
            </a:r>
          </a:p>
          <a:p>
            <a:r>
              <a:rPr lang="en-US" dirty="0"/>
              <a:t>This will often involve reorienting or interpreting the centroid table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89314" y="4354286"/>
            <a:ext cx="1828800" cy="1828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96688" y="4343400"/>
            <a:ext cx="1828800" cy="1828800"/>
          </a:xfrm>
          <a:prstGeom prst="ellips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Isosceles Triangle 6"/>
          <p:cNvSpPr/>
          <p:nvPr/>
        </p:nvSpPr>
        <p:spPr>
          <a:xfrm>
            <a:off x="2536372" y="5268686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685800" y="4343398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2" y="4343400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514598" y="5257802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91792" y="5287048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91792" y="4598246"/>
            <a:ext cx="0" cy="672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95400" y="510529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3961" y="45513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31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200479"/>
            <a:ext cx="4371975" cy="36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Make sure you label all centroid locations with respect to the origin point.</a:t>
            </a:r>
          </a:p>
          <a:p>
            <a:r>
              <a:rPr lang="en-US" dirty="0"/>
              <a:t>This will often involve reorienting or interpreting the centroid table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89314" y="4354286"/>
            <a:ext cx="1828800" cy="1828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96688" y="4343400"/>
            <a:ext cx="1828800" cy="1828800"/>
          </a:xfrm>
          <a:prstGeom prst="ellips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Isosceles Triangle 6"/>
          <p:cNvSpPr/>
          <p:nvPr/>
        </p:nvSpPr>
        <p:spPr>
          <a:xfrm>
            <a:off x="2536372" y="5268686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685800" y="4343398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2" y="4343400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514598" y="5257802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91792" y="5287048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91792" y="4598246"/>
            <a:ext cx="0" cy="672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95400" y="510529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3961" y="45513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43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Method of Composite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3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Once we have these values, we can use the formulas shown below to calculate the x and y coordinates of the centroid for the whole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048601" y="2776550"/>
                <a:ext cx="1781578" cy="971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601" y="2776550"/>
                <a:ext cx="1781578" cy="9715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589314" y="4354286"/>
            <a:ext cx="1828800" cy="1828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696688" y="4343400"/>
            <a:ext cx="1828800" cy="1828800"/>
          </a:xfrm>
          <a:prstGeom prst="ellips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Isosceles Triangle 17"/>
          <p:cNvSpPr/>
          <p:nvPr/>
        </p:nvSpPr>
        <p:spPr>
          <a:xfrm>
            <a:off x="2536372" y="5268686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e 18"/>
          <p:cNvSpPr/>
          <p:nvPr/>
        </p:nvSpPr>
        <p:spPr>
          <a:xfrm>
            <a:off x="685800" y="4343398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2" y="4343400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2514598" y="5257802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91792" y="5287048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91792" y="4598246"/>
            <a:ext cx="0" cy="672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95400" y="510529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83961" y="45513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/>
              <p:cNvGraphicFramePr>
                <a:graphicFrameLocks noGrp="1"/>
              </p:cNvGraphicFramePr>
              <p:nvPr/>
            </p:nvGraphicFramePr>
            <p:xfrm>
              <a:off x="4495800" y="3942806"/>
              <a:ext cx="4201888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04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04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5047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504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Shape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latin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/>
                                      </a:rPr>
                                      <m:t>Y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851495"/>
                  </p:ext>
                </p:extLst>
              </p:nvPr>
            </p:nvGraphicFramePr>
            <p:xfrm>
              <a:off x="4495800" y="3942806"/>
              <a:ext cx="4201888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0472"/>
                    <a:gridCol w="1050472"/>
                    <a:gridCol w="1050472"/>
                    <a:gridCol w="1050472"/>
                  </a:tblGrid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Shape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201163" t="-917" r="-100000" b="-299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01163" t="-917" b="-299083"/>
                          </a:stretch>
                        </a:blipFill>
                      </a:tcPr>
                    </a:tc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</a:tr>
                  <a:tr h="662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876800" y="2775858"/>
                <a:ext cx="1787990" cy="971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y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775858"/>
                <a:ext cx="1787990" cy="97154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598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Watching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See other engineering mechanics videos and access the full tool at…</a:t>
            </a:r>
          </a:p>
        </p:txBody>
      </p:sp>
    </p:spTree>
    <p:extLst>
      <p:ext uri="{BB962C8B-B14F-4D97-AF65-F5344CB8AC3E}">
        <p14:creationId xmlns:p14="http://schemas.microsoft.com/office/powerpoint/2010/main" val="3129637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2999"/>
          </a:xfrm>
        </p:spPr>
        <p:txBody>
          <a:bodyPr>
            <a:normAutofit fontScale="92500"/>
          </a:bodyPr>
          <a:lstStyle/>
          <a:p>
            <a:r>
              <a:rPr lang="en-US" dirty="0"/>
              <a:t>Use the method of composite parts to determine the centroid of the shape shown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C6946-A173-4635-AF6A-5E524A1673A8}"/>
              </a:ext>
            </a:extLst>
          </p:cNvPr>
          <p:cNvSpPr/>
          <p:nvPr/>
        </p:nvSpPr>
        <p:spPr>
          <a:xfrm>
            <a:off x="1895475" y="3658589"/>
            <a:ext cx="2853837" cy="1907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9B3197D-EF8D-40E7-AD69-B2163FC23890}"/>
              </a:ext>
            </a:extLst>
          </p:cNvPr>
          <p:cNvSpPr/>
          <p:nvPr/>
        </p:nvSpPr>
        <p:spPr>
          <a:xfrm>
            <a:off x="4739787" y="3658589"/>
            <a:ext cx="2714625" cy="1907076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6B1B07-BBCA-4D4F-8479-73CA168EAD18}"/>
              </a:ext>
            </a:extLst>
          </p:cNvPr>
          <p:cNvSpPr/>
          <p:nvPr/>
        </p:nvSpPr>
        <p:spPr>
          <a:xfrm>
            <a:off x="2556730" y="3896973"/>
            <a:ext cx="1531327" cy="14303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DAE8CF-004A-4FA1-B2C4-BA5435FE5543}"/>
              </a:ext>
            </a:extLst>
          </p:cNvPr>
          <p:cNvSpPr/>
          <p:nvPr/>
        </p:nvSpPr>
        <p:spPr>
          <a:xfrm>
            <a:off x="4643039" y="3672264"/>
            <a:ext cx="119324" cy="18837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F1EB6C-99B9-4AAB-9DA1-FA566B477EA7}"/>
              </a:ext>
            </a:extLst>
          </p:cNvPr>
          <p:cNvCxnSpPr/>
          <p:nvPr/>
        </p:nvCxnSpPr>
        <p:spPr>
          <a:xfrm flipV="1">
            <a:off x="7463937" y="5637725"/>
            <a:ext cx="0" cy="945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C7CAAF-D849-40CD-98E5-7BA1625A90A9}"/>
              </a:ext>
            </a:extLst>
          </p:cNvPr>
          <p:cNvCxnSpPr/>
          <p:nvPr/>
        </p:nvCxnSpPr>
        <p:spPr>
          <a:xfrm flipV="1">
            <a:off x="1885532" y="5608695"/>
            <a:ext cx="9943" cy="945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D25E81-AB0A-4225-A130-4492CB084373}"/>
              </a:ext>
            </a:extLst>
          </p:cNvPr>
          <p:cNvCxnSpPr/>
          <p:nvPr/>
        </p:nvCxnSpPr>
        <p:spPr>
          <a:xfrm>
            <a:off x="1885532" y="6253419"/>
            <a:ext cx="55784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635A265-4EEE-495E-85A8-A0C8226E3E04}"/>
              </a:ext>
            </a:extLst>
          </p:cNvPr>
          <p:cNvSpPr txBox="1"/>
          <p:nvPr/>
        </p:nvSpPr>
        <p:spPr>
          <a:xfrm>
            <a:off x="4432981" y="6088359"/>
            <a:ext cx="483506" cy="33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8 in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3AF7E5-C8B7-4FDC-BAC5-2DEF6BC5667F}"/>
              </a:ext>
            </a:extLst>
          </p:cNvPr>
          <p:cNvCxnSpPr/>
          <p:nvPr/>
        </p:nvCxnSpPr>
        <p:spPr>
          <a:xfrm flipV="1">
            <a:off x="1885532" y="2625384"/>
            <a:ext cx="9943" cy="945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4ABA78-91E6-422D-B985-7D6C0922950B}"/>
              </a:ext>
            </a:extLst>
          </p:cNvPr>
          <p:cNvCxnSpPr/>
          <p:nvPr/>
        </p:nvCxnSpPr>
        <p:spPr>
          <a:xfrm>
            <a:off x="1885532" y="3127233"/>
            <a:ext cx="28768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3356C26-E722-496C-A66D-71D92D3248E9}"/>
              </a:ext>
            </a:extLst>
          </p:cNvPr>
          <p:cNvSpPr txBox="1"/>
          <p:nvPr/>
        </p:nvSpPr>
        <p:spPr>
          <a:xfrm>
            <a:off x="3110384" y="2948650"/>
            <a:ext cx="483506" cy="33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4 in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FC30E2-270E-414E-88DC-AF6791070C1B}"/>
              </a:ext>
            </a:extLst>
          </p:cNvPr>
          <p:cNvCxnSpPr/>
          <p:nvPr/>
        </p:nvCxnSpPr>
        <p:spPr>
          <a:xfrm flipV="1">
            <a:off x="4749312" y="2625382"/>
            <a:ext cx="0" cy="945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3BFDCBC-6858-4F9B-AD49-EF0A187290AC}"/>
              </a:ext>
            </a:extLst>
          </p:cNvPr>
          <p:cNvCxnSpPr>
            <a:cxnSpLocks/>
          </p:cNvCxnSpPr>
          <p:nvPr/>
        </p:nvCxnSpPr>
        <p:spPr>
          <a:xfrm>
            <a:off x="609600" y="5555982"/>
            <a:ext cx="11566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205432-4075-498A-B40F-A68295D55497}"/>
              </a:ext>
            </a:extLst>
          </p:cNvPr>
          <p:cNvCxnSpPr>
            <a:cxnSpLocks/>
          </p:cNvCxnSpPr>
          <p:nvPr/>
        </p:nvCxnSpPr>
        <p:spPr>
          <a:xfrm>
            <a:off x="533400" y="3658589"/>
            <a:ext cx="12328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9CF7A4-57D6-4695-ABE5-14577102B4F7}"/>
              </a:ext>
            </a:extLst>
          </p:cNvPr>
          <p:cNvCxnSpPr/>
          <p:nvPr/>
        </p:nvCxnSpPr>
        <p:spPr>
          <a:xfrm flipV="1">
            <a:off x="851353" y="3666492"/>
            <a:ext cx="9943" cy="1899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A2301DE-70E7-4047-9999-2CF06BB2A356}"/>
              </a:ext>
            </a:extLst>
          </p:cNvPr>
          <p:cNvSpPr txBox="1"/>
          <p:nvPr/>
        </p:nvSpPr>
        <p:spPr>
          <a:xfrm>
            <a:off x="609600" y="4451018"/>
            <a:ext cx="483506" cy="33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3 in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8AAA06-EA08-441B-99D7-94C28740E254}"/>
              </a:ext>
            </a:extLst>
          </p:cNvPr>
          <p:cNvCxnSpPr>
            <a:stCxn id="8" idx="3"/>
            <a:endCxn id="8" idx="7"/>
          </p:cNvCxnSpPr>
          <p:nvPr/>
        </p:nvCxnSpPr>
        <p:spPr>
          <a:xfrm flipV="1">
            <a:off x="2780987" y="4106437"/>
            <a:ext cx="1082812" cy="101138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5C0810-BCF1-4A1C-811B-164B653FC8C8}"/>
              </a:ext>
            </a:extLst>
          </p:cNvPr>
          <p:cNvSpPr txBox="1"/>
          <p:nvPr/>
        </p:nvSpPr>
        <p:spPr>
          <a:xfrm>
            <a:off x="2909732" y="4447067"/>
            <a:ext cx="796863" cy="33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 = 2 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B2A417-D8B1-49A1-AA66-A2F36E9FFA69}"/>
              </a:ext>
            </a:extLst>
          </p:cNvPr>
          <p:cNvSpPr txBox="1"/>
          <p:nvPr/>
        </p:nvSpPr>
        <p:spPr>
          <a:xfrm>
            <a:off x="7970129" y="5371765"/>
            <a:ext cx="259471" cy="33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795112-1F2B-4D0F-8D93-F78A5535BAF5}"/>
              </a:ext>
            </a:extLst>
          </p:cNvPr>
          <p:cNvSpPr txBox="1"/>
          <p:nvPr/>
        </p:nvSpPr>
        <p:spPr>
          <a:xfrm>
            <a:off x="1588546" y="2891318"/>
            <a:ext cx="263864" cy="33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B790B4F-A73D-4E27-9CA8-87963E8EE857}"/>
              </a:ext>
            </a:extLst>
          </p:cNvPr>
          <p:cNvCxnSpPr/>
          <p:nvPr/>
        </p:nvCxnSpPr>
        <p:spPr>
          <a:xfrm>
            <a:off x="1895778" y="5561149"/>
            <a:ext cx="5916187" cy="4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2E94C7-0818-466F-85A3-5EEAD7D7F8B9}"/>
              </a:ext>
            </a:extLst>
          </p:cNvPr>
          <p:cNvCxnSpPr/>
          <p:nvPr/>
        </p:nvCxnSpPr>
        <p:spPr>
          <a:xfrm flipV="1">
            <a:off x="1895778" y="3056378"/>
            <a:ext cx="0" cy="25096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5BFBBB-EF8E-474B-B1E7-FCA53C1FCA49}"/>
              </a:ext>
            </a:extLst>
          </p:cNvPr>
          <p:cNvCxnSpPr>
            <a:cxnSpLocks/>
          </p:cNvCxnSpPr>
          <p:nvPr/>
        </p:nvCxnSpPr>
        <p:spPr>
          <a:xfrm>
            <a:off x="1341779" y="4606653"/>
            <a:ext cx="3786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CF9A6D-AB6D-4630-A7FF-4D24C5F1C560}"/>
              </a:ext>
            </a:extLst>
          </p:cNvPr>
          <p:cNvCxnSpPr>
            <a:cxnSpLocks/>
          </p:cNvCxnSpPr>
          <p:nvPr/>
        </p:nvCxnSpPr>
        <p:spPr>
          <a:xfrm>
            <a:off x="1522754" y="4606653"/>
            <a:ext cx="0" cy="956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2F1B1D2-BA50-4E7E-8278-65208B6C2BA0}"/>
              </a:ext>
            </a:extLst>
          </p:cNvPr>
          <p:cNvSpPr txBox="1"/>
          <p:nvPr/>
        </p:nvSpPr>
        <p:spPr>
          <a:xfrm>
            <a:off x="1139004" y="4888466"/>
            <a:ext cx="7248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1.5 in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2080AE-CD09-4A9A-A738-A6B05895F95A}"/>
              </a:ext>
            </a:extLst>
          </p:cNvPr>
          <p:cNvCxnSpPr>
            <a:cxnSpLocks/>
          </p:cNvCxnSpPr>
          <p:nvPr/>
        </p:nvCxnSpPr>
        <p:spPr>
          <a:xfrm rot="5400000">
            <a:off x="3163450" y="5823460"/>
            <a:ext cx="3786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A4E5EB7-2BDC-4E56-936A-385697FA4651}"/>
              </a:ext>
            </a:extLst>
          </p:cNvPr>
          <p:cNvCxnSpPr>
            <a:cxnSpLocks/>
          </p:cNvCxnSpPr>
          <p:nvPr/>
        </p:nvCxnSpPr>
        <p:spPr>
          <a:xfrm>
            <a:off x="1905418" y="5850617"/>
            <a:ext cx="144738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561A4B4-3324-4071-B47D-E1703CA92FD1}"/>
              </a:ext>
            </a:extLst>
          </p:cNvPr>
          <p:cNvSpPr txBox="1"/>
          <p:nvPr/>
        </p:nvSpPr>
        <p:spPr>
          <a:xfrm>
            <a:off x="2369398" y="5673319"/>
            <a:ext cx="623152" cy="3787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2 in</a:t>
            </a:r>
          </a:p>
        </p:txBody>
      </p:sp>
    </p:spTree>
    <p:extLst>
      <p:ext uri="{BB962C8B-B14F-4D97-AF65-F5344CB8AC3E}">
        <p14:creationId xmlns:p14="http://schemas.microsoft.com/office/powerpoint/2010/main" val="4054802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2999"/>
          </a:xfrm>
        </p:spPr>
        <p:txBody>
          <a:bodyPr>
            <a:normAutofit fontScale="92500"/>
          </a:bodyPr>
          <a:lstStyle/>
          <a:p>
            <a:r>
              <a:rPr lang="en-US" dirty="0"/>
              <a:t>Use the method of composite parts to determine the centroid of the shape shown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12</a:t>
            </a:fld>
            <a:endParaRPr lang="en-US"/>
          </a:p>
        </p:txBody>
      </p:sp>
      <p:pic>
        <p:nvPicPr>
          <p:cNvPr id="4098" name="Picture 2" descr="Problem 2 Diagram">
            <a:extLst>
              <a:ext uri="{FF2B5EF4-FFF2-40B4-BE49-F238E27FC236}">
                <a16:creationId xmlns:a16="http://schemas.microsoft.com/office/drawing/2014/main" id="{0552542A-103B-4C14-B7CF-2EC9BA8A2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2842895"/>
            <a:ext cx="4000500" cy="384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25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2999"/>
          </a:xfrm>
        </p:spPr>
        <p:txBody>
          <a:bodyPr>
            <a:normAutofit fontScale="92500"/>
          </a:bodyPr>
          <a:lstStyle/>
          <a:p>
            <a:r>
              <a:rPr lang="en-US" dirty="0"/>
              <a:t>Use the method of composite parts to determine the centroid of the shape shown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13</a:t>
            </a:fld>
            <a:endParaRPr lang="en-US"/>
          </a:p>
        </p:txBody>
      </p:sp>
      <p:pic>
        <p:nvPicPr>
          <p:cNvPr id="3074" name="Picture 2" descr="Problem 3 Diagram">
            <a:extLst>
              <a:ext uri="{FF2B5EF4-FFF2-40B4-BE49-F238E27FC236}">
                <a16:creationId xmlns:a16="http://schemas.microsoft.com/office/drawing/2014/main" id="{0CDCEEC7-61B4-4A87-A3B9-E65410EF1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2871424"/>
            <a:ext cx="3481388" cy="405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655685"/>
      </p:ext>
    </p:extLst>
  </p:cSld>
  <p:clrMapOvr>
    <a:masterClrMapping/>
  </p:clrMapOvr>
</p:sld>
</file>

<file path=ppt/theme/theme1.xml><?xml version="1.0" encoding="utf-8"?>
<a:theme xmlns:a="http://schemas.openxmlformats.org/drawingml/2006/main" name="MA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6DF21F5BB2734A800ED30F3F452129" ma:contentTypeVersion="12" ma:contentTypeDescription="Create a new document." ma:contentTypeScope="" ma:versionID="544d96a5fbac5de9d5d902b535c73fb2">
  <xsd:schema xmlns:xsd="http://www.w3.org/2001/XMLSchema" xmlns:xs="http://www.w3.org/2001/XMLSchema" xmlns:p="http://schemas.microsoft.com/office/2006/metadata/properties" xmlns:ns3="90d05cb5-950f-4f68-bc2c-e17794455b92" xmlns:ns4="b4eab9fa-dbb0-4082-8491-8bd54207a265" targetNamespace="http://schemas.microsoft.com/office/2006/metadata/properties" ma:root="true" ma:fieldsID="7a710efc71c2169bf9c05e5a40dddf12" ns3:_="" ns4:_="">
    <xsd:import namespace="90d05cb5-950f-4f68-bc2c-e17794455b92"/>
    <xsd:import namespace="b4eab9fa-dbb0-4082-8491-8bd54207a26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d05cb5-950f-4f68-bc2c-e17794455b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ab9fa-dbb0-4082-8491-8bd54207a2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EB1464-66D1-425A-BBB5-7A9312BBE9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5CF5F32-56DC-4068-8B04-457CF34A96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3B8A4B-79FE-4529-931C-D64224FA7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d05cb5-950f-4f68-bc2c-e17794455b92"/>
    <ds:schemaRef ds:uri="b4eab9fa-dbb0-4082-8491-8bd54207a2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MA_Template</Template>
  <TotalTime>2369</TotalTime>
  <Words>585</Words>
  <Application>Microsoft Office PowerPoint</Application>
  <PresentationFormat>On-screen Show (4:3)</PresentationFormat>
  <Paragraphs>117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MA_Template</vt:lpstr>
      <vt:lpstr>Centroids of Areas via Composite Parts</vt:lpstr>
      <vt:lpstr>Alternate Methods for Finding the Centroid</vt:lpstr>
      <vt:lpstr>Finding the Centroid via the Method of Composite Parts</vt:lpstr>
      <vt:lpstr>Centroid Tables</vt:lpstr>
      <vt:lpstr>Using the Method of Composite Parts</vt:lpstr>
      <vt:lpstr>Using the Method of Composite Parts</vt:lpstr>
      <vt:lpstr>Centroid Locations</vt:lpstr>
      <vt:lpstr>Centroid Locations</vt:lpstr>
      <vt:lpstr>Using the Method of Composite Parts</vt:lpstr>
      <vt:lpstr>Thanks for Watching</vt:lpstr>
      <vt:lpstr>Worked Example</vt:lpstr>
      <vt:lpstr>Worked Example</vt:lpstr>
      <vt:lpstr>Worked Example</vt:lpstr>
    </vt:vector>
  </TitlesOfParts>
  <Company>The Pennsylvania State University at Mont 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MCH 212 (Dynamics)</dc:title>
  <dc:creator>Jacob Moore</dc:creator>
  <cp:lastModifiedBy>Moore, Jacob Preston</cp:lastModifiedBy>
  <cp:revision>131</cp:revision>
  <dcterms:created xsi:type="dcterms:W3CDTF">2014-01-09T21:04:08Z</dcterms:created>
  <dcterms:modified xsi:type="dcterms:W3CDTF">2025-07-24T18:47:52Z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0x010100A06DF21F5BB2734A800ED30F3F452129</vt:lpwstr>
  </property>
</Properties>
</file>