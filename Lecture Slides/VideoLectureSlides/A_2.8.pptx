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sldIdLst>
    <p:sldId id="256" r:id="rId5"/>
    <p:sldId id="344" r:id="rId6"/>
    <p:sldId id="345" r:id="rId7"/>
    <p:sldId id="346" r:id="rId8"/>
    <p:sldId id="320" r:id="rId9"/>
    <p:sldId id="335" r:id="rId10"/>
    <p:sldId id="347" r:id="rId11"/>
    <p:sldId id="343" r:id="rId12"/>
    <p:sldId id="287" r:id="rId13"/>
    <p:sldId id="332" r:id="rId14"/>
    <p:sldId id="339" r:id="rId15"/>
    <p:sldId id="34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D0D"/>
    <a:srgbClr val="DDDDD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335F4-357C-4194-BCAA-FD99BD0402B7}" v="71" dt="2020-10-13T20:57:52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6" autoAdjust="0"/>
    <p:restoredTop sz="54101" autoAdjust="0"/>
  </p:normalViewPr>
  <p:slideViewPr>
    <p:cSldViewPr snapToGrid="0">
      <p:cViewPr varScale="1">
        <p:scale>
          <a:sx n="74" d="100"/>
          <a:sy n="74" d="100"/>
        </p:scale>
        <p:origin x="2148" y="8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e, Jacob Preston" userId="fdd3fd0f-c483-48c9-988d-7deb216763fd" providerId="ADAL" clId="{E9EE1C90-D2CF-4923-BC6D-FFDEB4A3AB51}"/>
    <pc:docChg chg="undo custSel addSld delSld modSld sldOrd">
      <pc:chgData name="Moore, Jacob Preston" userId="fdd3fd0f-c483-48c9-988d-7deb216763fd" providerId="ADAL" clId="{E9EE1C90-D2CF-4923-BC6D-FFDEB4A3AB51}" dt="2020-06-29T18:17:55.542" v="3353"/>
      <pc:docMkLst>
        <pc:docMk/>
      </pc:docMkLst>
      <pc:sldChg chg="modSp">
        <pc:chgData name="Moore, Jacob Preston" userId="fdd3fd0f-c483-48c9-988d-7deb216763fd" providerId="ADAL" clId="{E9EE1C90-D2CF-4923-BC6D-FFDEB4A3AB51}" dt="2020-06-29T16:35:22.118" v="71" actId="20577"/>
        <pc:sldMkLst>
          <pc:docMk/>
          <pc:sldMk cId="3080430471" sldId="256"/>
        </pc:sldMkLst>
        <pc:spChg chg="mod">
          <ac:chgData name="Moore, Jacob Preston" userId="fdd3fd0f-c483-48c9-988d-7deb216763fd" providerId="ADAL" clId="{E9EE1C90-D2CF-4923-BC6D-FFDEB4A3AB51}" dt="2020-06-29T16:35:22.118" v="71" actId="20577"/>
          <ac:spMkLst>
            <pc:docMk/>
            <pc:sldMk cId="3080430471" sldId="256"/>
            <ac:spMk id="2" creationId="{00000000-0000-0000-0000-000000000000}"/>
          </ac:spMkLst>
        </pc:spChg>
      </pc:sldChg>
      <pc:sldChg chg="modSp add modAnim">
        <pc:chgData name="Moore, Jacob Preston" userId="fdd3fd0f-c483-48c9-988d-7deb216763fd" providerId="ADAL" clId="{E9EE1C90-D2CF-4923-BC6D-FFDEB4A3AB51}" dt="2020-06-29T16:39:58.314" v="293" actId="20577"/>
        <pc:sldMkLst>
          <pc:docMk/>
          <pc:sldMk cId="549000179" sldId="312"/>
        </pc:sldMkLst>
        <pc:spChg chg="mod">
          <ac:chgData name="Moore, Jacob Preston" userId="fdd3fd0f-c483-48c9-988d-7deb216763fd" providerId="ADAL" clId="{E9EE1C90-D2CF-4923-BC6D-FFDEB4A3AB51}" dt="2020-06-29T16:39:58.314" v="293" actId="20577"/>
          <ac:spMkLst>
            <pc:docMk/>
            <pc:sldMk cId="549000179" sldId="312"/>
            <ac:spMk id="2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6:39:25.713" v="272" actId="20577"/>
          <ac:spMkLst>
            <pc:docMk/>
            <pc:sldMk cId="549000179" sldId="312"/>
            <ac:spMk id="3" creationId="{00000000-0000-0000-0000-000000000000}"/>
          </ac:spMkLst>
        </pc:spChg>
      </pc:sldChg>
      <pc:sldChg chg="modSp add">
        <pc:chgData name="Moore, Jacob Preston" userId="fdd3fd0f-c483-48c9-988d-7deb216763fd" providerId="ADAL" clId="{E9EE1C90-D2CF-4923-BC6D-FFDEB4A3AB51}" dt="2020-06-29T16:48:25.093" v="497" actId="1035"/>
        <pc:sldMkLst>
          <pc:docMk/>
          <pc:sldMk cId="1481226996" sldId="313"/>
        </pc:sldMkLst>
        <pc:spChg chg="mod">
          <ac:chgData name="Moore, Jacob Preston" userId="fdd3fd0f-c483-48c9-988d-7deb216763fd" providerId="ADAL" clId="{E9EE1C90-D2CF-4923-BC6D-FFDEB4A3AB51}" dt="2020-06-29T16:47:02.538" v="412" actId="20577"/>
          <ac:spMkLst>
            <pc:docMk/>
            <pc:sldMk cId="1481226996" sldId="313"/>
            <ac:spMk id="3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6:48:25.093" v="497" actId="1035"/>
          <ac:spMkLst>
            <pc:docMk/>
            <pc:sldMk cId="1481226996" sldId="313"/>
            <ac:spMk id="16" creationId="{00000000-0000-0000-0000-000000000000}"/>
          </ac:spMkLst>
        </pc:spChg>
      </pc:sldChg>
      <pc:sldChg chg="addSp delSp modSp add modAnim">
        <pc:chgData name="Moore, Jacob Preston" userId="fdd3fd0f-c483-48c9-988d-7deb216763fd" providerId="ADAL" clId="{E9EE1C90-D2CF-4923-BC6D-FFDEB4A3AB51}" dt="2020-06-29T17:52:10.515" v="3324"/>
        <pc:sldMkLst>
          <pc:docMk/>
          <pc:sldMk cId="3899198130" sldId="315"/>
        </pc:sldMkLst>
        <pc:spChg chg="mod">
          <ac:chgData name="Moore, Jacob Preston" userId="fdd3fd0f-c483-48c9-988d-7deb216763fd" providerId="ADAL" clId="{E9EE1C90-D2CF-4923-BC6D-FFDEB4A3AB51}" dt="2020-06-29T17:21:07.692" v="1770" actId="20577"/>
          <ac:spMkLst>
            <pc:docMk/>
            <pc:sldMk cId="3899198130" sldId="315"/>
            <ac:spMk id="3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21:24.527" v="1782" actId="1035"/>
          <ac:spMkLst>
            <pc:docMk/>
            <pc:sldMk cId="3899198130" sldId="315"/>
            <ac:spMk id="12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18:23.868" v="1602" actId="1036"/>
          <ac:spMkLst>
            <pc:docMk/>
            <pc:sldMk cId="3899198130" sldId="315"/>
            <ac:spMk id="13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18:23.868" v="1602" actId="1036"/>
          <ac:spMkLst>
            <pc:docMk/>
            <pc:sldMk cId="3899198130" sldId="315"/>
            <ac:spMk id="14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18:23.868" v="1602" actId="1036"/>
          <ac:spMkLst>
            <pc:docMk/>
            <pc:sldMk cId="3899198130" sldId="315"/>
            <ac:spMk id="15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21:24.985" v="1783" actId="1038"/>
          <ac:spMkLst>
            <pc:docMk/>
            <pc:sldMk cId="3899198130" sldId="315"/>
            <ac:spMk id="16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18:23.868" v="1602" actId="1036"/>
          <ac:spMkLst>
            <pc:docMk/>
            <pc:sldMk cId="3899198130" sldId="315"/>
            <ac:spMk id="17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18:23.868" v="1602" actId="1036"/>
          <ac:spMkLst>
            <pc:docMk/>
            <pc:sldMk cId="3899198130" sldId="315"/>
            <ac:spMk id="20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18:23.868" v="1602" actId="1036"/>
          <ac:spMkLst>
            <pc:docMk/>
            <pc:sldMk cId="3899198130" sldId="315"/>
            <ac:spMk id="21" creationId="{00000000-0000-0000-0000-000000000000}"/>
          </ac:spMkLst>
        </pc:spChg>
        <pc:picChg chg="add mod">
          <ac:chgData name="Moore, Jacob Preston" userId="fdd3fd0f-c483-48c9-988d-7deb216763fd" providerId="ADAL" clId="{E9EE1C90-D2CF-4923-BC6D-FFDEB4A3AB51}" dt="2020-06-29T17:23:43.617" v="1791" actId="1076"/>
          <ac:picMkLst>
            <pc:docMk/>
            <pc:sldMk cId="3899198130" sldId="315"/>
            <ac:picMk id="6" creationId="{1A0513AC-C1FF-44ED-9800-46EA75131D68}"/>
          </ac:picMkLst>
        </pc:picChg>
        <pc:picChg chg="del">
          <ac:chgData name="Moore, Jacob Preston" userId="fdd3fd0f-c483-48c9-988d-7deb216763fd" providerId="ADAL" clId="{E9EE1C90-D2CF-4923-BC6D-FFDEB4A3AB51}" dt="2020-06-29T17:18:27.447" v="1603" actId="478"/>
          <ac:picMkLst>
            <pc:docMk/>
            <pc:sldMk cId="3899198130" sldId="315"/>
            <ac:picMk id="1026" creationId="{00000000-0000-0000-0000-000000000000}"/>
          </ac:picMkLst>
        </pc:picChg>
        <pc:cxnChg chg="mod">
          <ac:chgData name="Moore, Jacob Preston" userId="fdd3fd0f-c483-48c9-988d-7deb216763fd" providerId="ADAL" clId="{E9EE1C90-D2CF-4923-BC6D-FFDEB4A3AB51}" dt="2020-06-29T17:18:23.868" v="1602" actId="1036"/>
          <ac:cxnSpMkLst>
            <pc:docMk/>
            <pc:sldMk cId="3899198130" sldId="315"/>
            <ac:cxnSpMk id="18" creationId="{00000000-0000-0000-0000-000000000000}"/>
          </ac:cxnSpMkLst>
        </pc:cxnChg>
        <pc:cxnChg chg="mod">
          <ac:chgData name="Moore, Jacob Preston" userId="fdd3fd0f-c483-48c9-988d-7deb216763fd" providerId="ADAL" clId="{E9EE1C90-D2CF-4923-BC6D-FFDEB4A3AB51}" dt="2020-06-29T17:18:23.868" v="1602" actId="1036"/>
          <ac:cxnSpMkLst>
            <pc:docMk/>
            <pc:sldMk cId="3899198130" sldId="315"/>
            <ac:cxnSpMk id="19" creationId="{00000000-0000-0000-0000-000000000000}"/>
          </ac:cxnSpMkLst>
        </pc:cxnChg>
      </pc:sldChg>
      <pc:sldChg chg="del">
        <pc:chgData name="Moore, Jacob Preston" userId="fdd3fd0f-c483-48c9-988d-7deb216763fd" providerId="ADAL" clId="{E9EE1C90-D2CF-4923-BC6D-FFDEB4A3AB51}" dt="2020-06-29T16:36:51.328" v="74" actId="2696"/>
        <pc:sldMkLst>
          <pc:docMk/>
          <pc:sldMk cId="2449821618" sldId="316"/>
        </pc:sldMkLst>
      </pc:sldChg>
      <pc:sldChg chg="modSp add">
        <pc:chgData name="Moore, Jacob Preston" userId="fdd3fd0f-c483-48c9-988d-7deb216763fd" providerId="ADAL" clId="{E9EE1C90-D2CF-4923-BC6D-FFDEB4A3AB51}" dt="2020-06-29T16:40:30.175" v="297" actId="20577"/>
        <pc:sldMkLst>
          <pc:docMk/>
          <pc:sldMk cId="4161902576" sldId="316"/>
        </pc:sldMkLst>
        <pc:spChg chg="mod">
          <ac:chgData name="Moore, Jacob Preston" userId="fdd3fd0f-c483-48c9-988d-7deb216763fd" providerId="ADAL" clId="{E9EE1C90-D2CF-4923-BC6D-FFDEB4A3AB51}" dt="2020-06-29T16:40:30.175" v="297" actId="20577"/>
          <ac:spMkLst>
            <pc:docMk/>
            <pc:sldMk cId="4161902576" sldId="316"/>
            <ac:spMk id="3" creationId="{00000000-0000-0000-0000-000000000000}"/>
          </ac:spMkLst>
        </pc:spChg>
      </pc:sldChg>
      <pc:sldChg chg="addSp delSp modSp add ord modAnim">
        <pc:chgData name="Moore, Jacob Preston" userId="fdd3fd0f-c483-48c9-988d-7deb216763fd" providerId="ADAL" clId="{E9EE1C90-D2CF-4923-BC6D-FFDEB4A3AB51}" dt="2020-06-29T17:49:44.889" v="3316"/>
        <pc:sldMkLst>
          <pc:docMk/>
          <pc:sldMk cId="1426417569" sldId="317"/>
        </pc:sldMkLst>
        <pc:spChg chg="mod">
          <ac:chgData name="Moore, Jacob Preston" userId="fdd3fd0f-c483-48c9-988d-7deb216763fd" providerId="ADAL" clId="{E9EE1C90-D2CF-4923-BC6D-FFDEB4A3AB51}" dt="2020-06-29T16:53:33.731" v="792" actId="313"/>
          <ac:spMkLst>
            <pc:docMk/>
            <pc:sldMk cId="1426417569" sldId="317"/>
            <ac:spMk id="3" creationId="{00000000-0000-0000-0000-000000000000}"/>
          </ac:spMkLst>
        </pc:spChg>
        <pc:spChg chg="add mod">
          <ac:chgData name="Moore, Jacob Preston" userId="fdd3fd0f-c483-48c9-988d-7deb216763fd" providerId="ADAL" clId="{E9EE1C90-D2CF-4923-BC6D-FFDEB4A3AB51}" dt="2020-06-29T16:48:02.570" v="493" actId="1037"/>
          <ac:spMkLst>
            <pc:docMk/>
            <pc:sldMk cId="1426417569" sldId="317"/>
            <ac:spMk id="6" creationId="{3A45ED64-C526-4EEC-A388-3E5B417BC38C}"/>
          </ac:spMkLst>
        </pc:spChg>
        <pc:spChg chg="add mod">
          <ac:chgData name="Moore, Jacob Preston" userId="fdd3fd0f-c483-48c9-988d-7deb216763fd" providerId="ADAL" clId="{E9EE1C90-D2CF-4923-BC6D-FFDEB4A3AB51}" dt="2020-06-29T16:48:02.570" v="493" actId="1037"/>
          <ac:spMkLst>
            <pc:docMk/>
            <pc:sldMk cId="1426417569" sldId="317"/>
            <ac:spMk id="7" creationId="{385FC3AB-056C-468F-96F1-84F5F90D17BA}"/>
          </ac:spMkLst>
        </pc:spChg>
        <pc:spChg chg="add mod">
          <ac:chgData name="Moore, Jacob Preston" userId="fdd3fd0f-c483-48c9-988d-7deb216763fd" providerId="ADAL" clId="{E9EE1C90-D2CF-4923-BC6D-FFDEB4A3AB51}" dt="2020-06-29T16:48:02.570" v="493" actId="1037"/>
          <ac:spMkLst>
            <pc:docMk/>
            <pc:sldMk cId="1426417569" sldId="317"/>
            <ac:spMk id="8" creationId="{08351A4B-9802-45C9-9570-BA56853D9D82}"/>
          </ac:spMkLst>
        </pc:spChg>
        <pc:spChg chg="add mod">
          <ac:chgData name="Moore, Jacob Preston" userId="fdd3fd0f-c483-48c9-988d-7deb216763fd" providerId="ADAL" clId="{E9EE1C90-D2CF-4923-BC6D-FFDEB4A3AB51}" dt="2020-06-29T16:48:02.570" v="493" actId="1037"/>
          <ac:spMkLst>
            <pc:docMk/>
            <pc:sldMk cId="1426417569" sldId="317"/>
            <ac:spMk id="9" creationId="{7CB05280-0B88-41BD-990F-1423CBF72257}"/>
          </ac:spMkLst>
        </pc:spChg>
        <pc:spChg chg="add mod">
          <ac:chgData name="Moore, Jacob Preston" userId="fdd3fd0f-c483-48c9-988d-7deb216763fd" providerId="ADAL" clId="{E9EE1C90-D2CF-4923-BC6D-FFDEB4A3AB51}" dt="2020-06-29T16:48:02.570" v="493" actId="1037"/>
          <ac:spMkLst>
            <pc:docMk/>
            <pc:sldMk cId="1426417569" sldId="317"/>
            <ac:spMk id="10" creationId="{45D31588-AADF-466C-AAC2-AC550A99150D}"/>
          </ac:spMkLst>
        </pc:spChg>
        <pc:spChg chg="add mod">
          <ac:chgData name="Moore, Jacob Preston" userId="fdd3fd0f-c483-48c9-988d-7deb216763fd" providerId="ADAL" clId="{E9EE1C90-D2CF-4923-BC6D-FFDEB4A3AB51}" dt="2020-06-29T16:48:02.570" v="493" actId="1037"/>
          <ac:spMkLst>
            <pc:docMk/>
            <pc:sldMk cId="1426417569" sldId="317"/>
            <ac:spMk id="11" creationId="{98C15E72-3B50-400C-866F-72F8F5DF4BAA}"/>
          </ac:spMkLst>
        </pc:spChg>
        <pc:graphicFrameChg chg="add mod modGraphic">
          <ac:chgData name="Moore, Jacob Preston" userId="fdd3fd0f-c483-48c9-988d-7deb216763fd" providerId="ADAL" clId="{E9EE1C90-D2CF-4923-BC6D-FFDEB4A3AB51}" dt="2020-06-29T17:38:14.620" v="2859" actId="207"/>
          <ac:graphicFrameMkLst>
            <pc:docMk/>
            <pc:sldMk cId="1426417569" sldId="317"/>
            <ac:graphicFrameMk id="12" creationId="{3FDAD943-A963-4A6F-B593-1DDD7D34991D}"/>
          </ac:graphicFrameMkLst>
        </pc:graphicFrameChg>
        <pc:picChg chg="del">
          <ac:chgData name="Moore, Jacob Preston" userId="fdd3fd0f-c483-48c9-988d-7deb216763fd" providerId="ADAL" clId="{E9EE1C90-D2CF-4923-BC6D-FFDEB4A3AB51}" dt="2020-06-29T16:46:01.126" v="299" actId="478"/>
          <ac:picMkLst>
            <pc:docMk/>
            <pc:sldMk cId="1426417569" sldId="317"/>
            <ac:picMk id="2050" creationId="{00000000-0000-0000-0000-000000000000}"/>
          </ac:picMkLst>
        </pc:picChg>
      </pc:sldChg>
      <pc:sldChg chg="del">
        <pc:chgData name="Moore, Jacob Preston" userId="fdd3fd0f-c483-48c9-988d-7deb216763fd" providerId="ADAL" clId="{E9EE1C90-D2CF-4923-BC6D-FFDEB4A3AB51}" dt="2020-06-29T16:36:51.401" v="75" actId="2696"/>
        <pc:sldMkLst>
          <pc:docMk/>
          <pc:sldMk cId="2800529488" sldId="317"/>
        </pc:sldMkLst>
      </pc:sldChg>
      <pc:sldChg chg="del">
        <pc:chgData name="Moore, Jacob Preston" userId="fdd3fd0f-c483-48c9-988d-7deb216763fd" providerId="ADAL" clId="{E9EE1C90-D2CF-4923-BC6D-FFDEB4A3AB51}" dt="2020-06-29T16:36:51.470" v="76" actId="2696"/>
        <pc:sldMkLst>
          <pc:docMk/>
          <pc:sldMk cId="4137266107" sldId="318"/>
        </pc:sldMkLst>
      </pc:sldChg>
      <pc:sldChg chg="modSp add modAnim">
        <pc:chgData name="Moore, Jacob Preston" userId="fdd3fd0f-c483-48c9-988d-7deb216763fd" providerId="ADAL" clId="{E9EE1C90-D2CF-4923-BC6D-FFDEB4A3AB51}" dt="2020-06-29T17:52:22.746" v="3325"/>
        <pc:sldMkLst>
          <pc:docMk/>
          <pc:sldMk cId="1624674433" sldId="319"/>
        </pc:sldMkLst>
        <pc:spChg chg="mod">
          <ac:chgData name="Moore, Jacob Preston" userId="fdd3fd0f-c483-48c9-988d-7deb216763fd" providerId="ADAL" clId="{E9EE1C90-D2CF-4923-BC6D-FFDEB4A3AB51}" dt="2020-06-29T17:28:47.381" v="2159" actId="20577"/>
          <ac:spMkLst>
            <pc:docMk/>
            <pc:sldMk cId="1624674433" sldId="319"/>
            <ac:spMk id="3" creationId="{00000000-0000-0000-0000-000000000000}"/>
          </ac:spMkLst>
        </pc:spChg>
      </pc:sldChg>
      <pc:sldChg chg="del">
        <pc:chgData name="Moore, Jacob Preston" userId="fdd3fd0f-c483-48c9-988d-7deb216763fd" providerId="ADAL" clId="{E9EE1C90-D2CF-4923-BC6D-FFDEB4A3AB51}" dt="2020-06-29T16:36:51.671" v="77" actId="2696"/>
        <pc:sldMkLst>
          <pc:docMk/>
          <pc:sldMk cId="1694866466" sldId="319"/>
        </pc:sldMkLst>
      </pc:sldChg>
      <pc:sldChg chg="del">
        <pc:chgData name="Moore, Jacob Preston" userId="fdd3fd0f-c483-48c9-988d-7deb216763fd" providerId="ADAL" clId="{E9EE1C90-D2CF-4923-BC6D-FFDEB4A3AB51}" dt="2020-06-29T16:36:51.805" v="78" actId="2696"/>
        <pc:sldMkLst>
          <pc:docMk/>
          <pc:sldMk cId="1657989478" sldId="320"/>
        </pc:sldMkLst>
      </pc:sldChg>
      <pc:sldChg chg="add">
        <pc:chgData name="Moore, Jacob Preston" userId="fdd3fd0f-c483-48c9-988d-7deb216763fd" providerId="ADAL" clId="{E9EE1C90-D2CF-4923-BC6D-FFDEB4A3AB51}" dt="2020-06-29T16:36:54.169" v="81"/>
        <pc:sldMkLst>
          <pc:docMk/>
          <pc:sldMk cId="3918396055" sldId="320"/>
        </pc:sldMkLst>
      </pc:sldChg>
      <pc:sldChg chg="add del">
        <pc:chgData name="Moore, Jacob Preston" userId="fdd3fd0f-c483-48c9-988d-7deb216763fd" providerId="ADAL" clId="{E9EE1C90-D2CF-4923-BC6D-FFDEB4A3AB51}" dt="2020-06-29T17:18:57.983" v="1634" actId="2696"/>
        <pc:sldMkLst>
          <pc:docMk/>
          <pc:sldMk cId="2059798436" sldId="321"/>
        </pc:sldMkLst>
      </pc:sldChg>
      <pc:sldChg chg="del">
        <pc:chgData name="Moore, Jacob Preston" userId="fdd3fd0f-c483-48c9-988d-7deb216763fd" providerId="ADAL" clId="{E9EE1C90-D2CF-4923-BC6D-FFDEB4A3AB51}" dt="2020-06-29T16:36:51.948" v="80" actId="2696"/>
        <pc:sldMkLst>
          <pc:docMk/>
          <pc:sldMk cId="3387086817" sldId="321"/>
        </pc:sldMkLst>
      </pc:sldChg>
      <pc:sldChg chg="modSp add">
        <pc:chgData name="Moore, Jacob Preston" userId="fdd3fd0f-c483-48c9-988d-7deb216763fd" providerId="ADAL" clId="{E9EE1C90-D2CF-4923-BC6D-FFDEB4A3AB51}" dt="2020-06-29T18:15:33.833" v="3343" actId="1036"/>
        <pc:sldMkLst>
          <pc:docMk/>
          <pc:sldMk cId="140967681" sldId="322"/>
        </pc:sldMkLst>
        <pc:spChg chg="mod">
          <ac:chgData name="Moore, Jacob Preston" userId="fdd3fd0f-c483-48c9-988d-7deb216763fd" providerId="ADAL" clId="{E9EE1C90-D2CF-4923-BC6D-FFDEB4A3AB51}" dt="2020-06-29T17:30:57.551" v="2378" actId="20577"/>
          <ac:spMkLst>
            <pc:docMk/>
            <pc:sldMk cId="140967681" sldId="322"/>
            <ac:spMk id="3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7:31:45.252" v="2387" actId="1076"/>
          <ac:spMkLst>
            <pc:docMk/>
            <pc:sldMk cId="140967681" sldId="322"/>
            <ac:spMk id="14" creationId="{00000000-0000-0000-0000-000000000000}"/>
          </ac:spMkLst>
        </pc:spChg>
        <pc:spChg chg="mod">
          <ac:chgData name="Moore, Jacob Preston" userId="fdd3fd0f-c483-48c9-988d-7deb216763fd" providerId="ADAL" clId="{E9EE1C90-D2CF-4923-BC6D-FFDEB4A3AB51}" dt="2020-06-29T18:15:33.833" v="3343" actId="1036"/>
          <ac:spMkLst>
            <pc:docMk/>
            <pc:sldMk cId="140967681" sldId="322"/>
            <ac:spMk id="31" creationId="{00000000-0000-0000-0000-000000000000}"/>
          </ac:spMkLst>
        </pc:spChg>
        <pc:cxnChg chg="mod">
          <ac:chgData name="Moore, Jacob Preston" userId="fdd3fd0f-c483-48c9-988d-7deb216763fd" providerId="ADAL" clId="{E9EE1C90-D2CF-4923-BC6D-FFDEB4A3AB51}" dt="2020-06-29T17:31:08.165" v="2383" actId="1037"/>
          <ac:cxnSpMkLst>
            <pc:docMk/>
            <pc:sldMk cId="140967681" sldId="322"/>
            <ac:cxnSpMk id="12" creationId="{00000000-0000-0000-0000-000000000000}"/>
          </ac:cxnSpMkLst>
        </pc:cxnChg>
        <pc:cxnChg chg="mod">
          <ac:chgData name="Moore, Jacob Preston" userId="fdd3fd0f-c483-48c9-988d-7deb216763fd" providerId="ADAL" clId="{E9EE1C90-D2CF-4923-BC6D-FFDEB4A3AB51}" dt="2020-06-29T18:15:16.432" v="3336" actId="14100"/>
          <ac:cxnSpMkLst>
            <pc:docMk/>
            <pc:sldMk cId="140967681" sldId="322"/>
            <ac:cxnSpMk id="25" creationId="{00000000-0000-0000-0000-000000000000}"/>
          </ac:cxnSpMkLst>
        </pc:cxnChg>
        <pc:cxnChg chg="mod">
          <ac:chgData name="Moore, Jacob Preston" userId="fdd3fd0f-c483-48c9-988d-7deb216763fd" providerId="ADAL" clId="{E9EE1C90-D2CF-4923-BC6D-FFDEB4A3AB51}" dt="2020-06-29T18:15:24.538" v="3338" actId="1036"/>
          <ac:cxnSpMkLst>
            <pc:docMk/>
            <pc:sldMk cId="140967681" sldId="322"/>
            <ac:cxnSpMk id="29" creationId="{00000000-0000-0000-0000-000000000000}"/>
          </ac:cxnSpMkLst>
        </pc:cxnChg>
      </pc:sldChg>
      <pc:sldChg chg="del">
        <pc:chgData name="Moore, Jacob Preston" userId="fdd3fd0f-c483-48c9-988d-7deb216763fd" providerId="ADAL" clId="{E9EE1C90-D2CF-4923-BC6D-FFDEB4A3AB51}" dt="2020-06-29T16:36:51.162" v="72" actId="2696"/>
        <pc:sldMkLst>
          <pc:docMk/>
          <pc:sldMk cId="842194440" sldId="322"/>
        </pc:sldMkLst>
      </pc:sldChg>
      <pc:sldChg chg="delSp modSp add del modAnim">
        <pc:chgData name="Moore, Jacob Preston" userId="fdd3fd0f-c483-48c9-988d-7deb216763fd" providerId="ADAL" clId="{E9EE1C90-D2CF-4923-BC6D-FFDEB4A3AB51}" dt="2020-06-29T17:36:45.110" v="2850" actId="2696"/>
        <pc:sldMkLst>
          <pc:docMk/>
          <pc:sldMk cId="3752725217" sldId="323"/>
        </pc:sldMkLst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3" creationId="{5952311B-5CE9-41F3-A18A-725B0167B2A8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4" creationId="{646D8E20-BB5E-4D90-9236-8F70D3C65528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7" creationId="{9D7CF380-08BC-437B-80D7-2F1B79AFDAD4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12" creationId="{B8B5EA6D-77D3-4713-894F-E637CEE83F76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13" creationId="{AEAA2902-963D-4D46-A91D-11024B3AB9E7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15" creationId="{15DD03A0-F53C-487F-A5D3-6F3C4B3D4590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17" creationId="{5FA67419-A759-4A1F-8906-6E93A6DB1CAB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18" creationId="{332C3971-5C6A-4967-B3DB-A2C2252D7D20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19" creationId="{2124D5B6-CF5F-426B-A605-090EAFF20812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20" creationId="{339A7860-9E76-448C-822D-03831CFA788F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30" creationId="{36D58AE5-255A-438C-A66A-B01B1A196B04}"/>
          </ac:spMkLst>
        </pc:spChg>
        <pc:spChg chg="del mod">
          <ac:chgData name="Moore, Jacob Preston" userId="fdd3fd0f-c483-48c9-988d-7deb216763fd" providerId="ADAL" clId="{E9EE1C90-D2CF-4923-BC6D-FFDEB4A3AB51}" dt="2020-06-29T17:32:33.526" v="2465"/>
          <ac:spMkLst>
            <pc:docMk/>
            <pc:sldMk cId="3752725217" sldId="323"/>
            <ac:spMk id="36" creationId="{6FDA5452-5764-44B7-9B19-DB2B96C3AB3C}"/>
          </ac:spMkLst>
        </pc:sp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6" creationId="{1A5BC00B-5EC0-45DA-8F3C-09F19902F2B3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10" creationId="{E4D350BD-753B-4AB3-9F45-66C07148E0AF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14" creationId="{58B6B49F-40AF-4C2D-9800-53CC2D3ADE3F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16" creationId="{B61D30AF-4BF7-44B4-B187-45075D6C43D6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22" creationId="{7E535D11-14AF-49B7-8A4C-28E397BDBBF9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24" creationId="{06EAA7BE-759D-42BB-A291-2D1AB53E4E1F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27" creationId="{D860EA47-E686-4F99-B62B-269261CB07CF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31" creationId="{7AF39502-AA84-4A71-8425-00134B5C74AA}"/>
          </ac:cxnSpMkLst>
        </pc:cxnChg>
        <pc:cxnChg chg="del mod">
          <ac:chgData name="Moore, Jacob Preston" userId="fdd3fd0f-c483-48c9-988d-7deb216763fd" providerId="ADAL" clId="{E9EE1C90-D2CF-4923-BC6D-FFDEB4A3AB51}" dt="2020-06-29T17:32:33.526" v="2465"/>
          <ac:cxnSpMkLst>
            <pc:docMk/>
            <pc:sldMk cId="3752725217" sldId="323"/>
            <ac:cxnSpMk id="33" creationId="{9B475718-9CDF-4623-84CC-3F7749025972}"/>
          </ac:cxnSpMkLst>
        </pc:cxnChg>
      </pc:sldChg>
      <pc:sldChg chg="add del">
        <pc:chgData name="Moore, Jacob Preston" userId="fdd3fd0f-c483-48c9-988d-7deb216763fd" providerId="ADAL" clId="{E9EE1C90-D2CF-4923-BC6D-FFDEB4A3AB51}" dt="2020-06-29T16:41:11.677" v="298" actId="2696"/>
        <pc:sldMkLst>
          <pc:docMk/>
          <pc:sldMk cId="3762460937" sldId="324"/>
        </pc:sldMkLst>
      </pc:sldChg>
      <pc:sldChg chg="delSp add del modAnim">
        <pc:chgData name="Moore, Jacob Preston" userId="fdd3fd0f-c483-48c9-988d-7deb216763fd" providerId="ADAL" clId="{E9EE1C90-D2CF-4923-BC6D-FFDEB4A3AB51}" dt="2020-06-29T16:54:07.037" v="794" actId="2696"/>
        <pc:sldMkLst>
          <pc:docMk/>
          <pc:sldMk cId="757733552" sldId="325"/>
        </pc:sldMkLst>
        <pc:spChg chg="del">
          <ac:chgData name="Moore, Jacob Preston" userId="fdd3fd0f-c483-48c9-988d-7deb216763fd" providerId="ADAL" clId="{E9EE1C90-D2CF-4923-BC6D-FFDEB4A3AB51}" dt="2020-06-29T16:47:34.502" v="414"/>
          <ac:spMkLst>
            <pc:docMk/>
            <pc:sldMk cId="757733552" sldId="325"/>
            <ac:spMk id="12" creationId="{00000000-0000-0000-0000-000000000000}"/>
          </ac:spMkLst>
        </pc:spChg>
        <pc:spChg chg="del">
          <ac:chgData name="Moore, Jacob Preston" userId="fdd3fd0f-c483-48c9-988d-7deb216763fd" providerId="ADAL" clId="{E9EE1C90-D2CF-4923-BC6D-FFDEB4A3AB51}" dt="2020-06-29T16:47:34.502" v="414"/>
          <ac:spMkLst>
            <pc:docMk/>
            <pc:sldMk cId="757733552" sldId="325"/>
            <ac:spMk id="13" creationId="{00000000-0000-0000-0000-000000000000}"/>
          </ac:spMkLst>
        </pc:spChg>
        <pc:spChg chg="del">
          <ac:chgData name="Moore, Jacob Preston" userId="fdd3fd0f-c483-48c9-988d-7deb216763fd" providerId="ADAL" clId="{E9EE1C90-D2CF-4923-BC6D-FFDEB4A3AB51}" dt="2020-06-29T16:47:34.502" v="414"/>
          <ac:spMkLst>
            <pc:docMk/>
            <pc:sldMk cId="757733552" sldId="325"/>
            <ac:spMk id="14" creationId="{00000000-0000-0000-0000-000000000000}"/>
          </ac:spMkLst>
        </pc:spChg>
        <pc:spChg chg="del">
          <ac:chgData name="Moore, Jacob Preston" userId="fdd3fd0f-c483-48c9-988d-7deb216763fd" providerId="ADAL" clId="{E9EE1C90-D2CF-4923-BC6D-FFDEB4A3AB51}" dt="2020-06-29T16:47:34.502" v="414"/>
          <ac:spMkLst>
            <pc:docMk/>
            <pc:sldMk cId="757733552" sldId="325"/>
            <ac:spMk id="15" creationId="{00000000-0000-0000-0000-000000000000}"/>
          </ac:spMkLst>
        </pc:spChg>
        <pc:spChg chg="del">
          <ac:chgData name="Moore, Jacob Preston" userId="fdd3fd0f-c483-48c9-988d-7deb216763fd" providerId="ADAL" clId="{E9EE1C90-D2CF-4923-BC6D-FFDEB4A3AB51}" dt="2020-06-29T16:47:34.502" v="414"/>
          <ac:spMkLst>
            <pc:docMk/>
            <pc:sldMk cId="757733552" sldId="325"/>
            <ac:spMk id="16" creationId="{00000000-0000-0000-0000-000000000000}"/>
          </ac:spMkLst>
        </pc:spChg>
        <pc:spChg chg="del">
          <ac:chgData name="Moore, Jacob Preston" userId="fdd3fd0f-c483-48c9-988d-7deb216763fd" providerId="ADAL" clId="{E9EE1C90-D2CF-4923-BC6D-FFDEB4A3AB51}" dt="2020-06-29T16:47:34.502" v="414"/>
          <ac:spMkLst>
            <pc:docMk/>
            <pc:sldMk cId="757733552" sldId="325"/>
            <ac:spMk id="17" creationId="{00000000-0000-0000-0000-000000000000}"/>
          </ac:spMkLst>
        </pc:spChg>
        <pc:graphicFrameChg chg="del">
          <ac:chgData name="Moore, Jacob Preston" userId="fdd3fd0f-c483-48c9-988d-7deb216763fd" providerId="ADAL" clId="{E9EE1C90-D2CF-4923-BC6D-FFDEB4A3AB51}" dt="2020-06-29T16:47:34.502" v="414"/>
          <ac:graphicFrameMkLst>
            <pc:docMk/>
            <pc:sldMk cId="757733552" sldId="325"/>
            <ac:graphicFrameMk id="11" creationId="{434C5F40-FBF9-4556-A897-47F4B8992B9B}"/>
          </ac:graphicFrameMkLst>
        </pc:graphicFrameChg>
      </pc:sldChg>
      <pc:sldChg chg="del">
        <pc:chgData name="Moore, Jacob Preston" userId="fdd3fd0f-c483-48c9-988d-7deb216763fd" providerId="ADAL" clId="{E9EE1C90-D2CF-4923-BC6D-FFDEB4A3AB51}" dt="2020-06-29T16:36:51.216" v="73" actId="2696"/>
        <pc:sldMkLst>
          <pc:docMk/>
          <pc:sldMk cId="1476908277" sldId="329"/>
        </pc:sldMkLst>
      </pc:sldChg>
      <pc:sldChg chg="del">
        <pc:chgData name="Moore, Jacob Preston" userId="fdd3fd0f-c483-48c9-988d-7deb216763fd" providerId="ADAL" clId="{E9EE1C90-D2CF-4923-BC6D-FFDEB4A3AB51}" dt="2020-06-29T16:36:51.943" v="79" actId="2696"/>
        <pc:sldMkLst>
          <pc:docMk/>
          <pc:sldMk cId="144026980" sldId="330"/>
        </pc:sldMkLst>
      </pc:sldChg>
      <pc:sldChg chg="addSp delSp modSp">
        <pc:chgData name="Moore, Jacob Preston" userId="fdd3fd0f-c483-48c9-988d-7deb216763fd" providerId="ADAL" clId="{E9EE1C90-D2CF-4923-BC6D-FFDEB4A3AB51}" dt="2020-06-29T17:45:21.453" v="3179" actId="20577"/>
        <pc:sldMkLst>
          <pc:docMk/>
          <pc:sldMk cId="1018648014" sldId="331"/>
        </pc:sldMkLst>
        <pc:spChg chg="mod">
          <ac:chgData name="Moore, Jacob Preston" userId="fdd3fd0f-c483-48c9-988d-7deb216763fd" providerId="ADAL" clId="{E9EE1C90-D2CF-4923-BC6D-FFDEB4A3AB51}" dt="2020-06-29T17:45:21.453" v="3179" actId="20577"/>
          <ac:spMkLst>
            <pc:docMk/>
            <pc:sldMk cId="1018648014" sldId="331"/>
            <ac:spMk id="2" creationId="{3C5A31F7-2BDE-4B63-9437-67B91D14B828}"/>
          </ac:spMkLst>
        </pc:spChg>
        <pc:spChg chg="mod">
          <ac:chgData name="Moore, Jacob Preston" userId="fdd3fd0f-c483-48c9-988d-7deb216763fd" providerId="ADAL" clId="{E9EE1C90-D2CF-4923-BC6D-FFDEB4A3AB51}" dt="2020-06-29T17:45:02.417" v="3172" actId="20577"/>
          <ac:spMkLst>
            <pc:docMk/>
            <pc:sldMk cId="1018648014" sldId="331"/>
            <ac:spMk id="3" creationId="{2E143E21-6455-49E4-9FD7-EE8B1B69B2EE}"/>
          </ac:spMkLst>
        </pc:spChg>
        <pc:spChg chg="add mod">
          <ac:chgData name="Moore, Jacob Preston" userId="fdd3fd0f-c483-48c9-988d-7deb216763fd" providerId="ADAL" clId="{E9EE1C90-D2CF-4923-BC6D-FFDEB4A3AB51}" dt="2020-06-29T17:44:20.991" v="3153" actId="1076"/>
          <ac:spMkLst>
            <pc:docMk/>
            <pc:sldMk cId="1018648014" sldId="331"/>
            <ac:spMk id="6" creationId="{5C4908DD-CEAC-4B5B-BFC6-67F7D4F079E6}"/>
          </ac:spMkLst>
        </pc:spChg>
        <pc:spChg chg="add mod">
          <ac:chgData name="Moore, Jacob Preston" userId="fdd3fd0f-c483-48c9-988d-7deb216763fd" providerId="ADAL" clId="{E9EE1C90-D2CF-4923-BC6D-FFDEB4A3AB51}" dt="2020-06-29T17:44:20.991" v="3153" actId="1076"/>
          <ac:spMkLst>
            <pc:docMk/>
            <pc:sldMk cId="1018648014" sldId="331"/>
            <ac:spMk id="7" creationId="{51A793E5-C27F-4BA3-842C-0E2A5CDBC9D2}"/>
          </ac:spMkLst>
        </pc:spChg>
        <pc:spChg chg="add mod">
          <ac:chgData name="Moore, Jacob Preston" userId="fdd3fd0f-c483-48c9-988d-7deb216763fd" providerId="ADAL" clId="{E9EE1C90-D2CF-4923-BC6D-FFDEB4A3AB51}" dt="2020-06-29T17:44:20.991" v="3153" actId="1076"/>
          <ac:spMkLst>
            <pc:docMk/>
            <pc:sldMk cId="1018648014" sldId="331"/>
            <ac:spMk id="18" creationId="{56FF5431-DD31-4AD1-886C-D045E44DDC3A}"/>
          </ac:spMkLst>
        </pc:spChg>
        <pc:spChg chg="add mod">
          <ac:chgData name="Moore, Jacob Preston" userId="fdd3fd0f-c483-48c9-988d-7deb216763fd" providerId="ADAL" clId="{E9EE1C90-D2CF-4923-BC6D-FFDEB4A3AB51}" dt="2020-06-29T17:44:20.991" v="3153" actId="1076"/>
          <ac:spMkLst>
            <pc:docMk/>
            <pc:sldMk cId="1018648014" sldId="331"/>
            <ac:spMk id="19" creationId="{2090583D-5B96-43B5-A1D5-5B4551A1458E}"/>
          </ac:spMkLst>
        </pc:spChg>
        <pc:spChg chg="add mod">
          <ac:chgData name="Moore, Jacob Preston" userId="fdd3fd0f-c483-48c9-988d-7deb216763fd" providerId="ADAL" clId="{E9EE1C90-D2CF-4923-BC6D-FFDEB4A3AB51}" dt="2020-06-29T17:44:20.991" v="3153" actId="1076"/>
          <ac:spMkLst>
            <pc:docMk/>
            <pc:sldMk cId="1018648014" sldId="331"/>
            <ac:spMk id="20" creationId="{3D8EEB4B-4C9A-4B7C-BD63-AE7EC6C1FC61}"/>
          </ac:spMkLst>
        </pc:spChg>
        <pc:spChg chg="add mod">
          <ac:chgData name="Moore, Jacob Preston" userId="fdd3fd0f-c483-48c9-988d-7deb216763fd" providerId="ADAL" clId="{E9EE1C90-D2CF-4923-BC6D-FFDEB4A3AB51}" dt="2020-06-29T17:44:20.991" v="3153" actId="1076"/>
          <ac:spMkLst>
            <pc:docMk/>
            <pc:sldMk cId="1018648014" sldId="331"/>
            <ac:spMk id="21" creationId="{C7BB1686-C913-4CD0-BB90-678545711F26}"/>
          </ac:spMkLst>
        </pc:spChg>
        <pc:picChg chg="del">
          <ac:chgData name="Moore, Jacob Preston" userId="fdd3fd0f-c483-48c9-988d-7deb216763fd" providerId="ADAL" clId="{E9EE1C90-D2CF-4923-BC6D-FFDEB4A3AB51}" dt="2020-06-29T17:44:08.648" v="3148" actId="478"/>
          <ac:picMkLst>
            <pc:docMk/>
            <pc:sldMk cId="1018648014" sldId="331"/>
            <ac:picMk id="1026" creationId="{2C47DF8C-ABB8-4100-9B19-93DF1258B8EF}"/>
          </ac:picMkLst>
        </pc:pic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8" creationId="{9154F8DC-3792-4DB1-8A64-BEC3A9949661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9" creationId="{7C0C94B9-A956-41E6-AAEF-E6C1F8868FE5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0" creationId="{FBBB867F-0063-4C44-BA72-6644BB579CB2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1" creationId="{DAB4417A-2E25-424D-821E-B55FEF53C6C2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2" creationId="{BAA53078-9ADA-4A89-9306-36439D6553FE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3" creationId="{1D069AE6-E9DB-4FEF-B5F5-8B14EDCB4C8F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4" creationId="{8BAF5DC7-6C25-451D-B796-671CDEDA659B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5" creationId="{A6478A52-BCD3-4978-8C72-551036FB62DD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6" creationId="{B0B98EF3-4175-413E-8ECC-3A92E3B3D1BB}"/>
          </ac:cxnSpMkLst>
        </pc:cxnChg>
        <pc:cxnChg chg="add mod">
          <ac:chgData name="Moore, Jacob Preston" userId="fdd3fd0f-c483-48c9-988d-7deb216763fd" providerId="ADAL" clId="{E9EE1C90-D2CF-4923-BC6D-FFDEB4A3AB51}" dt="2020-06-29T17:44:20.991" v="3153" actId="1076"/>
          <ac:cxnSpMkLst>
            <pc:docMk/>
            <pc:sldMk cId="1018648014" sldId="331"/>
            <ac:cxnSpMk id="17" creationId="{FA76180F-DB97-4086-B0BC-EEEADB595FDF}"/>
          </ac:cxnSpMkLst>
        </pc:cxnChg>
      </pc:sldChg>
      <pc:sldChg chg="addSp delSp modSp ord">
        <pc:chgData name="Moore, Jacob Preston" userId="fdd3fd0f-c483-48c9-988d-7deb216763fd" providerId="ADAL" clId="{E9EE1C90-D2CF-4923-BC6D-FFDEB4A3AB51}" dt="2020-06-29T17:45:37.875" v="3231" actId="20577"/>
        <pc:sldMkLst>
          <pc:docMk/>
          <pc:sldMk cId="2671502559" sldId="332"/>
        </pc:sldMkLst>
        <pc:spChg chg="mod">
          <ac:chgData name="Moore, Jacob Preston" userId="fdd3fd0f-c483-48c9-988d-7deb216763fd" providerId="ADAL" clId="{E9EE1C90-D2CF-4923-BC6D-FFDEB4A3AB51}" dt="2020-06-29T17:45:37.875" v="3231" actId="20577"/>
          <ac:spMkLst>
            <pc:docMk/>
            <pc:sldMk cId="2671502559" sldId="332"/>
            <ac:spMk id="2" creationId="{BA695D5D-B0EB-4FF7-83BC-76BC70FD3C72}"/>
          </ac:spMkLst>
        </pc:spChg>
        <pc:spChg chg="mod">
          <ac:chgData name="Moore, Jacob Preston" userId="fdd3fd0f-c483-48c9-988d-7deb216763fd" providerId="ADAL" clId="{E9EE1C90-D2CF-4923-BC6D-FFDEB4A3AB51}" dt="2020-06-29T17:42:45.280" v="3147"/>
          <ac:spMkLst>
            <pc:docMk/>
            <pc:sldMk cId="2671502559" sldId="332"/>
            <ac:spMk id="3" creationId="{5D6D90A4-0F01-4555-9574-7191E9C0BB04}"/>
          </ac:spMkLst>
        </pc:spChg>
        <pc:picChg chg="add mod">
          <ac:chgData name="Moore, Jacob Preston" userId="fdd3fd0f-c483-48c9-988d-7deb216763fd" providerId="ADAL" clId="{E9EE1C90-D2CF-4923-BC6D-FFDEB4A3AB51}" dt="2020-06-29T17:42:11.434" v="3145" actId="1076"/>
          <ac:picMkLst>
            <pc:docMk/>
            <pc:sldMk cId="2671502559" sldId="332"/>
            <ac:picMk id="1026" creationId="{AD890F3A-2E29-4ADC-8A3B-DC4C6F1643BF}"/>
          </ac:picMkLst>
        </pc:picChg>
        <pc:picChg chg="del">
          <ac:chgData name="Moore, Jacob Preston" userId="fdd3fd0f-c483-48c9-988d-7deb216763fd" providerId="ADAL" clId="{E9EE1C90-D2CF-4923-BC6D-FFDEB4A3AB51}" dt="2020-06-29T17:41:57.646" v="3139" actId="478"/>
          <ac:picMkLst>
            <pc:docMk/>
            <pc:sldMk cId="2671502559" sldId="332"/>
            <ac:picMk id="2050" creationId="{43C791B7-8103-45DF-A0C6-6900CA9073B5}"/>
          </ac:picMkLst>
        </pc:picChg>
      </pc:sldChg>
      <pc:sldChg chg="modSp add modAnim">
        <pc:chgData name="Moore, Jacob Preston" userId="fdd3fd0f-c483-48c9-988d-7deb216763fd" providerId="ADAL" clId="{E9EE1C90-D2CF-4923-BC6D-FFDEB4A3AB51}" dt="2020-06-29T17:51:06.352" v="3318"/>
        <pc:sldMkLst>
          <pc:docMk/>
          <pc:sldMk cId="417098030" sldId="333"/>
        </pc:sldMkLst>
        <pc:spChg chg="mod">
          <ac:chgData name="Moore, Jacob Preston" userId="fdd3fd0f-c483-48c9-988d-7deb216763fd" providerId="ADAL" clId="{E9EE1C90-D2CF-4923-BC6D-FFDEB4A3AB51}" dt="2020-06-29T16:54:16.611" v="795"/>
          <ac:spMkLst>
            <pc:docMk/>
            <pc:sldMk cId="417098030" sldId="333"/>
            <ac:spMk id="2" creationId="{ABBF7D84-DC3C-42DD-B376-AF5D2F93084C}"/>
          </ac:spMkLst>
        </pc:spChg>
        <pc:spChg chg="mod">
          <ac:chgData name="Moore, Jacob Preston" userId="fdd3fd0f-c483-48c9-988d-7deb216763fd" providerId="ADAL" clId="{E9EE1C90-D2CF-4923-BC6D-FFDEB4A3AB51}" dt="2020-06-29T17:17:40.719" v="1534" actId="20577"/>
          <ac:spMkLst>
            <pc:docMk/>
            <pc:sldMk cId="417098030" sldId="333"/>
            <ac:spMk id="3" creationId="{7B155B30-DAAA-4B87-A875-2ACA1D847139}"/>
          </ac:spMkLst>
        </pc:spChg>
      </pc:sldChg>
      <pc:sldChg chg="add del">
        <pc:chgData name="Moore, Jacob Preston" userId="fdd3fd0f-c483-48c9-988d-7deb216763fd" providerId="ADAL" clId="{E9EE1C90-D2CF-4923-BC6D-FFDEB4A3AB51}" dt="2020-06-29T16:50:14.598" v="500" actId="2696"/>
        <pc:sldMkLst>
          <pc:docMk/>
          <pc:sldMk cId="1312066439" sldId="333"/>
        </pc:sldMkLst>
      </pc:sldChg>
      <pc:sldChg chg="add del">
        <pc:chgData name="Moore, Jacob Preston" userId="fdd3fd0f-c483-48c9-988d-7deb216763fd" providerId="ADAL" clId="{E9EE1C90-D2CF-4923-BC6D-FFDEB4A3AB51}" dt="2020-06-29T17:36:49.370" v="2851" actId="2696"/>
        <pc:sldMkLst>
          <pc:docMk/>
          <pc:sldMk cId="466449429" sldId="334"/>
        </pc:sldMkLst>
      </pc:sldChg>
      <pc:sldChg chg="addSp delSp modSp add addAnim delAnim modAnim">
        <pc:chgData name="Moore, Jacob Preston" userId="fdd3fd0f-c483-48c9-988d-7deb216763fd" providerId="ADAL" clId="{E9EE1C90-D2CF-4923-BC6D-FFDEB4A3AB51}" dt="2020-06-29T18:17:55.542" v="3353"/>
        <pc:sldMkLst>
          <pc:docMk/>
          <pc:sldMk cId="1671744566" sldId="335"/>
        </pc:sldMkLst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2" creationId="{881A09AB-3096-4826-8868-709EC4C3FD7A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3" creationId="{8C3163CB-A5A5-46E7-8C8B-7FE319486EEC}"/>
          </ac:spMkLst>
        </pc:spChg>
        <pc:spChg chg="add del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4" creationId="{608C8BCE-7D4D-4978-AD5C-10196C1DD2DC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5" creationId="{7823C504-4C20-46FB-8A33-C1DAE55AC897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6" creationId="{D8982610-78A3-4F88-97D9-D3C00627F3E7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8" creationId="{3488CAD9-9478-4BDA-9382-CBCE64CABEB3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10" creationId="{23DF380D-73BB-4F76-A9A6-4166AC00F776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11" creationId="{8B33F87E-45B9-43B1-9843-561A4B25F7D1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13" creationId="{1118F0D2-F635-446C-84D2-7CBC17A458EE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15" creationId="{BE3BFC5C-69E7-4C25-ADAF-2B3F23219F9B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16" creationId="{AED951CD-E1B3-4760-9568-897CE8676ECA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17" creationId="{A84558E4-E89F-44C4-BA5C-43A989948C6A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20" creationId="{EF990675-E2D7-48C0-9837-478BCFD15410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22" creationId="{449BA189-66CA-4EC6-8C5F-BD74409708F9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25" creationId="{9A4CA023-9A60-4D3D-89DD-A664D13493AD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26" creationId="{4E81DAD5-1510-419F-95F9-E6F7ACE337A0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27" creationId="{6F66958F-C1F5-48AB-B9E9-0846AFBA60F7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29" creationId="{3DB723A9-1570-489A-9BD1-D2A216552468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31" creationId="{F197A1B4-E1A2-4285-BF69-1B7958124E9E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32" creationId="{E203C5F6-8841-4DB2-A7B2-1B84C100E6D8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34" creationId="{887FDA33-14F7-43A7-94F7-583ADE9CBD21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36" creationId="{D341E53D-D48A-4C6C-A60F-7E585DD5B24A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37" creationId="{59DCC835-6816-4BA3-B38D-F5606395C470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38" creationId="{4DBE8305-8E3F-42C0-8DF9-8A2641D1C182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41" creationId="{04B2C366-0AE9-4F68-9AF8-2D0F61FAAADA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43" creationId="{C1859305-D852-4FEB-BD9E-27BC45882D10}"/>
          </ac:spMkLst>
        </pc:spChg>
        <pc:spChg chg="add del">
          <ac:chgData name="Moore, Jacob Preston" userId="fdd3fd0f-c483-48c9-988d-7deb216763fd" providerId="ADAL" clId="{E9EE1C90-D2CF-4923-BC6D-FFDEB4A3AB51}" dt="2020-06-29T17:37:07.144" v="2854"/>
          <ac:spMkLst>
            <pc:docMk/>
            <pc:sldMk cId="1671744566" sldId="335"/>
            <ac:spMk id="46" creationId="{AA52CF28-B22B-41E7-98E2-6BC2D9D256BF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48" creationId="{17367EC1-7A6D-4B21-AB60-0E4203A1C415}"/>
          </ac:spMkLst>
        </pc:spChg>
        <pc:spChg chg="add del mod">
          <ac:chgData name="Moore, Jacob Preston" userId="fdd3fd0f-c483-48c9-988d-7deb216763fd" providerId="ADAL" clId="{E9EE1C90-D2CF-4923-BC6D-FFDEB4A3AB51}" dt="2020-06-29T18:15:57.317" v="3345" actId="478"/>
          <ac:spMkLst>
            <pc:docMk/>
            <pc:sldMk cId="1671744566" sldId="335"/>
            <ac:spMk id="50" creationId="{08FC07FE-B21A-45D9-8F66-7A205136C2EC}"/>
          </ac:spMkLst>
        </pc:sp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7" creationId="{D1396335-00A1-45C7-A8C2-59AAD4094A10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9" creationId="{26295545-4382-4633-B11B-7EEBA326DF8D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12" creationId="{F2D53F9C-9CC0-4EC7-BEFA-8A9E26A94309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14" creationId="{CC249E90-E5B2-4174-B57C-9239D84F6BE2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18" creationId="{1F06843A-A16D-4315-A39E-0B5873C0CC0D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19" creationId="{A30ED979-33F8-4213-8753-0E651398CECB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21" creationId="{9DE67EAB-FDC5-4E63-A86C-7201C9BB05D3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23" creationId="{B7D00AE6-601D-45EB-9C6D-0BCDE372CB04}"/>
          </ac:cxnSpMkLst>
        </pc:cxnChg>
        <pc:cxnChg chg="add del mod">
          <ac:chgData name="Moore, Jacob Preston" userId="fdd3fd0f-c483-48c9-988d-7deb216763fd" providerId="ADAL" clId="{E9EE1C90-D2CF-4923-BC6D-FFDEB4A3AB51}" dt="2020-06-29T18:15:57.317" v="3345" actId="478"/>
          <ac:cxnSpMkLst>
            <pc:docMk/>
            <pc:sldMk cId="1671744566" sldId="335"/>
            <ac:cxnSpMk id="24" creationId="{0AF0C859-D5FB-422B-AEF1-C833DB0EBC3C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28" creationId="{6903A1DB-08EE-4AB4-8111-DA0308E88A64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30" creationId="{3DC36B41-7DF7-40F2-8BEA-9346DA6C3705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33" creationId="{61AE8820-2949-440C-B5D0-9BB878769E09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35" creationId="{B3E138AA-8CCE-4FE9-BB76-16D284B80534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39" creationId="{2B0F3C5B-6C29-4B78-A96E-8F75C6DF2271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40" creationId="{DF50F175-8B00-4FB2-B6F7-A0466BC98BB7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42" creationId="{C1198B07-2CBB-49BA-BDC2-9424F38D8CE6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44" creationId="{62183995-7CAE-4CFF-A634-FC7B8A36AB80}"/>
          </ac:cxnSpMkLst>
        </pc:cxnChg>
        <pc:cxnChg chg="add del">
          <ac:chgData name="Moore, Jacob Preston" userId="fdd3fd0f-c483-48c9-988d-7deb216763fd" providerId="ADAL" clId="{E9EE1C90-D2CF-4923-BC6D-FFDEB4A3AB51}" dt="2020-06-29T17:37:07.144" v="2854"/>
          <ac:cxnSpMkLst>
            <pc:docMk/>
            <pc:sldMk cId="1671744566" sldId="335"/>
            <ac:cxnSpMk id="45" creationId="{C9E75F80-215B-49A8-B619-50B2D688F8F3}"/>
          </ac:cxnSpMkLst>
        </pc:cxnChg>
      </pc:sldChg>
      <pc:sldChg chg="add del">
        <pc:chgData name="Moore, Jacob Preston" userId="fdd3fd0f-c483-48c9-988d-7deb216763fd" providerId="ADAL" clId="{E9EE1C90-D2CF-4923-BC6D-FFDEB4A3AB51}" dt="2020-06-29T17:37:18.071" v="2856" actId="2696"/>
        <pc:sldMkLst>
          <pc:docMk/>
          <pc:sldMk cId="2877506044" sldId="336"/>
        </pc:sldMkLst>
      </pc:sldChg>
      <pc:sldChg chg="addSp delSp modSp add delAnim modAnim">
        <pc:chgData name="Moore, Jacob Preston" userId="fdd3fd0f-c483-48c9-988d-7deb216763fd" providerId="ADAL" clId="{E9EE1C90-D2CF-4923-BC6D-FFDEB4A3AB51}" dt="2020-06-29T17:58:18.776" v="3329"/>
        <pc:sldMkLst>
          <pc:docMk/>
          <pc:sldMk cId="733259589" sldId="337"/>
        </pc:sldMkLst>
        <pc:spChg chg="mod">
          <ac:chgData name="Moore, Jacob Preston" userId="fdd3fd0f-c483-48c9-988d-7deb216763fd" providerId="ADAL" clId="{E9EE1C90-D2CF-4923-BC6D-FFDEB4A3AB51}" dt="2020-06-29T17:57:44.134" v="3326" actId="313"/>
          <ac:spMkLst>
            <pc:docMk/>
            <pc:sldMk cId="733259589" sldId="337"/>
            <ac:spMk id="3" creationId="{00000000-0000-0000-0000-000000000000}"/>
          </ac:spMkLst>
        </pc:spChg>
        <pc:spChg chg="add mod">
          <ac:chgData name="Moore, Jacob Preston" userId="fdd3fd0f-c483-48c9-988d-7deb216763fd" providerId="ADAL" clId="{E9EE1C90-D2CF-4923-BC6D-FFDEB4A3AB51}" dt="2020-06-29T17:40:20.531" v="2962" actId="20577"/>
          <ac:spMkLst>
            <pc:docMk/>
            <pc:sldMk cId="733259589" sldId="337"/>
            <ac:spMk id="5" creationId="{2766993C-DDAA-475E-A9E6-95D36586A572}"/>
          </ac:spMkLst>
        </pc:spChg>
        <pc:spChg chg="del">
          <ac:chgData name="Moore, Jacob Preston" userId="fdd3fd0f-c483-48c9-988d-7deb216763fd" providerId="ADAL" clId="{E9EE1C90-D2CF-4923-BC6D-FFDEB4A3AB51}" dt="2020-06-29T17:39:04.269" v="2935" actId="478"/>
          <ac:spMkLst>
            <pc:docMk/>
            <pc:sldMk cId="733259589" sldId="337"/>
            <ac:spMk id="6" creationId="{3A45ED64-C526-4EEC-A388-3E5B417BC38C}"/>
          </ac:spMkLst>
        </pc:spChg>
        <pc:spChg chg="del">
          <ac:chgData name="Moore, Jacob Preston" userId="fdd3fd0f-c483-48c9-988d-7deb216763fd" providerId="ADAL" clId="{E9EE1C90-D2CF-4923-BC6D-FFDEB4A3AB51}" dt="2020-06-29T17:39:04.269" v="2935" actId="478"/>
          <ac:spMkLst>
            <pc:docMk/>
            <pc:sldMk cId="733259589" sldId="337"/>
            <ac:spMk id="7" creationId="{385FC3AB-056C-468F-96F1-84F5F90D17BA}"/>
          </ac:spMkLst>
        </pc:spChg>
        <pc:spChg chg="del">
          <ac:chgData name="Moore, Jacob Preston" userId="fdd3fd0f-c483-48c9-988d-7deb216763fd" providerId="ADAL" clId="{E9EE1C90-D2CF-4923-BC6D-FFDEB4A3AB51}" dt="2020-06-29T17:39:04.269" v="2935" actId="478"/>
          <ac:spMkLst>
            <pc:docMk/>
            <pc:sldMk cId="733259589" sldId="337"/>
            <ac:spMk id="8" creationId="{08351A4B-9802-45C9-9570-BA56853D9D82}"/>
          </ac:spMkLst>
        </pc:spChg>
        <pc:spChg chg="del">
          <ac:chgData name="Moore, Jacob Preston" userId="fdd3fd0f-c483-48c9-988d-7deb216763fd" providerId="ADAL" clId="{E9EE1C90-D2CF-4923-BC6D-FFDEB4A3AB51}" dt="2020-06-29T17:39:04.269" v="2935" actId="478"/>
          <ac:spMkLst>
            <pc:docMk/>
            <pc:sldMk cId="733259589" sldId="337"/>
            <ac:spMk id="9" creationId="{7CB05280-0B88-41BD-990F-1423CBF72257}"/>
          </ac:spMkLst>
        </pc:spChg>
        <pc:spChg chg="del">
          <ac:chgData name="Moore, Jacob Preston" userId="fdd3fd0f-c483-48c9-988d-7deb216763fd" providerId="ADAL" clId="{E9EE1C90-D2CF-4923-BC6D-FFDEB4A3AB51}" dt="2020-06-29T17:39:04.269" v="2935" actId="478"/>
          <ac:spMkLst>
            <pc:docMk/>
            <pc:sldMk cId="733259589" sldId="337"/>
            <ac:spMk id="10" creationId="{45D31588-AADF-466C-AAC2-AC550A99150D}"/>
          </ac:spMkLst>
        </pc:spChg>
        <pc:spChg chg="del">
          <ac:chgData name="Moore, Jacob Preston" userId="fdd3fd0f-c483-48c9-988d-7deb216763fd" providerId="ADAL" clId="{E9EE1C90-D2CF-4923-BC6D-FFDEB4A3AB51}" dt="2020-06-29T17:39:04.269" v="2935" actId="478"/>
          <ac:spMkLst>
            <pc:docMk/>
            <pc:sldMk cId="733259589" sldId="337"/>
            <ac:spMk id="11" creationId="{98C15E72-3B50-400C-866F-72F8F5DF4BAA}"/>
          </ac:spMkLst>
        </pc:spChg>
        <pc:spChg chg="add mod">
          <ac:chgData name="Moore, Jacob Preston" userId="fdd3fd0f-c483-48c9-988d-7deb216763fd" providerId="ADAL" clId="{E9EE1C90-D2CF-4923-BC6D-FFDEB4A3AB51}" dt="2020-06-29T17:40:29.672" v="2965" actId="20577"/>
          <ac:spMkLst>
            <pc:docMk/>
            <pc:sldMk cId="733259589" sldId="337"/>
            <ac:spMk id="13" creationId="{B99FBCE4-44BC-4237-82DC-232AEA514035}"/>
          </ac:spMkLst>
        </pc:spChg>
        <pc:graphicFrameChg chg="modGraphic">
          <ac:chgData name="Moore, Jacob Preston" userId="fdd3fd0f-c483-48c9-988d-7deb216763fd" providerId="ADAL" clId="{E9EE1C90-D2CF-4923-BC6D-FFDEB4A3AB51}" dt="2020-06-29T17:38:30.397" v="2860" actId="207"/>
          <ac:graphicFrameMkLst>
            <pc:docMk/>
            <pc:sldMk cId="733259589" sldId="337"/>
            <ac:graphicFrameMk id="12" creationId="{3FDAD943-A963-4A6F-B593-1DDD7D34991D}"/>
          </ac:graphicFrameMkLst>
        </pc:graphicFrameChg>
      </pc:sldChg>
      <pc:sldChg chg="addSp delSp modSp add">
        <pc:chgData name="Moore, Jacob Preston" userId="fdd3fd0f-c483-48c9-988d-7deb216763fd" providerId="ADAL" clId="{E9EE1C90-D2CF-4923-BC6D-FFDEB4A3AB51}" dt="2020-06-29T17:48:38.109" v="3312" actId="20577"/>
        <pc:sldMkLst>
          <pc:docMk/>
          <pc:sldMk cId="2981350401" sldId="338"/>
        </pc:sldMkLst>
        <pc:spChg chg="mod">
          <ac:chgData name="Moore, Jacob Preston" userId="fdd3fd0f-c483-48c9-988d-7deb216763fd" providerId="ADAL" clId="{E9EE1C90-D2CF-4923-BC6D-FFDEB4A3AB51}" dt="2020-06-29T17:48:38.109" v="3312" actId="20577"/>
          <ac:spMkLst>
            <pc:docMk/>
            <pc:sldMk cId="2981350401" sldId="338"/>
            <ac:spMk id="3" creationId="{2E143E21-6455-49E4-9FD7-EE8B1B69B2EE}"/>
          </ac:spMkLst>
        </pc:spChg>
        <pc:spChg chg="del">
          <ac:chgData name="Moore, Jacob Preston" userId="fdd3fd0f-c483-48c9-988d-7deb216763fd" providerId="ADAL" clId="{E9EE1C90-D2CF-4923-BC6D-FFDEB4A3AB51}" dt="2020-06-29T17:46:26.040" v="3232" actId="478"/>
          <ac:spMkLst>
            <pc:docMk/>
            <pc:sldMk cId="2981350401" sldId="338"/>
            <ac:spMk id="6" creationId="{5C4908DD-CEAC-4B5B-BFC6-67F7D4F079E6}"/>
          </ac:spMkLst>
        </pc:spChg>
        <pc:spChg chg="del">
          <ac:chgData name="Moore, Jacob Preston" userId="fdd3fd0f-c483-48c9-988d-7deb216763fd" providerId="ADAL" clId="{E9EE1C90-D2CF-4923-BC6D-FFDEB4A3AB51}" dt="2020-06-29T17:46:26.040" v="3232" actId="478"/>
          <ac:spMkLst>
            <pc:docMk/>
            <pc:sldMk cId="2981350401" sldId="338"/>
            <ac:spMk id="7" creationId="{51A793E5-C27F-4BA3-842C-0E2A5CDBC9D2}"/>
          </ac:spMkLst>
        </pc:spChg>
        <pc:spChg chg="del">
          <ac:chgData name="Moore, Jacob Preston" userId="fdd3fd0f-c483-48c9-988d-7deb216763fd" providerId="ADAL" clId="{E9EE1C90-D2CF-4923-BC6D-FFDEB4A3AB51}" dt="2020-06-29T17:46:26.040" v="3232" actId="478"/>
          <ac:spMkLst>
            <pc:docMk/>
            <pc:sldMk cId="2981350401" sldId="338"/>
            <ac:spMk id="18" creationId="{56FF5431-DD31-4AD1-886C-D045E44DDC3A}"/>
          </ac:spMkLst>
        </pc:spChg>
        <pc:spChg chg="del">
          <ac:chgData name="Moore, Jacob Preston" userId="fdd3fd0f-c483-48c9-988d-7deb216763fd" providerId="ADAL" clId="{E9EE1C90-D2CF-4923-BC6D-FFDEB4A3AB51}" dt="2020-06-29T17:46:26.040" v="3232" actId="478"/>
          <ac:spMkLst>
            <pc:docMk/>
            <pc:sldMk cId="2981350401" sldId="338"/>
            <ac:spMk id="19" creationId="{2090583D-5B96-43B5-A1D5-5B4551A1458E}"/>
          </ac:spMkLst>
        </pc:spChg>
        <pc:spChg chg="del">
          <ac:chgData name="Moore, Jacob Preston" userId="fdd3fd0f-c483-48c9-988d-7deb216763fd" providerId="ADAL" clId="{E9EE1C90-D2CF-4923-BC6D-FFDEB4A3AB51}" dt="2020-06-29T17:46:26.040" v="3232" actId="478"/>
          <ac:spMkLst>
            <pc:docMk/>
            <pc:sldMk cId="2981350401" sldId="338"/>
            <ac:spMk id="20" creationId="{3D8EEB4B-4C9A-4B7C-BD63-AE7EC6C1FC61}"/>
          </ac:spMkLst>
        </pc:spChg>
        <pc:spChg chg="del">
          <ac:chgData name="Moore, Jacob Preston" userId="fdd3fd0f-c483-48c9-988d-7deb216763fd" providerId="ADAL" clId="{E9EE1C90-D2CF-4923-BC6D-FFDEB4A3AB51}" dt="2020-06-29T17:46:26.040" v="3232" actId="478"/>
          <ac:spMkLst>
            <pc:docMk/>
            <pc:sldMk cId="2981350401" sldId="338"/>
            <ac:spMk id="21" creationId="{C7BB1686-C913-4CD0-BB90-678545711F26}"/>
          </ac:spMkLst>
        </pc:spChg>
        <pc:spChg chg="add del mod">
          <ac:chgData name="Moore, Jacob Preston" userId="fdd3fd0f-c483-48c9-988d-7deb216763fd" providerId="ADAL" clId="{E9EE1C90-D2CF-4923-BC6D-FFDEB4A3AB51}" dt="2020-06-29T17:47:42.977" v="3283" actId="478"/>
          <ac:spMkLst>
            <pc:docMk/>
            <pc:sldMk cId="2981350401" sldId="338"/>
            <ac:spMk id="24" creationId="{8D69C2A1-6A82-4E88-ABEB-A7CE51C0EB10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25" creationId="{B8267606-F3B2-45FF-96D8-661EFAC7DCDD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26" creationId="{C2C3EC22-9314-4913-918A-88A0826F59CD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27" creationId="{3EA21753-C8A4-4476-B7FA-4969E6DD5030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30" creationId="{A816648C-8116-43BB-8DB2-C82C182C7F80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31" creationId="{2184D355-C58B-4A8F-9B5A-49192342F38B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35" creationId="{944F5012-9B37-49D4-80DF-E89AB4F2F0B8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36" creationId="{D5A4431F-F35D-445E-9F9C-226A0B0EE732}"/>
          </ac:spMkLst>
        </pc:spChg>
        <pc:spChg chg="add mod">
          <ac:chgData name="Moore, Jacob Preston" userId="fdd3fd0f-c483-48c9-988d-7deb216763fd" providerId="ADAL" clId="{E9EE1C90-D2CF-4923-BC6D-FFDEB4A3AB51}" dt="2020-06-29T17:47:50.031" v="3300" actId="1036"/>
          <ac:spMkLst>
            <pc:docMk/>
            <pc:sldMk cId="2981350401" sldId="338"/>
            <ac:spMk id="37" creationId="{862F5AC0-BA33-46ED-B889-D113A717F977}"/>
          </ac:spMkLst>
        </pc:sp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8" creationId="{9154F8DC-3792-4DB1-8A64-BEC3A9949661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9" creationId="{7C0C94B9-A956-41E6-AAEF-E6C1F8868FE5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0" creationId="{FBBB867F-0063-4C44-BA72-6644BB579CB2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1" creationId="{DAB4417A-2E25-424D-821E-B55FEF53C6C2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2" creationId="{BAA53078-9ADA-4A89-9306-36439D6553FE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3" creationId="{1D069AE6-E9DB-4FEF-B5F5-8B14EDCB4C8F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4" creationId="{8BAF5DC7-6C25-451D-B796-671CDEDA659B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5" creationId="{A6478A52-BCD3-4978-8C72-551036FB62DD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6" creationId="{B0B98EF3-4175-413E-8ECC-3A92E3B3D1BB}"/>
          </ac:cxnSpMkLst>
        </pc:cxnChg>
        <pc:cxnChg chg="del">
          <ac:chgData name="Moore, Jacob Preston" userId="fdd3fd0f-c483-48c9-988d-7deb216763fd" providerId="ADAL" clId="{E9EE1C90-D2CF-4923-BC6D-FFDEB4A3AB51}" dt="2020-06-29T17:46:26.040" v="3232" actId="478"/>
          <ac:cxnSpMkLst>
            <pc:docMk/>
            <pc:sldMk cId="2981350401" sldId="338"/>
            <ac:cxnSpMk id="17" creationId="{FA76180F-DB97-4086-B0BC-EEEADB595FDF}"/>
          </ac:cxnSpMkLst>
        </pc:cxnChg>
        <pc:cxnChg chg="add del mod">
          <ac:chgData name="Moore, Jacob Preston" userId="fdd3fd0f-c483-48c9-988d-7deb216763fd" providerId="ADAL" clId="{E9EE1C90-D2CF-4923-BC6D-FFDEB4A3AB51}" dt="2020-06-29T17:47:38.533" v="3282" actId="478"/>
          <ac:cxnSpMkLst>
            <pc:docMk/>
            <pc:sldMk cId="2981350401" sldId="338"/>
            <ac:cxnSpMk id="22" creationId="{C9287FB2-5446-478A-AF25-2266D9961D19}"/>
          </ac:cxnSpMkLst>
        </pc:cxnChg>
        <pc:cxnChg chg="add mod">
          <ac:chgData name="Moore, Jacob Preston" userId="fdd3fd0f-c483-48c9-988d-7deb216763fd" providerId="ADAL" clId="{E9EE1C90-D2CF-4923-BC6D-FFDEB4A3AB51}" dt="2020-06-29T17:47:50.031" v="3300" actId="1036"/>
          <ac:cxnSpMkLst>
            <pc:docMk/>
            <pc:sldMk cId="2981350401" sldId="338"/>
            <ac:cxnSpMk id="23" creationId="{FA411C1F-13F1-45E2-81E0-6B01B93DEF40}"/>
          </ac:cxnSpMkLst>
        </pc:cxnChg>
        <pc:cxnChg chg="add mod">
          <ac:chgData name="Moore, Jacob Preston" userId="fdd3fd0f-c483-48c9-988d-7deb216763fd" providerId="ADAL" clId="{E9EE1C90-D2CF-4923-BC6D-FFDEB4A3AB51}" dt="2020-06-29T17:47:50.031" v="3300" actId="1036"/>
          <ac:cxnSpMkLst>
            <pc:docMk/>
            <pc:sldMk cId="2981350401" sldId="338"/>
            <ac:cxnSpMk id="28" creationId="{D83327B5-259B-41DD-983B-3ACD35E706A3}"/>
          </ac:cxnSpMkLst>
        </pc:cxnChg>
        <pc:cxnChg chg="add mod">
          <ac:chgData name="Moore, Jacob Preston" userId="fdd3fd0f-c483-48c9-988d-7deb216763fd" providerId="ADAL" clId="{E9EE1C90-D2CF-4923-BC6D-FFDEB4A3AB51}" dt="2020-06-29T17:47:50.031" v="3300" actId="1036"/>
          <ac:cxnSpMkLst>
            <pc:docMk/>
            <pc:sldMk cId="2981350401" sldId="338"/>
            <ac:cxnSpMk id="29" creationId="{1A9873FE-DB8E-4AF7-801C-CF4E3C907AA4}"/>
          </ac:cxnSpMkLst>
        </pc:cxnChg>
        <pc:cxnChg chg="add mod">
          <ac:chgData name="Moore, Jacob Preston" userId="fdd3fd0f-c483-48c9-988d-7deb216763fd" providerId="ADAL" clId="{E9EE1C90-D2CF-4923-BC6D-FFDEB4A3AB51}" dt="2020-06-29T17:47:50.031" v="3300" actId="1036"/>
          <ac:cxnSpMkLst>
            <pc:docMk/>
            <pc:sldMk cId="2981350401" sldId="338"/>
            <ac:cxnSpMk id="32" creationId="{31C5B684-908B-449E-98C3-91F6121E2C5C}"/>
          </ac:cxnSpMkLst>
        </pc:cxnChg>
        <pc:cxnChg chg="add mod">
          <ac:chgData name="Moore, Jacob Preston" userId="fdd3fd0f-c483-48c9-988d-7deb216763fd" providerId="ADAL" clId="{E9EE1C90-D2CF-4923-BC6D-FFDEB4A3AB51}" dt="2020-06-29T17:47:50.031" v="3300" actId="1036"/>
          <ac:cxnSpMkLst>
            <pc:docMk/>
            <pc:sldMk cId="2981350401" sldId="338"/>
            <ac:cxnSpMk id="33" creationId="{465BC267-57B8-4E29-B49B-C2F2CB7A9629}"/>
          </ac:cxnSpMkLst>
        </pc:cxnChg>
        <pc:cxnChg chg="add mod">
          <ac:chgData name="Moore, Jacob Preston" userId="fdd3fd0f-c483-48c9-988d-7deb216763fd" providerId="ADAL" clId="{E9EE1C90-D2CF-4923-BC6D-FFDEB4A3AB51}" dt="2020-06-29T17:47:50.031" v="3300" actId="1036"/>
          <ac:cxnSpMkLst>
            <pc:docMk/>
            <pc:sldMk cId="2981350401" sldId="338"/>
            <ac:cxnSpMk id="34" creationId="{515DD606-380C-4EB3-9BBC-60E09EA7EB20}"/>
          </ac:cxnSpMkLst>
        </pc:cxnChg>
      </pc:sldChg>
    </pc:docChg>
  </pc:docChgLst>
  <pc:docChgLst>
    <pc:chgData name="Moore, Jacob Preston" userId="fdd3fd0f-c483-48c9-988d-7deb216763fd" providerId="ADAL" clId="{B4D335F4-357C-4194-BCAA-FD99BD0402B7}"/>
    <pc:docChg chg="custSel modSld">
      <pc:chgData name="Moore, Jacob Preston" userId="fdd3fd0f-c483-48c9-988d-7deb216763fd" providerId="ADAL" clId="{B4D335F4-357C-4194-BCAA-FD99BD0402B7}" dt="2020-10-13T20:57:52.756" v="74" actId="20577"/>
      <pc:docMkLst>
        <pc:docMk/>
      </pc:docMkLst>
      <pc:sldChg chg="modSp modAnim">
        <pc:chgData name="Moore, Jacob Preston" userId="fdd3fd0f-c483-48c9-988d-7deb216763fd" providerId="ADAL" clId="{B4D335F4-357C-4194-BCAA-FD99BD0402B7}" dt="2020-10-13T20:50:19.502" v="36" actId="27636"/>
        <pc:sldMkLst>
          <pc:docMk/>
          <pc:sldMk cId="1426417569" sldId="317"/>
        </pc:sldMkLst>
        <pc:spChg chg="mod">
          <ac:chgData name="Moore, Jacob Preston" userId="fdd3fd0f-c483-48c9-988d-7deb216763fd" providerId="ADAL" clId="{B4D335F4-357C-4194-BCAA-FD99BD0402B7}" dt="2020-10-13T20:50:19.502" v="36" actId="27636"/>
          <ac:spMkLst>
            <pc:docMk/>
            <pc:sldMk cId="1426417569" sldId="317"/>
            <ac:spMk id="3" creationId="{00000000-0000-0000-0000-000000000000}"/>
          </ac:spMkLst>
        </pc:spChg>
      </pc:sldChg>
      <pc:sldChg chg="modSp">
        <pc:chgData name="Moore, Jacob Preston" userId="fdd3fd0f-c483-48c9-988d-7deb216763fd" providerId="ADAL" clId="{B4D335F4-357C-4194-BCAA-FD99BD0402B7}" dt="2020-10-13T20:56:46.688" v="65" actId="20577"/>
        <pc:sldMkLst>
          <pc:docMk/>
          <pc:sldMk cId="1624674433" sldId="319"/>
        </pc:sldMkLst>
        <pc:spChg chg="mod">
          <ac:chgData name="Moore, Jacob Preston" userId="fdd3fd0f-c483-48c9-988d-7deb216763fd" providerId="ADAL" clId="{B4D335F4-357C-4194-BCAA-FD99BD0402B7}" dt="2020-10-13T20:56:46.688" v="65" actId="20577"/>
          <ac:spMkLst>
            <pc:docMk/>
            <pc:sldMk cId="1624674433" sldId="319"/>
            <ac:spMk id="3" creationId="{00000000-0000-0000-0000-000000000000}"/>
          </ac:spMkLst>
        </pc:spChg>
      </pc:sldChg>
      <pc:sldChg chg="modSp">
        <pc:chgData name="Moore, Jacob Preston" userId="fdd3fd0f-c483-48c9-988d-7deb216763fd" providerId="ADAL" clId="{B4D335F4-357C-4194-BCAA-FD99BD0402B7}" dt="2020-10-13T20:57:52.756" v="74" actId="20577"/>
        <pc:sldMkLst>
          <pc:docMk/>
          <pc:sldMk cId="3918396055" sldId="320"/>
        </pc:sldMkLst>
        <pc:spChg chg="mod">
          <ac:chgData name="Moore, Jacob Preston" userId="fdd3fd0f-c483-48c9-988d-7deb216763fd" providerId="ADAL" clId="{B4D335F4-357C-4194-BCAA-FD99BD0402B7}" dt="2020-10-13T20:57:43.343" v="67" actId="20577"/>
          <ac:spMkLst>
            <pc:docMk/>
            <pc:sldMk cId="3918396055" sldId="320"/>
            <ac:spMk id="4" creationId="{00000000-0000-0000-0000-000000000000}"/>
          </ac:spMkLst>
        </pc:spChg>
        <pc:spChg chg="mod">
          <ac:chgData name="Moore, Jacob Preston" userId="fdd3fd0f-c483-48c9-988d-7deb216763fd" providerId="ADAL" clId="{B4D335F4-357C-4194-BCAA-FD99BD0402B7}" dt="2020-10-13T20:57:46.522" v="69" actId="20577"/>
          <ac:spMkLst>
            <pc:docMk/>
            <pc:sldMk cId="3918396055" sldId="320"/>
            <ac:spMk id="5" creationId="{00000000-0000-0000-0000-000000000000}"/>
          </ac:spMkLst>
        </pc:spChg>
        <pc:spChg chg="mod">
          <ac:chgData name="Moore, Jacob Preston" userId="fdd3fd0f-c483-48c9-988d-7deb216763fd" providerId="ADAL" clId="{B4D335F4-357C-4194-BCAA-FD99BD0402B7}" dt="2020-10-13T20:57:49.744" v="71" actId="20577"/>
          <ac:spMkLst>
            <pc:docMk/>
            <pc:sldMk cId="3918396055" sldId="320"/>
            <ac:spMk id="15" creationId="{00000000-0000-0000-0000-000000000000}"/>
          </ac:spMkLst>
        </pc:spChg>
        <pc:spChg chg="mod">
          <ac:chgData name="Moore, Jacob Preston" userId="fdd3fd0f-c483-48c9-988d-7deb216763fd" providerId="ADAL" clId="{B4D335F4-357C-4194-BCAA-FD99BD0402B7}" dt="2020-10-13T20:57:52.756" v="74" actId="20577"/>
          <ac:spMkLst>
            <pc:docMk/>
            <pc:sldMk cId="3918396055" sldId="32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1AB63-216F-4D5B-8811-CCB935E98D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503E-B3EF-424C-B3CC-B319B8E34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4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511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2" descr="Adaptive Map Logo">
            <a:extLst>
              <a:ext uri="{FF2B5EF4-FFF2-40B4-BE49-F238E27FC236}">
                <a16:creationId xmlns:a16="http://schemas.microsoft.com/office/drawing/2014/main" id="{47EE881C-8EE7-446C-91D5-BB734D80EE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089525"/>
            <a:ext cx="3048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EDE0CC1-27C1-4221-84FE-9FC7EEBDE843}"/>
              </a:ext>
            </a:extLst>
          </p:cNvPr>
          <p:cNvSpPr txBox="1">
            <a:spLocks/>
          </p:cNvSpPr>
          <p:nvPr userDrawn="1"/>
        </p:nvSpPr>
        <p:spPr>
          <a:xfrm>
            <a:off x="2019300" y="59436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mechanicsmap.psu.edu</a:t>
            </a:r>
          </a:p>
        </p:txBody>
      </p:sp>
    </p:spTree>
    <p:extLst>
      <p:ext uri="{BB962C8B-B14F-4D97-AF65-F5344CB8AC3E}">
        <p14:creationId xmlns:p14="http://schemas.microsoft.com/office/powerpoint/2010/main" val="2509048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7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1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Parallel Axis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Dr. Jacob Moore</a:t>
            </a:r>
          </a:p>
          <a:p>
            <a:r>
              <a:rPr lang="en-US" sz="2400" dirty="0"/>
              <a:t>Associate Professor of Mechanical Engineering</a:t>
            </a:r>
          </a:p>
          <a:p>
            <a:r>
              <a:rPr lang="en-US" sz="2400" dirty="0"/>
              <a:t>Penn State Mont Alto</a:t>
            </a:r>
          </a:p>
        </p:txBody>
      </p:sp>
    </p:spTree>
    <p:extLst>
      <p:ext uri="{BB962C8B-B14F-4D97-AF65-F5344CB8AC3E}">
        <p14:creationId xmlns:p14="http://schemas.microsoft.com/office/powerpoint/2010/main" val="308043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6E8D-73A9-DAD0-B2CC-41DD709C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Parallel Axis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00EFA-4B5B-1B43-90EF-AC7E28220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712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 we saw in the previous sections, the area and mass moments of inertia we calculate depend on the </a:t>
            </a:r>
            <a:r>
              <a:rPr lang="en-US" b="1" dirty="0"/>
              <a:t>origin point</a:t>
            </a:r>
            <a:r>
              <a:rPr lang="en-US" dirty="0"/>
              <a:t> that we set at the start.</a:t>
            </a:r>
          </a:p>
          <a:p>
            <a:r>
              <a:rPr lang="en-US" dirty="0"/>
              <a:t>We can illustrate this by trying to rotate a broomstick about different points.</a:t>
            </a:r>
          </a:p>
          <a:p>
            <a:pPr lvl="1"/>
            <a:r>
              <a:rPr lang="en-US" dirty="0"/>
              <a:t>It will be easier to rotate about the center point (lower mass moment of inertia).</a:t>
            </a:r>
          </a:p>
          <a:p>
            <a:pPr lvl="1"/>
            <a:r>
              <a:rPr lang="en-US" dirty="0"/>
              <a:t>It will be harder to rotate about the end point (higher mass moment of inertia).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D0DB4-E4A5-76ED-4295-E08D9874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2</a:t>
            </a:fld>
            <a:endParaRPr lang="en-US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40AA9764-43F5-926A-EE46-2A5D707DA63A}"/>
              </a:ext>
            </a:extLst>
          </p:cNvPr>
          <p:cNvSpPr/>
          <p:nvPr/>
        </p:nvSpPr>
        <p:spPr>
          <a:xfrm rot="16200000">
            <a:off x="4696225" y="2763916"/>
            <a:ext cx="292734" cy="6448901"/>
          </a:xfrm>
          <a:prstGeom prst="can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886232-26A0-829F-26CE-641C3E4D6A98}"/>
              </a:ext>
            </a:extLst>
          </p:cNvPr>
          <p:cNvCxnSpPr>
            <a:cxnSpLocks/>
          </p:cNvCxnSpPr>
          <p:nvPr/>
        </p:nvCxnSpPr>
        <p:spPr>
          <a:xfrm flipV="1">
            <a:off x="4832432" y="5354320"/>
            <a:ext cx="0" cy="634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FA6D1142-EA8A-E59F-05DF-6A80B6E3EE1C}"/>
              </a:ext>
            </a:extLst>
          </p:cNvPr>
          <p:cNvSpPr/>
          <p:nvPr/>
        </p:nvSpPr>
        <p:spPr>
          <a:xfrm>
            <a:off x="4243152" y="5465443"/>
            <a:ext cx="1178560" cy="309879"/>
          </a:xfrm>
          <a:prstGeom prst="arc">
            <a:avLst>
              <a:gd name="adj1" fmla="val 20142818"/>
              <a:gd name="adj2" fmla="val 12858923"/>
            </a:avLst>
          </a:prstGeom>
          <a:ln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2C7D40-2CAF-1028-BDF3-C6B1BF2E1986}"/>
              </a:ext>
            </a:extLst>
          </p:cNvPr>
          <p:cNvCxnSpPr>
            <a:cxnSpLocks/>
          </p:cNvCxnSpPr>
          <p:nvPr/>
        </p:nvCxnSpPr>
        <p:spPr>
          <a:xfrm flipV="1">
            <a:off x="1638462" y="5354320"/>
            <a:ext cx="0" cy="634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1880EDC7-76F9-4EA0-7BE3-65C0DABF0B67}"/>
              </a:ext>
            </a:extLst>
          </p:cNvPr>
          <p:cNvSpPr/>
          <p:nvPr/>
        </p:nvSpPr>
        <p:spPr>
          <a:xfrm>
            <a:off x="1049182" y="5465443"/>
            <a:ext cx="1178560" cy="309879"/>
          </a:xfrm>
          <a:prstGeom prst="arc">
            <a:avLst>
              <a:gd name="adj1" fmla="val 20142818"/>
              <a:gd name="adj2" fmla="val 12858923"/>
            </a:avLst>
          </a:prstGeom>
          <a:ln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F4412-D0B6-417C-9AB5-ED75A0EE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Parallel Axis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6AEBD-12AF-5F46-3F6B-D9C16942A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Because we could potentially choose any point to rotate the body about, there are potentially an infinite number of moment of inertia values.</a:t>
            </a:r>
          </a:p>
          <a:p>
            <a:r>
              <a:rPr lang="en-US" dirty="0"/>
              <a:t>Even though there are an infinite number of values, they will go up and down in a predictable fashion, and we can use the moment of inertia at one point, to find the moment of inertia at another point using the </a:t>
            </a:r>
            <a:r>
              <a:rPr lang="en-US" b="1" dirty="0"/>
              <a:t>parallel axis theorem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00FC3-B85E-5B3B-522A-FAD5B2B5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0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835F-18BB-ED21-1ACC-C38FF2AD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Parallel Axis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D4C7-E7FC-6DF9-7D62-44517A105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parallel axis theorem state that…</a:t>
            </a:r>
          </a:p>
          <a:p>
            <a:pPr lvl="1"/>
            <a:r>
              <a:rPr lang="en-US" dirty="0"/>
              <a:t>The moment of inertia will be lowest at the centroid / center of mass</a:t>
            </a:r>
          </a:p>
          <a:p>
            <a:pPr lvl="2"/>
            <a:r>
              <a:rPr lang="en-US" dirty="0"/>
              <a:t>Centroid for area moments of inertia</a:t>
            </a:r>
          </a:p>
          <a:p>
            <a:pPr lvl="2"/>
            <a:r>
              <a:rPr lang="en-US" dirty="0"/>
              <a:t>Center of mass for mass moment of inertia</a:t>
            </a:r>
          </a:p>
          <a:p>
            <a:pPr lvl="1"/>
            <a:r>
              <a:rPr lang="en-US" dirty="0"/>
              <a:t>If we were to take the moment of inertia about another parallel axis that is distance “r” away from the original axis, then the moment of inertia value would increase by a quantity of area/mass times distance squared.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08E40-2420-3B2A-E8A2-46F86A57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0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Parallel Axis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The parallel axis theorem states that...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𝑥𝑃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𝑥𝐶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or...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𝑥𝑥𝑃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𝑥𝑥𝐶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𝑚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066800" y="3038817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Area Moment  about Any Point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3245518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Area Moment  about Centroid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3384017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Area of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038817"/>
            <a:ext cx="167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between the two x axes</a:t>
            </a:r>
          </a:p>
        </p:txBody>
      </p:sp>
      <p:cxnSp>
        <p:nvCxnSpPr>
          <p:cNvPr id="9" name="Straight Arrow Connector 8"/>
          <p:cNvCxnSpPr>
            <a:cxnSpLocks/>
            <a:stCxn id="4" idx="0"/>
          </p:cNvCxnSpPr>
          <p:nvPr/>
        </p:nvCxnSpPr>
        <p:spPr>
          <a:xfrm flipV="1">
            <a:off x="1828800" y="2438400"/>
            <a:ext cx="1524000" cy="6004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stCxn id="5" idx="0"/>
          </p:cNvCxnSpPr>
          <p:nvPr/>
        </p:nvCxnSpPr>
        <p:spPr>
          <a:xfrm flipV="1">
            <a:off x="3733800" y="2590800"/>
            <a:ext cx="584200" cy="6547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  <a:stCxn id="6" idx="0"/>
          </p:cNvCxnSpPr>
          <p:nvPr/>
        </p:nvCxnSpPr>
        <p:spPr>
          <a:xfrm flipH="1" flipV="1">
            <a:off x="5262880" y="2438400"/>
            <a:ext cx="147320" cy="9456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715000" y="2438400"/>
            <a:ext cx="914400" cy="807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66800" y="5172417"/>
            <a:ext cx="16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Mass Moment  about Any Point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379118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Mass Moment about Centroid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0" y="5517617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Mass of Part</a:t>
            </a:r>
          </a:p>
        </p:txBody>
      </p:sp>
      <p:cxnSp>
        <p:nvCxnSpPr>
          <p:cNvPr id="18" name="Straight Arrow Connector 17"/>
          <p:cNvCxnSpPr>
            <a:stCxn id="15" idx="0"/>
          </p:cNvCxnSpPr>
          <p:nvPr/>
        </p:nvCxnSpPr>
        <p:spPr>
          <a:xfrm flipV="1">
            <a:off x="1866900" y="4724401"/>
            <a:ext cx="1485900" cy="448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0"/>
          </p:cNvCxnSpPr>
          <p:nvPr/>
        </p:nvCxnSpPr>
        <p:spPr>
          <a:xfrm flipV="1">
            <a:off x="3771900" y="4724400"/>
            <a:ext cx="647700" cy="6547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5448300" y="4648200"/>
            <a:ext cx="38100" cy="920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5715000" y="4648200"/>
            <a:ext cx="990600" cy="730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0" y="5248870"/>
            <a:ext cx="167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between the two x axes</a:t>
            </a:r>
          </a:p>
        </p:txBody>
      </p:sp>
    </p:spTree>
    <p:extLst>
      <p:ext uri="{BB962C8B-B14F-4D97-AF65-F5344CB8AC3E}">
        <p14:creationId xmlns:p14="http://schemas.microsoft.com/office/powerpoint/2010/main" val="391839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15" grpId="0"/>
      <p:bldP spid="16" grpId="0"/>
      <p:bldP spid="17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09AB-3096-4826-8868-709EC4C3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Parallel Axis Theorem and Area Moments of Inertia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63CB-A5A5-46E7-8C8B-7FE319486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20426" cy="47561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area moments of inertia, it is important to identify how far the </a:t>
            </a:r>
            <a:r>
              <a:rPr lang="en-US" b="1" dirty="0"/>
              <a:t>axis</a:t>
            </a:r>
            <a:r>
              <a:rPr lang="en-US" dirty="0"/>
              <a:t> has moved, not just how far the point has moved.</a:t>
            </a:r>
          </a:p>
          <a:p>
            <a:r>
              <a:rPr lang="en-US" dirty="0"/>
              <a:t>Because we are squaring the r term, the direction isn’t important.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C8BCE-7D4D-4978-AD5C-10196C1D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3C504-4C20-46FB-8A33-C1DAE55AC897}"/>
              </a:ext>
            </a:extLst>
          </p:cNvPr>
          <p:cNvSpPr/>
          <p:nvPr/>
        </p:nvSpPr>
        <p:spPr>
          <a:xfrm>
            <a:off x="4911120" y="1981200"/>
            <a:ext cx="3886200" cy="2590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982610-78A3-4F88-97D9-D3C00627F3E7}"/>
              </a:ext>
            </a:extLst>
          </p:cNvPr>
          <p:cNvSpPr/>
          <p:nvPr/>
        </p:nvSpPr>
        <p:spPr>
          <a:xfrm>
            <a:off x="677802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396335-00A1-45C7-A8C2-59AAD4094A10}"/>
              </a:ext>
            </a:extLst>
          </p:cNvPr>
          <p:cNvCxnSpPr>
            <a:cxnSpLocks/>
          </p:cNvCxnSpPr>
          <p:nvPr/>
        </p:nvCxnSpPr>
        <p:spPr>
          <a:xfrm flipV="1">
            <a:off x="6882795" y="3265807"/>
            <a:ext cx="84772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88CAD9-9478-4BDA-9382-CBCE64CABEB3}"/>
              </a:ext>
            </a:extLst>
          </p:cNvPr>
          <p:cNvSpPr txBox="1"/>
          <p:nvPr/>
        </p:nvSpPr>
        <p:spPr>
          <a:xfrm>
            <a:off x="7730520" y="308114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295545-4382-4633-B11B-7EEBA326DF8D}"/>
              </a:ext>
            </a:extLst>
          </p:cNvPr>
          <p:cNvCxnSpPr>
            <a:cxnSpLocks/>
          </p:cNvCxnSpPr>
          <p:nvPr/>
        </p:nvCxnSpPr>
        <p:spPr>
          <a:xfrm flipV="1">
            <a:off x="6854220" y="2498027"/>
            <a:ext cx="0" cy="7023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DF380D-73BB-4F76-A9A6-4166AC00F776}"/>
              </a:ext>
            </a:extLst>
          </p:cNvPr>
          <p:cNvSpPr txBox="1"/>
          <p:nvPr/>
        </p:nvSpPr>
        <p:spPr>
          <a:xfrm>
            <a:off x="6708988" y="2128695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33F87E-45B9-43B1-9843-561A4B25F7D1}"/>
              </a:ext>
            </a:extLst>
          </p:cNvPr>
          <p:cNvSpPr/>
          <p:nvPr/>
        </p:nvSpPr>
        <p:spPr>
          <a:xfrm>
            <a:off x="4806345" y="5801993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D53F9C-9CC0-4EC7-BEFA-8A9E26A94309}"/>
              </a:ext>
            </a:extLst>
          </p:cNvPr>
          <p:cNvCxnSpPr>
            <a:cxnSpLocks/>
          </p:cNvCxnSpPr>
          <p:nvPr/>
        </p:nvCxnSpPr>
        <p:spPr>
          <a:xfrm flipV="1">
            <a:off x="4911120" y="5867400"/>
            <a:ext cx="84772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118F0D2-F635-446C-84D2-7CBC17A458EE}"/>
              </a:ext>
            </a:extLst>
          </p:cNvPr>
          <p:cNvSpPr txBox="1"/>
          <p:nvPr/>
        </p:nvSpPr>
        <p:spPr>
          <a:xfrm>
            <a:off x="5758845" y="568273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249E90-E5B2-4174-B57C-9239D84F6BE2}"/>
              </a:ext>
            </a:extLst>
          </p:cNvPr>
          <p:cNvCxnSpPr>
            <a:cxnSpLocks/>
          </p:cNvCxnSpPr>
          <p:nvPr/>
        </p:nvCxnSpPr>
        <p:spPr>
          <a:xfrm flipV="1">
            <a:off x="4882545" y="5099620"/>
            <a:ext cx="0" cy="7023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3BFC5C-69E7-4C25-ADAF-2B3F23219F9B}"/>
              </a:ext>
            </a:extLst>
          </p:cNvPr>
          <p:cNvSpPr txBox="1"/>
          <p:nvPr/>
        </p:nvSpPr>
        <p:spPr>
          <a:xfrm>
            <a:off x="4737313" y="473028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D951CD-E1B3-4760-9568-897CE8676ECA}"/>
              </a:ext>
            </a:extLst>
          </p:cNvPr>
          <p:cNvSpPr txBox="1"/>
          <p:nvPr/>
        </p:nvSpPr>
        <p:spPr>
          <a:xfrm>
            <a:off x="6892320" y="288777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558E4-E89F-44C4-BA5C-43A989948C6A}"/>
              </a:ext>
            </a:extLst>
          </p:cNvPr>
          <p:cNvSpPr txBox="1"/>
          <p:nvPr/>
        </p:nvSpPr>
        <p:spPr>
          <a:xfrm>
            <a:off x="4343400" y="56935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06843A-A16D-4315-A39E-0B5873C0CC0D}"/>
              </a:ext>
            </a:extLst>
          </p:cNvPr>
          <p:cNvCxnSpPr/>
          <p:nvPr/>
        </p:nvCxnSpPr>
        <p:spPr>
          <a:xfrm>
            <a:off x="6358920" y="5878193"/>
            <a:ext cx="1516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0ED979-33F8-4213-8753-0E651398CECB}"/>
              </a:ext>
            </a:extLst>
          </p:cNvPr>
          <p:cNvCxnSpPr>
            <a:cxnSpLocks/>
          </p:cNvCxnSpPr>
          <p:nvPr/>
        </p:nvCxnSpPr>
        <p:spPr>
          <a:xfrm flipV="1">
            <a:off x="7263795" y="3276601"/>
            <a:ext cx="0" cy="2590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990675-E2D7-48C0-9837-478BCFD15410}"/>
                  </a:ext>
                </a:extLst>
              </p:cNvPr>
              <p:cNvSpPr txBox="1"/>
              <p:nvPr/>
            </p:nvSpPr>
            <p:spPr>
              <a:xfrm>
                <a:off x="7227389" y="4730288"/>
                <a:ext cx="421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990675-E2D7-48C0-9837-478BCFD15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389" y="4730288"/>
                <a:ext cx="42165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E67EAB-FDC5-4E63-A86C-7201C9BB05D3}"/>
              </a:ext>
            </a:extLst>
          </p:cNvPr>
          <p:cNvCxnSpPr>
            <a:cxnSpLocks/>
          </p:cNvCxnSpPr>
          <p:nvPr/>
        </p:nvCxnSpPr>
        <p:spPr>
          <a:xfrm flipH="1" flipV="1">
            <a:off x="4911120" y="2867359"/>
            <a:ext cx="19279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9BA189-66CA-4EC6-8C5F-BD74409708F9}"/>
                  </a:ext>
                </a:extLst>
              </p:cNvPr>
              <p:cNvSpPr txBox="1"/>
              <p:nvPr/>
            </p:nvSpPr>
            <p:spPr>
              <a:xfrm>
                <a:off x="5663813" y="2372801"/>
                <a:ext cx="429285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9BA189-66CA-4EC6-8C5F-BD7440970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813" y="2372801"/>
                <a:ext cx="429285" cy="391261"/>
              </a:xfrm>
              <a:prstGeom prst="rect">
                <a:avLst/>
              </a:prstGeom>
              <a:blipFill>
                <a:blip r:embed="rId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D00AE6-601D-45EB-9C6D-0BCDE372CB04}"/>
              </a:ext>
            </a:extLst>
          </p:cNvPr>
          <p:cNvCxnSpPr>
            <a:cxnSpLocks/>
          </p:cNvCxnSpPr>
          <p:nvPr/>
        </p:nvCxnSpPr>
        <p:spPr>
          <a:xfrm flipV="1">
            <a:off x="4906905" y="2154902"/>
            <a:ext cx="0" cy="2590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F0C859-D5FB-422B-AEF1-C833DB0EBC3C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4936427" y="3330482"/>
            <a:ext cx="1863911" cy="2493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4CA023-9A60-4D3D-89DD-A664D13493AD}"/>
                  </a:ext>
                </a:extLst>
              </p:cNvPr>
              <p:cNvSpPr txBox="1"/>
              <p:nvPr/>
            </p:nvSpPr>
            <p:spPr>
              <a:xfrm>
                <a:off x="5730271" y="3932720"/>
                <a:ext cx="4112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4CA023-9A60-4D3D-89DD-A664D1349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71" y="3932720"/>
                <a:ext cx="4112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74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8" grpId="0"/>
      <p:bldP spid="10" grpId="0"/>
      <p:bldP spid="11" grpId="0" animBg="1"/>
      <p:bldP spid="13" grpId="0"/>
      <p:bldP spid="15" grpId="0"/>
      <p:bldP spid="16" grpId="0"/>
      <p:bldP spid="17" grpId="0"/>
      <p:bldP spid="20" grpId="0"/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BDA6-D080-4F51-3272-DF766D9C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Parallel Axis Theorem for Mass Moments of Inertia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C518-55BE-258B-75EF-8630DBBF4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269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With the mass moment of inertia, we will also need to be careful to determine how far the axis is moving.</a:t>
            </a:r>
          </a:p>
          <a:p>
            <a:r>
              <a:rPr lang="en-US" dirty="0"/>
              <a:t>Also be aware this doesn’t work if we are changing the direction of the axis of rotation.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20037-2E6F-24D8-C170-4E2726B0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7</a:t>
            </a:fld>
            <a:endParaRPr lang="en-US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E66863E-7C98-1242-7600-98D9864448C9}"/>
              </a:ext>
            </a:extLst>
          </p:cNvPr>
          <p:cNvSpPr/>
          <p:nvPr/>
        </p:nvSpPr>
        <p:spPr>
          <a:xfrm rot="16200000">
            <a:off x="4645426" y="2418476"/>
            <a:ext cx="292734" cy="6448901"/>
          </a:xfrm>
          <a:prstGeom prst="can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3C34E1-EE44-AD39-D17C-33E4FBEC281B}"/>
              </a:ext>
            </a:extLst>
          </p:cNvPr>
          <p:cNvCxnSpPr>
            <a:cxnSpLocks/>
          </p:cNvCxnSpPr>
          <p:nvPr/>
        </p:nvCxnSpPr>
        <p:spPr>
          <a:xfrm flipV="1">
            <a:off x="4781633" y="4196080"/>
            <a:ext cx="0" cy="14468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Arc 6">
            <a:extLst>
              <a:ext uri="{FF2B5EF4-FFF2-40B4-BE49-F238E27FC236}">
                <a16:creationId xmlns:a16="http://schemas.microsoft.com/office/drawing/2014/main" id="{5C6AD662-1373-B48F-0FAE-69408D0E8918}"/>
              </a:ext>
            </a:extLst>
          </p:cNvPr>
          <p:cNvSpPr/>
          <p:nvPr/>
        </p:nvSpPr>
        <p:spPr>
          <a:xfrm>
            <a:off x="4192353" y="5120003"/>
            <a:ext cx="1178560" cy="309879"/>
          </a:xfrm>
          <a:prstGeom prst="arc">
            <a:avLst>
              <a:gd name="adj1" fmla="val 20142818"/>
              <a:gd name="adj2" fmla="val 12858923"/>
            </a:avLst>
          </a:prstGeom>
          <a:ln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8CAE81-A616-E85E-8828-70B808AA067F}"/>
              </a:ext>
            </a:extLst>
          </p:cNvPr>
          <p:cNvCxnSpPr>
            <a:cxnSpLocks/>
          </p:cNvCxnSpPr>
          <p:nvPr/>
        </p:nvCxnSpPr>
        <p:spPr>
          <a:xfrm flipV="1">
            <a:off x="1587663" y="4196080"/>
            <a:ext cx="0" cy="14468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98BE0D82-27FE-02A9-D52A-40C29C43EA39}"/>
              </a:ext>
            </a:extLst>
          </p:cNvPr>
          <p:cNvSpPr/>
          <p:nvPr/>
        </p:nvSpPr>
        <p:spPr>
          <a:xfrm>
            <a:off x="998383" y="5120003"/>
            <a:ext cx="1178560" cy="309879"/>
          </a:xfrm>
          <a:prstGeom prst="arc">
            <a:avLst>
              <a:gd name="adj1" fmla="val 20142818"/>
              <a:gd name="adj2" fmla="val 12858923"/>
            </a:avLst>
          </a:prstGeom>
          <a:ln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721582-0341-D9D7-FC3F-48978BC9E368}"/>
              </a:ext>
            </a:extLst>
          </p:cNvPr>
          <p:cNvCxnSpPr>
            <a:cxnSpLocks/>
          </p:cNvCxnSpPr>
          <p:nvPr/>
        </p:nvCxnSpPr>
        <p:spPr>
          <a:xfrm flipH="1">
            <a:off x="1587663" y="4730288"/>
            <a:ext cx="31939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B67D9B-7379-68CC-693D-D7AD66C63C76}"/>
                  </a:ext>
                </a:extLst>
              </p:cNvPr>
              <p:cNvSpPr txBox="1"/>
              <p:nvPr/>
            </p:nvSpPr>
            <p:spPr>
              <a:xfrm>
                <a:off x="2937749" y="4559426"/>
                <a:ext cx="42165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B67D9B-7379-68CC-693D-D7AD66C63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49" y="4559426"/>
                <a:ext cx="42165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B80D6D-8152-CB2F-D480-561F6E75D606}"/>
                  </a:ext>
                </a:extLst>
              </p:cNvPr>
              <p:cNvSpPr txBox="1"/>
              <p:nvPr/>
            </p:nvSpPr>
            <p:spPr>
              <a:xfrm>
                <a:off x="4570806" y="5855971"/>
                <a:ext cx="42165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B80D6D-8152-CB2F-D480-561F6E75D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806" y="5855971"/>
                <a:ext cx="4216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7F8E5D-98C7-7075-8530-30EF19DB9619}"/>
                  </a:ext>
                </a:extLst>
              </p:cNvPr>
              <p:cNvSpPr txBox="1"/>
              <p:nvPr/>
            </p:nvSpPr>
            <p:spPr>
              <a:xfrm>
                <a:off x="1376836" y="5844268"/>
                <a:ext cx="42165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7F8E5D-98C7-7075-8530-30EF19DB9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836" y="5844268"/>
                <a:ext cx="42165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0386CFE-B24F-A0FC-7CED-83E42DEEB62C}"/>
              </a:ext>
            </a:extLst>
          </p:cNvPr>
          <p:cNvGrpSpPr/>
          <p:nvPr/>
        </p:nvGrpSpPr>
        <p:grpSpPr>
          <a:xfrm rot="5400000">
            <a:off x="7652346" y="5244903"/>
            <a:ext cx="1178560" cy="841928"/>
            <a:chOff x="4367694" y="4787110"/>
            <a:chExt cx="1178560" cy="841928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F5076D5-5DDE-298A-08B1-0D624AA7E0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633801" y="5110283"/>
              <a:ext cx="6463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69855D56-7631-1855-192A-6AB173A026DA}"/>
                </a:ext>
              </a:extLst>
            </p:cNvPr>
            <p:cNvSpPr/>
            <p:nvPr/>
          </p:nvSpPr>
          <p:spPr>
            <a:xfrm>
              <a:off x="4367694" y="5319159"/>
              <a:ext cx="1178560" cy="309879"/>
            </a:xfrm>
            <a:prstGeom prst="arc">
              <a:avLst>
                <a:gd name="adj1" fmla="val 20142818"/>
                <a:gd name="adj2" fmla="val 12858923"/>
              </a:avLst>
            </a:prstGeom>
            <a:ln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ross 24">
            <a:extLst>
              <a:ext uri="{FF2B5EF4-FFF2-40B4-BE49-F238E27FC236}">
                <a16:creationId xmlns:a16="http://schemas.microsoft.com/office/drawing/2014/main" id="{1CCD4F8B-62DC-93D4-A2A6-707617559DB4}"/>
              </a:ext>
            </a:extLst>
          </p:cNvPr>
          <p:cNvSpPr/>
          <p:nvPr/>
        </p:nvSpPr>
        <p:spPr>
          <a:xfrm rot="18837856">
            <a:off x="7158995" y="4728525"/>
            <a:ext cx="1828800" cy="1828800"/>
          </a:xfrm>
          <a:prstGeom prst="plus">
            <a:avLst>
              <a:gd name="adj" fmla="val 47147"/>
            </a:avLst>
          </a:prstGeom>
          <a:solidFill>
            <a:srgbClr val="FF0D0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9" grpId="0" animBg="1"/>
      <p:bldP spid="13" grpId="0" animBg="1"/>
      <p:bldP spid="19" grpId="0" animBg="1"/>
      <p:bldP spid="20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10CB-7702-ED27-33CD-5E63A89D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Method of Composite Parts and the Parallel Axis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5EE7F-81C8-13AF-0587-4CAEFA900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Just as we had for the centroid calculations, we can use a similar </a:t>
            </a:r>
            <a:r>
              <a:rPr lang="en-US" b="1" dirty="0"/>
              <a:t>method of composite </a:t>
            </a:r>
            <a:r>
              <a:rPr lang="en-US" dirty="0"/>
              <a:t>parts to calculate the </a:t>
            </a:r>
            <a:r>
              <a:rPr lang="en-US" b="1" dirty="0"/>
              <a:t>area and mass moments of inertia</a:t>
            </a:r>
            <a:r>
              <a:rPr lang="en-US" dirty="0"/>
              <a:t> using moment of inertia tables for common shapes</a:t>
            </a:r>
          </a:p>
          <a:p>
            <a:r>
              <a:rPr lang="en-US" dirty="0"/>
              <a:t>An important part of the process will be using the parallel axis theorem to </a:t>
            </a:r>
            <a:r>
              <a:rPr lang="en-US" b="1" dirty="0"/>
              <a:t>adjust the moments of inertia</a:t>
            </a:r>
            <a:r>
              <a:rPr lang="en-US" dirty="0"/>
              <a:t> so that they are </a:t>
            </a:r>
            <a:r>
              <a:rPr lang="en-US" b="1" dirty="0"/>
              <a:t>all taken about a common point</a:t>
            </a:r>
            <a:r>
              <a:rPr lang="en-US" dirty="0"/>
              <a:t> before adding them all together.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996C2-A75E-5140-72F8-69BD0351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2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Watching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See other engineering mechanics videos and access the full tool at…</a:t>
            </a:r>
          </a:p>
        </p:txBody>
      </p:sp>
    </p:spTree>
    <p:extLst>
      <p:ext uri="{BB962C8B-B14F-4D97-AF65-F5344CB8AC3E}">
        <p14:creationId xmlns:p14="http://schemas.microsoft.com/office/powerpoint/2010/main" val="3129637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95D5D-B0EB-4FF7-83BC-76BC70FD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 Axis Theorem Worked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90A4-0F01-4555-9574-7191E9C0B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077200" cy="2057400"/>
          </a:xfrm>
        </p:spPr>
        <p:txBody>
          <a:bodyPr/>
          <a:lstStyle/>
          <a:p>
            <a:r>
              <a:rPr lang="en-US" dirty="0"/>
              <a:t>Use the parallel axis theorem to find the mass moment of inertia of this slender rod with mass m and length L about the z axis at its end 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E5167-4008-403C-986C-80C83934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Problem 1 Diagram">
            <a:extLst>
              <a:ext uri="{FF2B5EF4-FFF2-40B4-BE49-F238E27FC236}">
                <a16:creationId xmlns:a16="http://schemas.microsoft.com/office/drawing/2014/main" id="{AD890F3A-2E29-4ADC-8A3B-DC4C6F164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792158"/>
            <a:ext cx="6645724" cy="279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50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121B-4822-2048-9B6A-CE5C3D50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Mass Moment of Inertia Worked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78930-5D78-E249-8151-9D110E24C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592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semicircular thin plate has constant density, a radius of 10 cm, and a mass of 400 g. Find the mass moment of inertia of the plate around the axes (a) x and (b) z passing through the center of mass.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7C7B0-0309-AD45-BE6F-0BBFA9F1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11</a:t>
            </a:fld>
            <a:endParaRPr lang="en-US"/>
          </a:p>
        </p:txBody>
      </p:sp>
      <p:sp>
        <p:nvSpPr>
          <p:cNvPr id="19" name="Chord 18">
            <a:extLst>
              <a:ext uri="{FF2B5EF4-FFF2-40B4-BE49-F238E27FC236}">
                <a16:creationId xmlns:a16="http://schemas.microsoft.com/office/drawing/2014/main" id="{C1F406D3-D734-20DC-E02E-D0CCBA6E93EB}"/>
              </a:ext>
            </a:extLst>
          </p:cNvPr>
          <p:cNvSpPr>
            <a:spLocks noChangeAspect="1"/>
          </p:cNvSpPr>
          <p:nvPr/>
        </p:nvSpPr>
        <p:spPr>
          <a:xfrm rot="5400000">
            <a:off x="1143994" y="3989219"/>
            <a:ext cx="4273888" cy="4273888"/>
          </a:xfrm>
          <a:prstGeom prst="chord">
            <a:avLst>
              <a:gd name="adj1" fmla="val 5388135"/>
              <a:gd name="adj2" fmla="val 1620000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B405B4-B7A5-DE57-B5DC-34743BBBF5AA}"/>
              </a:ext>
            </a:extLst>
          </p:cNvPr>
          <p:cNvSpPr/>
          <p:nvPr/>
        </p:nvSpPr>
        <p:spPr>
          <a:xfrm>
            <a:off x="7166189" y="3992561"/>
            <a:ext cx="228600" cy="21336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6C0063-7E4A-BF08-F5E6-846097491E3A}"/>
              </a:ext>
            </a:extLst>
          </p:cNvPr>
          <p:cNvCxnSpPr/>
          <p:nvPr/>
        </p:nvCxnSpPr>
        <p:spPr>
          <a:xfrm flipV="1">
            <a:off x="3280939" y="3455819"/>
            <a:ext cx="0" cy="19050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500898-CE56-E84F-B57D-51708CA49246}"/>
              </a:ext>
            </a:extLst>
          </p:cNvPr>
          <p:cNvSpPr>
            <a:spLocks noChangeAspect="1"/>
          </p:cNvSpPr>
          <p:nvPr/>
        </p:nvSpPr>
        <p:spPr>
          <a:xfrm>
            <a:off x="3208938" y="5360819"/>
            <a:ext cx="144000" cy="144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E1C823-940B-9656-714D-BAB963F93FFF}"/>
              </a:ext>
            </a:extLst>
          </p:cNvPr>
          <p:cNvSpPr>
            <a:spLocks noChangeAspect="1"/>
          </p:cNvSpPr>
          <p:nvPr/>
        </p:nvSpPr>
        <p:spPr>
          <a:xfrm>
            <a:off x="7210582" y="5372562"/>
            <a:ext cx="144000" cy="144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2F9191-D419-7E05-BC2E-AE6C4C0CF1CF}"/>
              </a:ext>
            </a:extLst>
          </p:cNvPr>
          <p:cNvCxnSpPr/>
          <p:nvPr/>
        </p:nvCxnSpPr>
        <p:spPr>
          <a:xfrm flipV="1">
            <a:off x="7282583" y="3467562"/>
            <a:ext cx="0" cy="19050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13EB1D5-815C-BE44-745D-0FD54261BFF2}"/>
              </a:ext>
            </a:extLst>
          </p:cNvPr>
          <p:cNvCxnSpPr>
            <a:cxnSpLocks/>
          </p:cNvCxnSpPr>
          <p:nvPr/>
        </p:nvCxnSpPr>
        <p:spPr>
          <a:xfrm flipV="1">
            <a:off x="3352938" y="5415234"/>
            <a:ext cx="2304158" cy="84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BE9683-B33F-22A7-0088-5F4C1D20BBEA}"/>
              </a:ext>
            </a:extLst>
          </p:cNvPr>
          <p:cNvCxnSpPr>
            <a:cxnSpLocks/>
          </p:cNvCxnSpPr>
          <p:nvPr/>
        </p:nvCxnSpPr>
        <p:spPr>
          <a:xfrm flipH="1">
            <a:off x="6177965" y="5447093"/>
            <a:ext cx="1084522" cy="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92480D2-CDC3-1EBD-F7B2-0BC91AFD7560}"/>
              </a:ext>
            </a:extLst>
          </p:cNvPr>
          <p:cNvSpPr txBox="1"/>
          <p:nvPr/>
        </p:nvSpPr>
        <p:spPr>
          <a:xfrm>
            <a:off x="2756364" y="5155820"/>
            <a:ext cx="4267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0B1102-A2DE-CBE8-4792-57D91798D8E6}"/>
                  </a:ext>
                </a:extLst>
              </p:cNvPr>
              <p:cNvSpPr txBox="1"/>
              <p:nvPr/>
            </p:nvSpPr>
            <p:spPr>
              <a:xfrm>
                <a:off x="5329845" y="4815221"/>
                <a:ext cx="48808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0B1102-A2DE-CBE8-4792-57D91798D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45" y="4815221"/>
                <a:ext cx="488082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BE3427-AF74-5135-962A-1AB2052B129B}"/>
                  </a:ext>
                </a:extLst>
              </p:cNvPr>
              <p:cNvSpPr txBox="1"/>
              <p:nvPr/>
            </p:nvSpPr>
            <p:spPr>
              <a:xfrm>
                <a:off x="2864856" y="3097635"/>
                <a:ext cx="48808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BE3427-AF74-5135-962A-1AB2052B1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856" y="3097635"/>
                <a:ext cx="488082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E9AE6E-ECDC-9DF5-6F80-21FB8173B9F5}"/>
                  </a:ext>
                </a:extLst>
              </p:cNvPr>
              <p:cNvSpPr txBox="1"/>
              <p:nvPr/>
            </p:nvSpPr>
            <p:spPr>
              <a:xfrm>
                <a:off x="6839117" y="3190563"/>
                <a:ext cx="48808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E9AE6E-ECDC-9DF5-6F80-21FB8173B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117" y="3190563"/>
                <a:ext cx="488082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EAFB82B-9747-C606-0A4D-5BB56A36095E}"/>
                  </a:ext>
                </a:extLst>
              </p:cNvPr>
              <p:cNvSpPr txBox="1"/>
              <p:nvPr/>
            </p:nvSpPr>
            <p:spPr>
              <a:xfrm>
                <a:off x="6107599" y="4844620"/>
                <a:ext cx="46378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EAFB82B-9747-C606-0A4D-5BB56A360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599" y="4844620"/>
                <a:ext cx="463781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082F4F0-E81A-2B9D-8920-FB0D0E8F63E1}"/>
              </a:ext>
            </a:extLst>
          </p:cNvPr>
          <p:cNvSpPr txBox="1"/>
          <p:nvPr/>
        </p:nvSpPr>
        <p:spPr>
          <a:xfrm>
            <a:off x="2587799" y="6370631"/>
            <a:ext cx="1386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C8A598-03D2-85C4-0391-43EB89CC3C82}"/>
              </a:ext>
            </a:extLst>
          </p:cNvPr>
          <p:cNvSpPr txBox="1"/>
          <p:nvPr/>
        </p:nvSpPr>
        <p:spPr>
          <a:xfrm>
            <a:off x="6593409" y="6383231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SIDE VIEW</a:t>
            </a:r>
          </a:p>
        </p:txBody>
      </p:sp>
    </p:spTree>
    <p:extLst>
      <p:ext uri="{BB962C8B-B14F-4D97-AF65-F5344CB8AC3E}">
        <p14:creationId xmlns:p14="http://schemas.microsoft.com/office/powerpoint/2010/main" val="3373324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121B-4822-2048-9B6A-CE5C3D50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Mass Moment of Inertia Worked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78930-5D78-E249-8151-9D110E24C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8443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semicircular thin plate has constant density, a radius of 10 cm, and a mass of 400 g. Find the mass moment of inertia of the plate around the axes (a) x and (b) z passing through the center of mass.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7C7B0-0309-AD45-BE6F-0BBFA9F1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12</a:t>
            </a:fld>
            <a:endParaRPr lang="en-US"/>
          </a:p>
        </p:txBody>
      </p:sp>
      <p:sp>
        <p:nvSpPr>
          <p:cNvPr id="5" name="Chord 4">
            <a:extLst>
              <a:ext uri="{FF2B5EF4-FFF2-40B4-BE49-F238E27FC236}">
                <a16:creationId xmlns:a16="http://schemas.microsoft.com/office/drawing/2014/main" id="{9AB076F7-EF8E-1CCA-2924-A43A90AAB179}"/>
              </a:ext>
            </a:extLst>
          </p:cNvPr>
          <p:cNvSpPr>
            <a:spLocks noChangeAspect="1"/>
          </p:cNvSpPr>
          <p:nvPr/>
        </p:nvSpPr>
        <p:spPr>
          <a:xfrm rot="5400000">
            <a:off x="1672314" y="4320584"/>
            <a:ext cx="4273888" cy="4273888"/>
          </a:xfrm>
          <a:prstGeom prst="chord">
            <a:avLst>
              <a:gd name="adj1" fmla="val 5388135"/>
              <a:gd name="adj2" fmla="val 1620000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8A14BE-4DF9-3E2F-BC22-47E145F90A04}"/>
              </a:ext>
            </a:extLst>
          </p:cNvPr>
          <p:cNvSpPr/>
          <p:nvPr/>
        </p:nvSpPr>
        <p:spPr>
          <a:xfrm>
            <a:off x="7694509" y="4323926"/>
            <a:ext cx="228600" cy="21336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3E5E3A-3D15-B7EE-34AB-456D61DF1B96}"/>
              </a:ext>
            </a:extLst>
          </p:cNvPr>
          <p:cNvCxnSpPr/>
          <p:nvPr/>
        </p:nvCxnSpPr>
        <p:spPr>
          <a:xfrm flipV="1">
            <a:off x="3809259" y="3787184"/>
            <a:ext cx="0" cy="19050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CC2A352-24A9-44BF-7EDA-1893E8310FBC}"/>
              </a:ext>
            </a:extLst>
          </p:cNvPr>
          <p:cNvSpPr>
            <a:spLocks noChangeAspect="1"/>
          </p:cNvSpPr>
          <p:nvPr/>
        </p:nvSpPr>
        <p:spPr>
          <a:xfrm>
            <a:off x="3737258" y="5692184"/>
            <a:ext cx="144000" cy="144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C47AF-3B99-8654-9435-E652CAD1FFD3}"/>
              </a:ext>
            </a:extLst>
          </p:cNvPr>
          <p:cNvSpPr>
            <a:spLocks noChangeAspect="1"/>
          </p:cNvSpPr>
          <p:nvPr/>
        </p:nvSpPr>
        <p:spPr>
          <a:xfrm>
            <a:off x="7738902" y="5703927"/>
            <a:ext cx="144000" cy="144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FD33B6-842F-CE7B-27F0-6D4D1F604535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7810902" y="3798927"/>
            <a:ext cx="1" cy="25782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AABFFA-A244-9BCB-2ECC-391EA7B491AA}"/>
              </a:ext>
            </a:extLst>
          </p:cNvPr>
          <p:cNvCxnSpPr>
            <a:cxnSpLocks/>
          </p:cNvCxnSpPr>
          <p:nvPr/>
        </p:nvCxnSpPr>
        <p:spPr>
          <a:xfrm flipV="1">
            <a:off x="3881258" y="5746599"/>
            <a:ext cx="2304158" cy="84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208AC5-C807-721F-2F41-CD74819F5BC2}"/>
              </a:ext>
            </a:extLst>
          </p:cNvPr>
          <p:cNvCxnSpPr>
            <a:cxnSpLocks/>
          </p:cNvCxnSpPr>
          <p:nvPr/>
        </p:nvCxnSpPr>
        <p:spPr>
          <a:xfrm flipH="1">
            <a:off x="6706285" y="5778458"/>
            <a:ext cx="1084522" cy="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DD733A-6FA6-BF39-61D5-4F917D969DB1}"/>
              </a:ext>
            </a:extLst>
          </p:cNvPr>
          <p:cNvSpPr txBox="1"/>
          <p:nvPr/>
        </p:nvSpPr>
        <p:spPr>
          <a:xfrm>
            <a:off x="3284684" y="5487185"/>
            <a:ext cx="4267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7D4543-0DC0-A575-D4BB-2F627C42228D}"/>
                  </a:ext>
                </a:extLst>
              </p:cNvPr>
              <p:cNvSpPr txBox="1"/>
              <p:nvPr/>
            </p:nvSpPr>
            <p:spPr>
              <a:xfrm>
                <a:off x="5858165" y="5146586"/>
                <a:ext cx="48808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7D4543-0DC0-A575-D4BB-2F627C422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165" y="5146586"/>
                <a:ext cx="488082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487EF1-E363-C407-7E92-232F7C8AE271}"/>
                  </a:ext>
                </a:extLst>
              </p:cNvPr>
              <p:cNvSpPr txBox="1"/>
              <p:nvPr/>
            </p:nvSpPr>
            <p:spPr>
              <a:xfrm>
                <a:off x="3393176" y="3429000"/>
                <a:ext cx="48808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487EF1-E363-C407-7E92-232F7C8AE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176" y="3429000"/>
                <a:ext cx="488082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7DC710-9601-9D77-34BA-17C0912DFA17}"/>
                  </a:ext>
                </a:extLst>
              </p:cNvPr>
              <p:cNvSpPr txBox="1"/>
              <p:nvPr/>
            </p:nvSpPr>
            <p:spPr>
              <a:xfrm>
                <a:off x="6903924" y="3729729"/>
                <a:ext cx="94949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7DC710-9601-9D77-34BA-17C0912DF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924" y="3729729"/>
                <a:ext cx="94949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12549C-F205-1166-5EB0-F00EDFFE063A}"/>
                  </a:ext>
                </a:extLst>
              </p:cNvPr>
              <p:cNvSpPr txBox="1"/>
              <p:nvPr/>
            </p:nvSpPr>
            <p:spPr>
              <a:xfrm>
                <a:off x="6635919" y="5175985"/>
                <a:ext cx="46378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12549C-F205-1166-5EB0-F00EDFFE0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919" y="5175985"/>
                <a:ext cx="463781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CADBC6D-11C4-6690-B3A9-8A0380474E56}"/>
              </a:ext>
            </a:extLst>
          </p:cNvPr>
          <p:cNvSpPr txBox="1"/>
          <p:nvPr/>
        </p:nvSpPr>
        <p:spPr>
          <a:xfrm>
            <a:off x="3116119" y="6701996"/>
            <a:ext cx="1386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6918EF-6BB3-F04E-102A-A8A01AECABD2}"/>
              </a:ext>
            </a:extLst>
          </p:cNvPr>
          <p:cNvSpPr txBox="1"/>
          <p:nvPr/>
        </p:nvSpPr>
        <p:spPr>
          <a:xfrm>
            <a:off x="7121729" y="6714596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SIDE VIEW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82D9FD-9216-158D-FA99-E6C126569034}"/>
              </a:ext>
            </a:extLst>
          </p:cNvPr>
          <p:cNvCxnSpPr/>
          <p:nvPr/>
        </p:nvCxnSpPr>
        <p:spPr>
          <a:xfrm flipV="1">
            <a:off x="1660614" y="4489712"/>
            <a:ext cx="0" cy="19050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CED8CA-D132-988C-7064-9936499073B7}"/>
              </a:ext>
            </a:extLst>
          </p:cNvPr>
          <p:cNvCxnSpPr>
            <a:cxnSpLocks/>
          </p:cNvCxnSpPr>
          <p:nvPr/>
        </p:nvCxnSpPr>
        <p:spPr>
          <a:xfrm flipV="1">
            <a:off x="1732613" y="6449127"/>
            <a:ext cx="2304158" cy="840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C30C64-138D-0BE5-617B-E4A4F9D523FD}"/>
                  </a:ext>
                </a:extLst>
              </p:cNvPr>
              <p:cNvSpPr txBox="1"/>
              <p:nvPr/>
            </p:nvSpPr>
            <p:spPr>
              <a:xfrm>
                <a:off x="3709520" y="5849114"/>
                <a:ext cx="57579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C30C64-138D-0BE5-617B-E4A4F9D52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520" y="5849114"/>
                <a:ext cx="575799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1BE7C-A823-093A-1FF2-D59406E79C4B}"/>
                  </a:ext>
                </a:extLst>
              </p:cNvPr>
              <p:cNvSpPr txBox="1"/>
              <p:nvPr/>
            </p:nvSpPr>
            <p:spPr>
              <a:xfrm>
                <a:off x="1244531" y="4131528"/>
                <a:ext cx="58541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0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1BE7C-A823-093A-1FF2-D59406E79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531" y="4131528"/>
                <a:ext cx="585417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568ABD-6041-2C82-28DF-4A4F3AC7798A}"/>
              </a:ext>
            </a:extLst>
          </p:cNvPr>
          <p:cNvCxnSpPr>
            <a:cxnSpLocks/>
          </p:cNvCxnSpPr>
          <p:nvPr/>
        </p:nvCxnSpPr>
        <p:spPr>
          <a:xfrm flipH="1">
            <a:off x="6726381" y="6457526"/>
            <a:ext cx="1084522" cy="0"/>
          </a:xfrm>
          <a:prstGeom prst="straightConnector1">
            <a:avLst/>
          </a:prstGeom>
          <a:ln w="127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76C8EE-4E1D-F7B5-E349-2B44F5C329DE}"/>
                  </a:ext>
                </a:extLst>
              </p:cNvPr>
              <p:cNvSpPr txBox="1"/>
              <p:nvPr/>
            </p:nvSpPr>
            <p:spPr>
              <a:xfrm>
                <a:off x="6635918" y="5910710"/>
                <a:ext cx="47339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30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’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76C8EE-4E1D-F7B5-E349-2B44F5C32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918" y="5910710"/>
                <a:ext cx="473399" cy="553998"/>
              </a:xfrm>
              <a:prstGeom prst="rect">
                <a:avLst/>
              </a:prstGeom>
              <a:blipFill>
                <a:blip r:embed="rId8"/>
                <a:stretch>
                  <a:fillRect t="-13333" r="-29870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4D90CF16-8FD5-7C1D-D432-36F8D47F4153}"/>
              </a:ext>
            </a:extLst>
          </p:cNvPr>
          <p:cNvSpPr>
            <a:spLocks noChangeAspect="1"/>
          </p:cNvSpPr>
          <p:nvPr/>
        </p:nvSpPr>
        <p:spPr>
          <a:xfrm>
            <a:off x="7738902" y="6377127"/>
            <a:ext cx="144000" cy="144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53D7C6-D1ED-06BD-EA4D-8C636FE19D1A}"/>
              </a:ext>
            </a:extLst>
          </p:cNvPr>
          <p:cNvSpPr>
            <a:spLocks noChangeAspect="1"/>
          </p:cNvSpPr>
          <p:nvPr/>
        </p:nvSpPr>
        <p:spPr>
          <a:xfrm>
            <a:off x="1596994" y="6371167"/>
            <a:ext cx="144000" cy="144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75BAAD-77A3-6EB2-BB49-9AB3EC3AE057}"/>
              </a:ext>
            </a:extLst>
          </p:cNvPr>
          <p:cNvSpPr txBox="1"/>
          <p:nvPr/>
        </p:nvSpPr>
        <p:spPr>
          <a:xfrm>
            <a:off x="1183661" y="6187709"/>
            <a:ext cx="4074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434E28-F420-2618-FF9B-5858255283A5}"/>
              </a:ext>
            </a:extLst>
          </p:cNvPr>
          <p:cNvSpPr txBox="1"/>
          <p:nvPr/>
        </p:nvSpPr>
        <p:spPr>
          <a:xfrm>
            <a:off x="7911663" y="6167950"/>
            <a:ext cx="4074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834251-AF8A-DBF2-B890-4B259B1CD7E6}"/>
              </a:ext>
            </a:extLst>
          </p:cNvPr>
          <p:cNvSpPr txBox="1"/>
          <p:nvPr/>
        </p:nvSpPr>
        <p:spPr>
          <a:xfrm>
            <a:off x="7907201" y="5517218"/>
            <a:ext cx="4267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495830133"/>
      </p:ext>
    </p:extLst>
  </p:cSld>
  <p:clrMapOvr>
    <a:masterClrMapping/>
  </p:clrMapOvr>
</p:sld>
</file>

<file path=ppt/theme/theme1.xml><?xml version="1.0" encoding="utf-8"?>
<a:theme xmlns:a="http://schemas.openxmlformats.org/drawingml/2006/main" name="MA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6DF21F5BB2734A800ED30F3F452129" ma:contentTypeVersion="12" ma:contentTypeDescription="Create a new document." ma:contentTypeScope="" ma:versionID="544d96a5fbac5de9d5d902b535c73fb2">
  <xsd:schema xmlns:xsd="http://www.w3.org/2001/XMLSchema" xmlns:xs="http://www.w3.org/2001/XMLSchema" xmlns:p="http://schemas.microsoft.com/office/2006/metadata/properties" xmlns:ns3="90d05cb5-950f-4f68-bc2c-e17794455b92" xmlns:ns4="b4eab9fa-dbb0-4082-8491-8bd54207a265" targetNamespace="http://schemas.microsoft.com/office/2006/metadata/properties" ma:root="true" ma:fieldsID="7a710efc71c2169bf9c05e5a40dddf12" ns3:_="" ns4:_="">
    <xsd:import namespace="90d05cb5-950f-4f68-bc2c-e17794455b92"/>
    <xsd:import namespace="b4eab9fa-dbb0-4082-8491-8bd54207a2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d05cb5-950f-4f68-bc2c-e17794455b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ab9fa-dbb0-4082-8491-8bd54207a2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CF5F32-56DC-4068-8B04-457CF34A96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B1464-66D1-425A-BBB5-7A9312BBE9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43B8A4B-79FE-4529-931C-D64224FA7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d05cb5-950f-4f68-bc2c-e17794455b92"/>
    <ds:schemaRef ds:uri="b4eab9fa-dbb0-4082-8491-8bd54207a2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MA_Template</Template>
  <TotalTime>3003</TotalTime>
  <Words>713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MA_Template</vt:lpstr>
      <vt:lpstr>The Parallel Axis Theorem</vt:lpstr>
      <vt:lpstr>The Parallel Axis Theorem</vt:lpstr>
      <vt:lpstr>The Parallel Axis Theorem</vt:lpstr>
      <vt:lpstr>The Parallel Axis Theorem</vt:lpstr>
      <vt:lpstr>The Parallel Axis Theorem</vt:lpstr>
      <vt:lpstr>The Parallel Axis Theorem and Area Moments of Inertia</vt:lpstr>
      <vt:lpstr>The Parallel Axis Theorem for Mass Moments of Inertia</vt:lpstr>
      <vt:lpstr>The Method of Composite Parts and the Parallel Axis Theorem</vt:lpstr>
      <vt:lpstr>Thanks for Watching</vt:lpstr>
      <vt:lpstr>Parallel Axis Theorem Worked Example</vt:lpstr>
      <vt:lpstr>Mass Moment of Inertia Worked Example</vt:lpstr>
      <vt:lpstr>Mass Moment of Inertia Worked Example</vt:lpstr>
    </vt:vector>
  </TitlesOfParts>
  <Company>The Pennsylvania State University at Mont 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MCH 212 (Dynamics)</dc:title>
  <dc:creator>Jacob Moore</dc:creator>
  <cp:lastModifiedBy>Moore, Jacob Preston</cp:lastModifiedBy>
  <cp:revision>133</cp:revision>
  <cp:lastPrinted>2021-09-24T23:18:29Z</cp:lastPrinted>
  <dcterms:created xsi:type="dcterms:W3CDTF">2014-01-09T21:04:08Z</dcterms:created>
  <dcterms:modified xsi:type="dcterms:W3CDTF">2025-08-20T18:03:36Z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0x010100A06DF21F5BB2734A800ED30F3F452129</vt:lpwstr>
  </property>
</Properties>
</file>