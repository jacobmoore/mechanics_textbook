
<file path=[Content_Types].xml><?xml version="1.0" encoding="utf-8"?>
<Types xmlns="http://schemas.openxmlformats.org/package/2006/content-types">
  <Default Extension="jpeg" ContentType="image/jpeg"/>
  <Default Extension="png" ContentType="image/png"/>
  <Default Extension="rels" ContentType="application/vnd.openxmlformats-package.relationships+xml"/>
  <Default Extension="xml" ContentType="application/xml"/>
  <Override PartName="/ppt/presentation.xml" ContentType="application/vnd.openxmlformats-officedocument.presentationml.presentation.main+xml"/>
  <Override PartName="/customXml/itemProps1.xml" ContentType="application/vnd.openxmlformats-officedocument.customXmlProperties+xml"/>
  <Override PartName="/customXml/itemProps2.xml" ContentType="application/vnd.openxmlformats-officedocument.customXmlProperties+xml"/>
  <Override PartName="/customXml/itemProps3.xml" ContentType="application/vnd.openxmlformats-officedocument.customXmlProperties+xml"/>
  <Override PartName="/ppt/slideMasters/slideMaster1.xml" ContentType="application/vnd.openxmlformats-officedocument.presentationml.slideMaster+xml"/>
  <Override PartName="/ppt/slides/slide1.xml" ContentType="application/vnd.openxmlformats-officedocument.presentationml.slide+xml"/>
  <Override PartName="/ppt/slides/slide2.xml" ContentType="application/vnd.openxmlformats-officedocument.presentationml.slide+xml"/>
  <Override PartName="/ppt/slides/slide3.xml" ContentType="application/vnd.openxmlformats-officedocument.presentationml.slide+xml"/>
  <Override PartName="/ppt/slides/slide4.xml" ContentType="application/vnd.openxmlformats-officedocument.presentationml.slide+xml"/>
  <Override PartName="/ppt/slides/slide5.xml" ContentType="application/vnd.openxmlformats-officedocument.presentationml.slide+xml"/>
  <Override PartName="/ppt/slides/slide6.xml" ContentType="application/vnd.openxmlformats-officedocument.presentationml.slide+xml"/>
  <Override PartName="/ppt/slides/slide7.xml" ContentType="application/vnd.openxmlformats-officedocument.presentationml.slide+xml"/>
  <Override PartName="/ppt/slides/slide8.xml" ContentType="application/vnd.openxmlformats-officedocument.presentationml.slide+xml"/>
  <Override PartName="/ppt/slides/slide9.xml" ContentType="application/vnd.openxmlformats-officedocument.presentationml.slide+xml"/>
  <Override PartName="/ppt/slides/slide10.xml" ContentType="application/vnd.openxmlformats-officedocument.presentationml.slide+xml"/>
  <Override PartName="/ppt/slides/slide11.xml" ContentType="application/vnd.openxmlformats-officedocument.presentationml.slide+xml"/>
  <Override PartName="/ppt/slides/slide12.xml" ContentType="application/vnd.openxmlformats-officedocument.presentationml.slide+xml"/>
  <Override PartName="/ppt/slides/slide13.xml" ContentType="application/vnd.openxmlformats-officedocument.presentationml.slide+xml"/>
  <Override PartName="/ppt/slides/slide14.xml" ContentType="application/vnd.openxmlformats-officedocument.presentationml.slide+xml"/>
  <Override PartName="/ppt/slides/slide15.xml" ContentType="application/vnd.openxmlformats-officedocument.presentationml.slide+xml"/>
  <Override PartName="/ppt/slides/slide16.xml" ContentType="application/vnd.openxmlformats-officedocument.presentationml.slide+xml"/>
  <Override PartName="/ppt/notesMasters/notesMaster1.xml" ContentType="application/vnd.openxmlformats-officedocument.presentationml.notesMaster+xml"/>
  <Override PartName="/ppt/presProps.xml" ContentType="application/vnd.openxmlformats-officedocument.presentationml.presProps+xml"/>
  <Override PartName="/ppt/viewProps.xml" ContentType="application/vnd.openxmlformats-officedocument.presentationml.viewProps+xml"/>
  <Override PartName="/ppt/theme/theme1.xml" ContentType="application/vnd.openxmlformats-officedocument.theme+xml"/>
  <Override PartName="/ppt/tableStyles.xml" ContentType="application/vnd.openxmlformats-officedocument.presentationml.tableStyles+xml"/>
  <Override PartName="/ppt/slideLayouts/slideLayout1.xml" ContentType="application/vnd.openxmlformats-officedocument.presentationml.slideLayout+xml"/>
  <Override PartName="/ppt/slideLayouts/slideLayout2.xml" ContentType="application/vnd.openxmlformats-officedocument.presentationml.slideLayout+xml"/>
  <Override PartName="/ppt/slideLayouts/slideLayout3.xml" ContentType="application/vnd.openxmlformats-officedocument.presentationml.slideLayout+xml"/>
  <Override PartName="/ppt/slideLayouts/slideLayout4.xml" ContentType="application/vnd.openxmlformats-officedocument.presentationml.slideLayout+xml"/>
  <Override PartName="/ppt/slideLayouts/slideLayout5.xml" ContentType="application/vnd.openxmlformats-officedocument.presentationml.slideLayout+xml"/>
  <Override PartName="/ppt/slideLayouts/slideLayout6.xml" ContentType="application/vnd.openxmlformats-officedocument.presentationml.slideLayout+xml"/>
  <Override PartName="/ppt/slideLayouts/slideLayout7.xml" ContentType="application/vnd.openxmlformats-officedocument.presentationml.slideLayout+xml"/>
  <Override PartName="/ppt/slideLayouts/slideLayout8.xml" ContentType="application/vnd.openxmlformats-officedocument.presentationml.slideLayout+xml"/>
  <Override PartName="/ppt/slideLayouts/slideLayout9.xml" ContentType="application/vnd.openxmlformats-officedocument.presentationml.slideLayout+xml"/>
  <Override PartName="/ppt/slideLayouts/slideLayout10.xml" ContentType="application/vnd.openxmlformats-officedocument.presentationml.slideLayout+xml"/>
  <Override PartName="/ppt/slideLayouts/slideLayout11.xml" ContentType="application/vnd.openxmlformats-officedocument.presentationml.slideLayout+xml"/>
  <Override PartName="/ppt/theme/theme2.xml" ContentType="application/vnd.openxmlformats-officedocument.theme+xml"/>
  <Override PartName="/ppt/notesSlides/notesSlide1.xml" ContentType="application/vnd.openxmlformats-officedocument.presentationml.notesSlide+xml"/>
  <Override PartName="/ppt/notesSlides/notesSlide2.xml" ContentType="application/vnd.openxmlformats-officedocument.presentationml.notesSlide+xml"/>
  <Override PartName="/ppt/notesSlides/notesSlide3.xml" ContentType="application/vnd.openxmlformats-officedocument.presentationml.notesSlide+xml"/>
  <Override PartName="/ppt/changesInfos/changesInfo1.xml" ContentType="application/vnd.ms-powerpoint.changesinfo+xml"/>
  <Override PartName="/ppt/revisionInfo.xml" ContentType="application/vnd.ms-powerpoint.revisioninfo+xml"/>
  <Override PartName="/docProps/core.xml" ContentType="application/vnd.openxmlformats-package.core-properties+xml"/>
  <Override PartName="/docProps/app.xml" ContentType="application/vnd.openxmlformats-officedocument.extended-properties+xml"/>
  <Override PartName="/docProps/custom.xml" ContentType="application/vnd.openxmlformats-officedocument.custom-properties+xml"/>
</Types>
</file>

<file path=_rels/.rels><?xml version="1.0" encoding="UTF-8" standalone="yes"?>
<Relationships xmlns="http://schemas.openxmlformats.org/package/2006/relationships"><Relationship Id="rId3" Type="http://schemas.openxmlformats.org/officeDocument/2006/relationships/extended-properties" Target="docProps/app.xml"/><Relationship Id="rId2" Type="http://schemas.openxmlformats.org/package/2006/relationships/metadata/core-properties" Target="docProps/core.xml"/><Relationship Id="rId1" Type="http://schemas.openxmlformats.org/officeDocument/2006/relationships/officeDocument" Target="ppt/presentation.xml"/><Relationship Id="rId4" Type="http://schemas.openxmlformats.org/officeDocument/2006/relationships/custom-properties" Target="docProps/custom.xml"/></Relationships>
</file>

<file path=ppt/presentation.xml><?xml version="1.0" encoding="utf-8"?>
<p:presentation xmlns:a="http://schemas.openxmlformats.org/drawingml/2006/main" xmlns:r="http://schemas.openxmlformats.org/officeDocument/2006/relationships" xmlns:p="http://schemas.openxmlformats.org/presentationml/2006/main" showSpecialPlsOnTitleSld="0" saveSubsetFonts="1">
  <p:sldMasterIdLst>
    <p:sldMasterId id="2147483660" r:id="rId4"/>
  </p:sldMasterIdLst>
  <p:notesMasterIdLst>
    <p:notesMasterId r:id="rId21"/>
  </p:notesMasterIdLst>
  <p:sldIdLst>
    <p:sldId id="256" r:id="rId5"/>
    <p:sldId id="268" r:id="rId6"/>
    <p:sldId id="270" r:id="rId7"/>
    <p:sldId id="271" r:id="rId8"/>
    <p:sldId id="272" r:id="rId9"/>
    <p:sldId id="273" r:id="rId10"/>
    <p:sldId id="274" r:id="rId11"/>
    <p:sldId id="275" r:id="rId12"/>
    <p:sldId id="277" r:id="rId13"/>
    <p:sldId id="278" r:id="rId14"/>
    <p:sldId id="279" r:id="rId15"/>
    <p:sldId id="280" r:id="rId16"/>
    <p:sldId id="281" r:id="rId17"/>
    <p:sldId id="287" r:id="rId18"/>
    <p:sldId id="276" r:id="rId19"/>
    <p:sldId id="288" r:id="rId20"/>
  </p:sldIdLst>
  <p:sldSz cx="9144000" cy="6858000" type="screen4x3"/>
  <p:notesSz cx="6858000" cy="9144000"/>
  <p:defaultTextStyle>
    <a:defPPr>
      <a:defRPr lang="en-US"/>
    </a:defPPr>
    <a:lvl1pPr marL="0" algn="l" defTabSz="914400" rtl="0" eaLnBrk="1" latinLnBrk="0" hangingPunct="1">
      <a:defRPr sz="1800" kern="1200">
        <a:solidFill>
          <a:schemeClr val="tx1"/>
        </a:solidFill>
        <a:latin typeface="+mn-lt"/>
        <a:ea typeface="+mn-ea"/>
        <a:cs typeface="+mn-cs"/>
      </a:defRPr>
    </a:lvl1pPr>
    <a:lvl2pPr marL="457200" algn="l" defTabSz="914400" rtl="0" eaLnBrk="1" latinLnBrk="0" hangingPunct="1">
      <a:defRPr sz="1800" kern="1200">
        <a:solidFill>
          <a:schemeClr val="tx1"/>
        </a:solidFill>
        <a:latin typeface="+mn-lt"/>
        <a:ea typeface="+mn-ea"/>
        <a:cs typeface="+mn-cs"/>
      </a:defRPr>
    </a:lvl2pPr>
    <a:lvl3pPr marL="914400" algn="l" defTabSz="914400" rtl="0" eaLnBrk="1" latinLnBrk="0" hangingPunct="1">
      <a:defRPr sz="1800" kern="1200">
        <a:solidFill>
          <a:schemeClr val="tx1"/>
        </a:solidFill>
        <a:latin typeface="+mn-lt"/>
        <a:ea typeface="+mn-ea"/>
        <a:cs typeface="+mn-cs"/>
      </a:defRPr>
    </a:lvl3pPr>
    <a:lvl4pPr marL="1371600" algn="l" defTabSz="914400" rtl="0" eaLnBrk="1" latinLnBrk="0" hangingPunct="1">
      <a:defRPr sz="1800" kern="1200">
        <a:solidFill>
          <a:schemeClr val="tx1"/>
        </a:solidFill>
        <a:latin typeface="+mn-lt"/>
        <a:ea typeface="+mn-ea"/>
        <a:cs typeface="+mn-cs"/>
      </a:defRPr>
    </a:lvl4pPr>
    <a:lvl5pPr marL="1828800" algn="l" defTabSz="914400" rtl="0" eaLnBrk="1" latinLnBrk="0" hangingPunct="1">
      <a:defRPr sz="1800" kern="1200">
        <a:solidFill>
          <a:schemeClr val="tx1"/>
        </a:solidFill>
        <a:latin typeface="+mn-lt"/>
        <a:ea typeface="+mn-ea"/>
        <a:cs typeface="+mn-cs"/>
      </a:defRPr>
    </a:lvl5pPr>
    <a:lvl6pPr marL="2286000" algn="l" defTabSz="914400" rtl="0" eaLnBrk="1" latinLnBrk="0" hangingPunct="1">
      <a:defRPr sz="1800" kern="1200">
        <a:solidFill>
          <a:schemeClr val="tx1"/>
        </a:solidFill>
        <a:latin typeface="+mn-lt"/>
        <a:ea typeface="+mn-ea"/>
        <a:cs typeface="+mn-cs"/>
      </a:defRPr>
    </a:lvl6pPr>
    <a:lvl7pPr marL="2743200" algn="l" defTabSz="914400" rtl="0" eaLnBrk="1" latinLnBrk="0" hangingPunct="1">
      <a:defRPr sz="1800" kern="1200">
        <a:solidFill>
          <a:schemeClr val="tx1"/>
        </a:solidFill>
        <a:latin typeface="+mn-lt"/>
        <a:ea typeface="+mn-ea"/>
        <a:cs typeface="+mn-cs"/>
      </a:defRPr>
    </a:lvl7pPr>
    <a:lvl8pPr marL="3200400" algn="l" defTabSz="914400" rtl="0" eaLnBrk="1" latinLnBrk="0" hangingPunct="1">
      <a:defRPr sz="1800" kern="1200">
        <a:solidFill>
          <a:schemeClr val="tx1"/>
        </a:solidFill>
        <a:latin typeface="+mn-lt"/>
        <a:ea typeface="+mn-ea"/>
        <a:cs typeface="+mn-cs"/>
      </a:defRPr>
    </a:lvl8pPr>
    <a:lvl9pPr marL="3657600" algn="l" defTabSz="914400" rtl="0" eaLnBrk="1" latinLnBrk="0" hangingPunct="1">
      <a:defRPr sz="1800" kern="1200">
        <a:solidFill>
          <a:schemeClr val="tx1"/>
        </a:solidFill>
        <a:latin typeface="+mn-lt"/>
        <a:ea typeface="+mn-ea"/>
        <a:cs typeface="+mn-cs"/>
      </a:defRPr>
    </a:lvl9pPr>
  </p:defaultTextStyle>
  <p:extLst>
    <p:ext uri="{EFAFB233-063F-42B5-8137-9DF3F51BA10A}">
      <p15:sldGuideLst xmlns:p15="http://schemas.microsoft.com/office/powerpoint/2012/main">
        <p15:guide id="1" orient="horz" pos="2160">
          <p15:clr>
            <a:srgbClr val="A4A3A4"/>
          </p15:clr>
        </p15:guide>
        <p15:guide id="2" pos="2880">
          <p15:clr>
            <a:srgbClr val="A4A3A4"/>
          </p15:clr>
        </p15:guide>
      </p15:sldGuideLst>
    </p:ext>
    <p:ext uri="{2D200454-40CA-4A62-9FC3-DE9A4176ACB9}">
      <p15:notesGuideLst xmlns:p15="http://schemas.microsoft.com/office/powerpoint/2012/main">
        <p15:guide id="1" orient="horz" pos="2880">
          <p15:clr>
            <a:srgbClr val="A4A3A4"/>
          </p15:clr>
        </p15:guide>
        <p15:guide id="2" pos="2160">
          <p15:clr>
            <a:srgbClr val="A4A3A4"/>
          </p15:clr>
        </p15:guide>
      </p15:notesGuideLst>
    </p:ext>
  </p:extLst>
</p:presentation>
</file>

<file path=ppt/presProps.xml><?xml version="1.0" encoding="utf-8"?>
<p:presentationPr xmlns:a="http://schemas.openxmlformats.org/drawingml/2006/main" xmlns:r="http://schemas.openxmlformats.org/officeDocument/2006/relationships" xmlns:p="http://schemas.openxmlformats.org/presentationml/2006/main">
  <p:clrMru>
    <a:srgbClr val="DDDDDD"/>
    <a:srgbClr val="D9D9D9"/>
  </p:clrMru>
  <p:extLst>
    <p:ext uri="{E76CE94A-603C-4142-B9EB-6D1370010A27}">
      <p14:discardImageEditData xmlns:p14="http://schemas.microsoft.com/office/powerpoint/2010/main" val="0"/>
    </p:ext>
    <p:ext uri="{D31A062A-798A-4329-ABDD-BBA856620510}">
      <p14:defaultImageDpi xmlns:p14="http://schemas.microsoft.com/office/powerpoint/2010/main" val="220"/>
    </p:ext>
    <p:ext uri="{FD5EFAAD-0ECE-453E-9831-46B23BE46B34}">
      <p15:chartTrackingRefBased xmlns:p15="http://schemas.microsoft.com/office/powerpoint/2012/main" val="0"/>
    </p:ext>
  </p:extLst>
</p:presentationPr>
</file>

<file path=ppt/revisionInfo.xml><?xml version="1.0" encoding="utf-8"?>
<p1510:revInfo xmlns:a="http://schemas.openxmlformats.org/drawingml/2006/main" xmlns:r="http://schemas.openxmlformats.org/officeDocument/2006/relationships" xmlns:p1510="http://schemas.microsoft.com/office/powerpoint/2015/10/main">
  <p1510:revLst>
    <p1510:client id="{A6B10E8D-745C-4FBF-B6DE-E1DF8B2741B8}" v="391" dt="2020-12-09T18:42:02.292"/>
  </p1510:revLst>
</p1510:revInfo>
</file>

<file path=ppt/tableStyles.xml><?xml version="1.0" encoding="utf-8"?>
<a:tblStyleLst xmlns:a="http://schemas.openxmlformats.org/drawingml/2006/main" def="{5C22544A-7EE6-4342-B048-85BDC9FD1C3A}"/>
</file>

<file path=ppt/viewProps.xml><?xml version="1.0" encoding="utf-8"?>
<p:viewPr xmlns:a="http://schemas.openxmlformats.org/drawingml/2006/main" xmlns:r="http://schemas.openxmlformats.org/officeDocument/2006/relationships" xmlns:p="http://schemas.openxmlformats.org/presentationml/2006/main">
  <p:normalViewPr horzBarState="maximized">
    <p:restoredLeft sz="18926" autoAdjust="0"/>
    <p:restoredTop sz="54101" autoAdjust="0"/>
  </p:normalViewPr>
  <p:slideViewPr>
    <p:cSldViewPr>
      <p:cViewPr varScale="1">
        <p:scale>
          <a:sx n="63" d="100"/>
          <a:sy n="63" d="100"/>
        </p:scale>
        <p:origin x="1252" y="56"/>
      </p:cViewPr>
      <p:guideLst>
        <p:guide orient="horz" pos="2160"/>
        <p:guide pos="2880"/>
      </p:guideLst>
    </p:cSldViewPr>
  </p:slideViewPr>
  <p:notesTextViewPr>
    <p:cViewPr>
      <p:scale>
        <a:sx n="1" d="1"/>
        <a:sy n="1" d="1"/>
      </p:scale>
      <p:origin x="0" y="0"/>
    </p:cViewPr>
  </p:notesTextViewPr>
  <p:sorterViewPr>
    <p:cViewPr>
      <p:scale>
        <a:sx n="100" d="100"/>
        <a:sy n="100" d="100"/>
      </p:scale>
      <p:origin x="0" y="0"/>
    </p:cViewPr>
  </p:sorterViewPr>
  <p:notesViewPr>
    <p:cSldViewPr>
      <p:cViewPr varScale="1">
        <p:scale>
          <a:sx n="70" d="100"/>
          <a:sy n="70" d="100"/>
        </p:scale>
        <p:origin x="-3294" y="-90"/>
      </p:cViewPr>
      <p:guideLst>
        <p:guide orient="horz" pos="2880"/>
        <p:guide pos="2160"/>
      </p:guideLst>
    </p:cSldViewPr>
  </p:notesViewPr>
  <p:gridSpacing cx="76200" cy="76200"/>
</p:viewPr>
</file>

<file path=ppt/_rels/presentation.xml.rels><?xml version="1.0" encoding="UTF-8" standalone="yes"?>
<Relationships xmlns="http://schemas.openxmlformats.org/package/2006/relationships"><Relationship Id="rId8" Type="http://schemas.openxmlformats.org/officeDocument/2006/relationships/slide" Target="slides/slide4.xml"/><Relationship Id="rId13" Type="http://schemas.openxmlformats.org/officeDocument/2006/relationships/slide" Target="slides/slide9.xml"/><Relationship Id="rId18" Type="http://schemas.openxmlformats.org/officeDocument/2006/relationships/slide" Target="slides/slide14.xml"/><Relationship Id="rId26" Type="http://schemas.microsoft.com/office/2016/11/relationships/changesInfo" Target="changesInfos/changesInfo1.xml"/><Relationship Id="rId3" Type="http://schemas.openxmlformats.org/officeDocument/2006/relationships/customXml" Target="../customXml/item3.xml"/><Relationship Id="rId21" Type="http://schemas.openxmlformats.org/officeDocument/2006/relationships/notesMaster" Target="notesMasters/notesMaster1.xml"/><Relationship Id="rId7" Type="http://schemas.openxmlformats.org/officeDocument/2006/relationships/slide" Target="slides/slide3.xml"/><Relationship Id="rId12" Type="http://schemas.openxmlformats.org/officeDocument/2006/relationships/slide" Target="slides/slide8.xml"/><Relationship Id="rId17" Type="http://schemas.openxmlformats.org/officeDocument/2006/relationships/slide" Target="slides/slide13.xml"/><Relationship Id="rId25" Type="http://schemas.openxmlformats.org/officeDocument/2006/relationships/tableStyles" Target="tableStyles.xml"/><Relationship Id="rId2" Type="http://schemas.openxmlformats.org/officeDocument/2006/relationships/customXml" Target="../customXml/item2.xml"/><Relationship Id="rId16" Type="http://schemas.openxmlformats.org/officeDocument/2006/relationships/slide" Target="slides/slide12.xml"/><Relationship Id="rId20" Type="http://schemas.openxmlformats.org/officeDocument/2006/relationships/slide" Target="slides/slide16.xml"/><Relationship Id="rId1" Type="http://schemas.openxmlformats.org/officeDocument/2006/relationships/customXml" Target="../customXml/item1.xml"/><Relationship Id="rId6" Type="http://schemas.openxmlformats.org/officeDocument/2006/relationships/slide" Target="slides/slide2.xml"/><Relationship Id="rId11" Type="http://schemas.openxmlformats.org/officeDocument/2006/relationships/slide" Target="slides/slide7.xml"/><Relationship Id="rId24" Type="http://schemas.openxmlformats.org/officeDocument/2006/relationships/theme" Target="theme/theme1.xml"/><Relationship Id="rId5" Type="http://schemas.openxmlformats.org/officeDocument/2006/relationships/slide" Target="slides/slide1.xml"/><Relationship Id="rId15" Type="http://schemas.openxmlformats.org/officeDocument/2006/relationships/slide" Target="slides/slide11.xml"/><Relationship Id="rId23" Type="http://schemas.openxmlformats.org/officeDocument/2006/relationships/viewProps" Target="viewProps.xml"/><Relationship Id="rId10" Type="http://schemas.openxmlformats.org/officeDocument/2006/relationships/slide" Target="slides/slide6.xml"/><Relationship Id="rId19" Type="http://schemas.openxmlformats.org/officeDocument/2006/relationships/slide" Target="slides/slide15.xml"/><Relationship Id="rId4" Type="http://schemas.openxmlformats.org/officeDocument/2006/relationships/slideMaster" Target="slideMasters/slideMaster1.xml"/><Relationship Id="rId9" Type="http://schemas.openxmlformats.org/officeDocument/2006/relationships/slide" Target="slides/slide5.xml"/><Relationship Id="rId14" Type="http://schemas.openxmlformats.org/officeDocument/2006/relationships/slide" Target="slides/slide10.xml"/><Relationship Id="rId22" Type="http://schemas.openxmlformats.org/officeDocument/2006/relationships/presProps" Target="presProps.xml"/><Relationship Id="rId27" Type="http://schemas.microsoft.com/office/2015/10/relationships/revisionInfo" Target="revisionInfo.xml"/></Relationships>
</file>

<file path=ppt/changesInfos/changesInfo1.xml><?xml version="1.0" encoding="utf-8"?>
<pc:chgInfo xmlns:a="http://schemas.openxmlformats.org/drawingml/2006/main" xmlns:r="http://schemas.openxmlformats.org/officeDocument/2006/relationships" xmlns:ac="http://schemas.microsoft.com/office/drawing/2013/main/command" xmlns:pc="http://schemas.microsoft.com/office/powerpoint/2013/main/command">
  <pc:docChgLst>
    <pc:chgData name="Moore, Jacob Preston" userId="fdd3fd0f-c483-48c9-988d-7deb216763fd" providerId="ADAL" clId="{7A94122F-DF8E-44E7-B017-EB0A1E258F7D}"/>
    <pc:docChg chg="custSel addSld delSld modSld sldOrd">
      <pc:chgData name="Moore, Jacob Preston" userId="fdd3fd0f-c483-48c9-988d-7deb216763fd" providerId="ADAL" clId="{7A94122F-DF8E-44E7-B017-EB0A1E258F7D}" dt="2020-11-19T21:26:36.443" v="63"/>
      <pc:docMkLst>
        <pc:docMk/>
      </pc:docMkLst>
      <pc:sldChg chg="modSp">
        <pc:chgData name="Moore, Jacob Preston" userId="fdd3fd0f-c483-48c9-988d-7deb216763fd" providerId="ADAL" clId="{7A94122F-DF8E-44E7-B017-EB0A1E258F7D}" dt="2020-11-19T21:14:55.602" v="13" actId="20577"/>
        <pc:sldMkLst>
          <pc:docMk/>
          <pc:sldMk cId="3080430471" sldId="256"/>
        </pc:sldMkLst>
        <pc:spChg chg="mod">
          <ac:chgData name="Moore, Jacob Preston" userId="fdd3fd0f-c483-48c9-988d-7deb216763fd" providerId="ADAL" clId="{7A94122F-DF8E-44E7-B017-EB0A1E258F7D}" dt="2020-11-19T21:14:55.602" v="13" actId="20577"/>
          <ac:spMkLst>
            <pc:docMk/>
            <pc:sldMk cId="3080430471" sldId="256"/>
            <ac:spMk id="2" creationId="{00000000-0000-0000-0000-000000000000}"/>
          </ac:spMkLst>
        </pc:spChg>
      </pc:sldChg>
      <pc:sldChg chg="del">
        <pc:chgData name="Moore, Jacob Preston" userId="fdd3fd0f-c483-48c9-988d-7deb216763fd" providerId="ADAL" clId="{7A94122F-DF8E-44E7-B017-EB0A1E258F7D}" dt="2020-11-19T21:15:40.188" v="14" actId="2696"/>
        <pc:sldMkLst>
          <pc:docMk/>
          <pc:sldMk cId="540835927" sldId="262"/>
        </pc:sldMkLst>
      </pc:sldChg>
      <pc:sldChg chg="del">
        <pc:chgData name="Moore, Jacob Preston" userId="fdd3fd0f-c483-48c9-988d-7deb216763fd" providerId="ADAL" clId="{7A94122F-DF8E-44E7-B017-EB0A1E258F7D}" dt="2020-11-19T21:15:40.206" v="15" actId="2696"/>
        <pc:sldMkLst>
          <pc:docMk/>
          <pc:sldMk cId="1082054548" sldId="263"/>
        </pc:sldMkLst>
      </pc:sldChg>
      <pc:sldChg chg="del">
        <pc:chgData name="Moore, Jacob Preston" userId="fdd3fd0f-c483-48c9-988d-7deb216763fd" providerId="ADAL" clId="{7A94122F-DF8E-44E7-B017-EB0A1E258F7D}" dt="2020-11-19T21:15:40.339" v="16" actId="2696"/>
        <pc:sldMkLst>
          <pc:docMk/>
          <pc:sldMk cId="4246384454" sldId="264"/>
        </pc:sldMkLst>
      </pc:sldChg>
      <pc:sldChg chg="del">
        <pc:chgData name="Moore, Jacob Preston" userId="fdd3fd0f-c483-48c9-988d-7deb216763fd" providerId="ADAL" clId="{7A94122F-DF8E-44E7-B017-EB0A1E258F7D}" dt="2020-11-19T21:15:40.682" v="17" actId="2696"/>
        <pc:sldMkLst>
          <pc:docMk/>
          <pc:sldMk cId="1487950209" sldId="265"/>
        </pc:sldMkLst>
      </pc:sldChg>
      <pc:sldChg chg="del">
        <pc:chgData name="Moore, Jacob Preston" userId="fdd3fd0f-c483-48c9-988d-7deb216763fd" providerId="ADAL" clId="{7A94122F-DF8E-44E7-B017-EB0A1E258F7D}" dt="2020-11-19T21:15:40.942" v="18" actId="2696"/>
        <pc:sldMkLst>
          <pc:docMk/>
          <pc:sldMk cId="2953980402" sldId="266"/>
        </pc:sldMkLst>
      </pc:sldChg>
      <pc:sldChg chg="del">
        <pc:chgData name="Moore, Jacob Preston" userId="fdd3fd0f-c483-48c9-988d-7deb216763fd" providerId="ADAL" clId="{7A94122F-DF8E-44E7-B017-EB0A1E258F7D}" dt="2020-11-19T21:15:43.766" v="20" actId="2696"/>
        <pc:sldMkLst>
          <pc:docMk/>
          <pc:sldMk cId="3633825459" sldId="267"/>
        </pc:sldMkLst>
      </pc:sldChg>
      <pc:sldChg chg="addSp delSp modSp add">
        <pc:chgData name="Moore, Jacob Preston" userId="fdd3fd0f-c483-48c9-988d-7deb216763fd" providerId="ADAL" clId="{7A94122F-DF8E-44E7-B017-EB0A1E258F7D}" dt="2020-11-19T21:17:27.965" v="33" actId="113"/>
        <pc:sldMkLst>
          <pc:docMk/>
          <pc:sldMk cId="2602423339" sldId="268"/>
        </pc:sldMkLst>
        <pc:spChg chg="mod">
          <ac:chgData name="Moore, Jacob Preston" userId="fdd3fd0f-c483-48c9-988d-7deb216763fd" providerId="ADAL" clId="{7A94122F-DF8E-44E7-B017-EB0A1E258F7D}" dt="2020-11-19T21:17:27.965" v="33" actId="113"/>
          <ac:spMkLst>
            <pc:docMk/>
            <pc:sldMk cId="2602423339" sldId="268"/>
            <ac:spMk id="3" creationId="{00000000-0000-0000-0000-000000000000}"/>
          </ac:spMkLst>
        </pc:spChg>
        <pc:picChg chg="add mod">
          <ac:chgData name="Moore, Jacob Preston" userId="fdd3fd0f-c483-48c9-988d-7deb216763fd" providerId="ADAL" clId="{7A94122F-DF8E-44E7-B017-EB0A1E258F7D}" dt="2020-11-19T21:16:57.626" v="28" actId="1076"/>
          <ac:picMkLst>
            <pc:docMk/>
            <pc:sldMk cId="2602423339" sldId="268"/>
            <ac:picMk id="4" creationId="{FA9068D3-BFFC-41CE-AC3F-03DBCE9320A4}"/>
          </ac:picMkLst>
        </pc:picChg>
        <pc:picChg chg="del">
          <ac:chgData name="Moore, Jacob Preston" userId="fdd3fd0f-c483-48c9-988d-7deb216763fd" providerId="ADAL" clId="{7A94122F-DF8E-44E7-B017-EB0A1E258F7D}" dt="2020-11-19T21:16:33.703" v="23" actId="478"/>
          <ac:picMkLst>
            <pc:docMk/>
            <pc:sldMk cId="2602423339" sldId="268"/>
            <ac:picMk id="1026" creationId="{00000000-0000-0000-0000-000000000000}"/>
          </ac:picMkLst>
        </pc:picChg>
        <pc:picChg chg="add mod">
          <ac:chgData name="Moore, Jacob Preston" userId="fdd3fd0f-c483-48c9-988d-7deb216763fd" providerId="ADAL" clId="{7A94122F-DF8E-44E7-B017-EB0A1E258F7D}" dt="2020-11-19T21:16:59.807" v="29" actId="1076"/>
          <ac:picMkLst>
            <pc:docMk/>
            <pc:sldMk cId="2602423339" sldId="268"/>
            <ac:picMk id="1028" creationId="{D9F55C6E-FA0A-4F38-839D-7AFCD991D27E}"/>
          </ac:picMkLst>
        </pc:picChg>
      </pc:sldChg>
      <pc:sldChg chg="add del">
        <pc:chgData name="Moore, Jacob Preston" userId="fdd3fd0f-c483-48c9-988d-7deb216763fd" providerId="ADAL" clId="{7A94122F-DF8E-44E7-B017-EB0A1E258F7D}" dt="2020-11-19T21:24:23.297" v="51" actId="2696"/>
        <pc:sldMkLst>
          <pc:docMk/>
          <pc:sldMk cId="15802930" sldId="269"/>
        </pc:sldMkLst>
      </pc:sldChg>
      <pc:sldChg chg="addSp delSp modSp add">
        <pc:chgData name="Moore, Jacob Preston" userId="fdd3fd0f-c483-48c9-988d-7deb216763fd" providerId="ADAL" clId="{7A94122F-DF8E-44E7-B017-EB0A1E258F7D}" dt="2020-11-19T21:19:59.960" v="49" actId="1076"/>
        <pc:sldMkLst>
          <pc:docMk/>
          <pc:sldMk cId="3653698240" sldId="270"/>
        </pc:sldMkLst>
        <pc:spChg chg="mod">
          <ac:chgData name="Moore, Jacob Preston" userId="fdd3fd0f-c483-48c9-988d-7deb216763fd" providerId="ADAL" clId="{7A94122F-DF8E-44E7-B017-EB0A1E258F7D}" dt="2020-11-19T21:19:28.180" v="41" actId="196"/>
          <ac:spMkLst>
            <pc:docMk/>
            <pc:sldMk cId="3653698240" sldId="270"/>
            <ac:spMk id="5" creationId="{00000000-0000-0000-0000-000000000000}"/>
          </ac:spMkLst>
        </pc:spChg>
        <pc:spChg chg="mod">
          <ac:chgData name="Moore, Jacob Preston" userId="fdd3fd0f-c483-48c9-988d-7deb216763fd" providerId="ADAL" clId="{7A94122F-DF8E-44E7-B017-EB0A1E258F7D}" dt="2020-11-19T21:19:28.180" v="41" actId="196"/>
          <ac:spMkLst>
            <pc:docMk/>
            <pc:sldMk cId="3653698240" sldId="270"/>
            <ac:spMk id="24" creationId="{00000000-0000-0000-0000-000000000000}"/>
          </ac:spMkLst>
        </pc:spChg>
        <pc:spChg chg="mod">
          <ac:chgData name="Moore, Jacob Preston" userId="fdd3fd0f-c483-48c9-988d-7deb216763fd" providerId="ADAL" clId="{7A94122F-DF8E-44E7-B017-EB0A1E258F7D}" dt="2020-11-19T21:19:59.960" v="49" actId="1076"/>
          <ac:spMkLst>
            <pc:docMk/>
            <pc:sldMk cId="3653698240" sldId="270"/>
            <ac:spMk id="26" creationId="{00000000-0000-0000-0000-000000000000}"/>
          </ac:spMkLst>
        </pc:spChg>
        <pc:spChg chg="mod">
          <ac:chgData name="Moore, Jacob Preston" userId="fdd3fd0f-c483-48c9-988d-7deb216763fd" providerId="ADAL" clId="{7A94122F-DF8E-44E7-B017-EB0A1E258F7D}" dt="2020-11-19T21:19:55.111" v="48" actId="1076"/>
          <ac:spMkLst>
            <pc:docMk/>
            <pc:sldMk cId="3653698240" sldId="270"/>
            <ac:spMk id="27" creationId="{00000000-0000-0000-0000-000000000000}"/>
          </ac:spMkLst>
        </pc:spChg>
        <pc:spChg chg="mod">
          <ac:chgData name="Moore, Jacob Preston" userId="fdd3fd0f-c483-48c9-988d-7deb216763fd" providerId="ADAL" clId="{7A94122F-DF8E-44E7-B017-EB0A1E258F7D}" dt="2020-11-19T21:19:28.180" v="41" actId="196"/>
          <ac:spMkLst>
            <pc:docMk/>
            <pc:sldMk cId="3653698240" sldId="270"/>
            <ac:spMk id="28" creationId="{00000000-0000-0000-0000-000000000000}"/>
          </ac:spMkLst>
        </pc:spChg>
        <pc:spChg chg="mod">
          <ac:chgData name="Moore, Jacob Preston" userId="fdd3fd0f-c483-48c9-988d-7deb216763fd" providerId="ADAL" clId="{7A94122F-DF8E-44E7-B017-EB0A1E258F7D}" dt="2020-11-19T21:19:42.302" v="45" actId="1076"/>
          <ac:spMkLst>
            <pc:docMk/>
            <pc:sldMk cId="3653698240" sldId="270"/>
            <ac:spMk id="31" creationId="{00000000-0000-0000-0000-000000000000}"/>
          </ac:spMkLst>
        </pc:spChg>
        <pc:picChg chg="del">
          <ac:chgData name="Moore, Jacob Preston" userId="fdd3fd0f-c483-48c9-988d-7deb216763fd" providerId="ADAL" clId="{7A94122F-DF8E-44E7-B017-EB0A1E258F7D}" dt="2020-11-19T21:18:42.380" v="34" actId="478"/>
          <ac:picMkLst>
            <pc:docMk/>
            <pc:sldMk cId="3653698240" sldId="270"/>
            <ac:picMk id="4" creationId="{00000000-0000-0000-0000-000000000000}"/>
          </ac:picMkLst>
        </pc:picChg>
        <pc:picChg chg="add mod">
          <ac:chgData name="Moore, Jacob Preston" userId="fdd3fd0f-c483-48c9-988d-7deb216763fd" providerId="ADAL" clId="{7A94122F-DF8E-44E7-B017-EB0A1E258F7D}" dt="2020-11-19T21:18:50.410" v="40" actId="1076"/>
          <ac:picMkLst>
            <pc:docMk/>
            <pc:sldMk cId="3653698240" sldId="270"/>
            <ac:picMk id="6" creationId="{2677E925-22C6-4D0C-922D-D2063256CE06}"/>
          </ac:picMkLst>
        </pc:picChg>
        <pc:cxnChg chg="mod">
          <ac:chgData name="Moore, Jacob Preston" userId="fdd3fd0f-c483-48c9-988d-7deb216763fd" providerId="ADAL" clId="{7A94122F-DF8E-44E7-B017-EB0A1E258F7D}" dt="2020-11-19T21:19:28.180" v="41" actId="196"/>
          <ac:cxnSpMkLst>
            <pc:docMk/>
            <pc:sldMk cId="3653698240" sldId="270"/>
            <ac:cxnSpMk id="20" creationId="{00000000-0000-0000-0000-000000000000}"/>
          </ac:cxnSpMkLst>
        </pc:cxnChg>
        <pc:cxnChg chg="mod">
          <ac:chgData name="Moore, Jacob Preston" userId="fdd3fd0f-c483-48c9-988d-7deb216763fd" providerId="ADAL" clId="{7A94122F-DF8E-44E7-B017-EB0A1E258F7D}" dt="2020-11-19T21:19:35.290" v="43" actId="14100"/>
          <ac:cxnSpMkLst>
            <pc:docMk/>
            <pc:sldMk cId="3653698240" sldId="270"/>
            <ac:cxnSpMk id="25" creationId="{00000000-0000-0000-0000-000000000000}"/>
          </ac:cxnSpMkLst>
        </pc:cxnChg>
        <pc:cxnChg chg="mod">
          <ac:chgData name="Moore, Jacob Preston" userId="fdd3fd0f-c483-48c9-988d-7deb216763fd" providerId="ADAL" clId="{7A94122F-DF8E-44E7-B017-EB0A1E258F7D}" dt="2020-11-19T21:19:49.684" v="47" actId="14100"/>
          <ac:cxnSpMkLst>
            <pc:docMk/>
            <pc:sldMk cId="3653698240" sldId="270"/>
            <ac:cxnSpMk id="33" creationId="{00000000-0000-0000-0000-000000000000}"/>
          </ac:cxnSpMkLst>
        </pc:cxnChg>
        <pc:cxnChg chg="mod">
          <ac:chgData name="Moore, Jacob Preston" userId="fdd3fd0f-c483-48c9-988d-7deb216763fd" providerId="ADAL" clId="{7A94122F-DF8E-44E7-B017-EB0A1E258F7D}" dt="2020-11-19T21:19:28.180" v="41" actId="196"/>
          <ac:cxnSpMkLst>
            <pc:docMk/>
            <pc:sldMk cId="3653698240" sldId="270"/>
            <ac:cxnSpMk id="34" creationId="{00000000-0000-0000-0000-000000000000}"/>
          </ac:cxnSpMkLst>
        </pc:cxnChg>
      </pc:sldChg>
      <pc:sldChg chg="delSp add">
        <pc:chgData name="Moore, Jacob Preston" userId="fdd3fd0f-c483-48c9-988d-7deb216763fd" providerId="ADAL" clId="{7A94122F-DF8E-44E7-B017-EB0A1E258F7D}" dt="2020-11-19T21:20:15.870" v="50" actId="478"/>
        <pc:sldMkLst>
          <pc:docMk/>
          <pc:sldMk cId="22456601" sldId="271"/>
        </pc:sldMkLst>
        <pc:picChg chg="del">
          <ac:chgData name="Moore, Jacob Preston" userId="fdd3fd0f-c483-48c9-988d-7deb216763fd" providerId="ADAL" clId="{7A94122F-DF8E-44E7-B017-EB0A1E258F7D}" dt="2020-11-19T21:20:15.870" v="50" actId="478"/>
          <ac:picMkLst>
            <pc:docMk/>
            <pc:sldMk cId="22456601" sldId="271"/>
            <ac:picMk id="5" creationId="{00000000-0000-0000-0000-000000000000}"/>
          </ac:picMkLst>
        </pc:picChg>
      </pc:sldChg>
      <pc:sldChg chg="add">
        <pc:chgData name="Moore, Jacob Preston" userId="fdd3fd0f-c483-48c9-988d-7deb216763fd" providerId="ADAL" clId="{7A94122F-DF8E-44E7-B017-EB0A1E258F7D}" dt="2020-11-19T21:15:46.160" v="22"/>
        <pc:sldMkLst>
          <pc:docMk/>
          <pc:sldMk cId="1240446552" sldId="272"/>
        </pc:sldMkLst>
      </pc:sldChg>
      <pc:sldChg chg="add">
        <pc:chgData name="Moore, Jacob Preston" userId="fdd3fd0f-c483-48c9-988d-7deb216763fd" providerId="ADAL" clId="{7A94122F-DF8E-44E7-B017-EB0A1E258F7D}" dt="2020-11-19T21:15:46.160" v="22"/>
        <pc:sldMkLst>
          <pc:docMk/>
          <pc:sldMk cId="3230191075" sldId="273"/>
        </pc:sldMkLst>
      </pc:sldChg>
      <pc:sldChg chg="add">
        <pc:chgData name="Moore, Jacob Preston" userId="fdd3fd0f-c483-48c9-988d-7deb216763fd" providerId="ADAL" clId="{7A94122F-DF8E-44E7-B017-EB0A1E258F7D}" dt="2020-11-19T21:15:46.160" v="22"/>
        <pc:sldMkLst>
          <pc:docMk/>
          <pc:sldMk cId="4097791493" sldId="274"/>
        </pc:sldMkLst>
      </pc:sldChg>
      <pc:sldChg chg="add">
        <pc:chgData name="Moore, Jacob Preston" userId="fdd3fd0f-c483-48c9-988d-7deb216763fd" providerId="ADAL" clId="{7A94122F-DF8E-44E7-B017-EB0A1E258F7D}" dt="2020-11-19T21:15:46.160" v="22"/>
        <pc:sldMkLst>
          <pc:docMk/>
          <pc:sldMk cId="511822018" sldId="275"/>
        </pc:sldMkLst>
      </pc:sldChg>
      <pc:sldChg chg="addSp delSp modSp add del">
        <pc:chgData name="Moore, Jacob Preston" userId="fdd3fd0f-c483-48c9-988d-7deb216763fd" providerId="ADAL" clId="{7A94122F-DF8E-44E7-B017-EB0A1E258F7D}" dt="2020-11-19T21:26:14.610" v="59" actId="2696"/>
        <pc:sldMkLst>
          <pc:docMk/>
          <pc:sldMk cId="1313382259" sldId="276"/>
        </pc:sldMkLst>
        <pc:spChg chg="mod">
          <ac:chgData name="Moore, Jacob Preston" userId="fdd3fd0f-c483-48c9-988d-7deb216763fd" providerId="ADAL" clId="{7A94122F-DF8E-44E7-B017-EB0A1E258F7D}" dt="2020-11-19T21:26:05.269" v="57" actId="1076"/>
          <ac:spMkLst>
            <pc:docMk/>
            <pc:sldMk cId="1313382259" sldId="276"/>
            <ac:spMk id="5" creationId="{00000000-0000-0000-0000-000000000000}"/>
          </ac:spMkLst>
        </pc:spChg>
        <pc:spChg chg="mod">
          <ac:chgData name="Moore, Jacob Preston" userId="fdd3fd0f-c483-48c9-988d-7deb216763fd" providerId="ADAL" clId="{7A94122F-DF8E-44E7-B017-EB0A1E258F7D}" dt="2020-11-19T21:26:11.100" v="58" actId="1076"/>
          <ac:spMkLst>
            <pc:docMk/>
            <pc:sldMk cId="1313382259" sldId="276"/>
            <ac:spMk id="6" creationId="{00000000-0000-0000-0000-000000000000}"/>
          </ac:spMkLst>
        </pc:spChg>
        <pc:spChg chg="mod">
          <ac:chgData name="Moore, Jacob Preston" userId="fdd3fd0f-c483-48c9-988d-7deb216763fd" providerId="ADAL" clId="{7A94122F-DF8E-44E7-B017-EB0A1E258F7D}" dt="2020-11-19T21:26:11.100" v="58" actId="1076"/>
          <ac:spMkLst>
            <pc:docMk/>
            <pc:sldMk cId="1313382259" sldId="276"/>
            <ac:spMk id="7" creationId="{00000000-0000-0000-0000-000000000000}"/>
          </ac:spMkLst>
        </pc:spChg>
        <pc:picChg chg="del">
          <ac:chgData name="Moore, Jacob Preston" userId="fdd3fd0f-c483-48c9-988d-7deb216763fd" providerId="ADAL" clId="{7A94122F-DF8E-44E7-B017-EB0A1E258F7D}" dt="2020-11-19T21:25:45.603" v="52" actId="478"/>
          <ac:picMkLst>
            <pc:docMk/>
            <pc:sldMk cId="1313382259" sldId="276"/>
            <ac:picMk id="4" creationId="{00000000-0000-0000-0000-000000000000}"/>
          </ac:picMkLst>
        </pc:picChg>
        <pc:picChg chg="add mod">
          <ac:chgData name="Moore, Jacob Preston" userId="fdd3fd0f-c483-48c9-988d-7deb216763fd" providerId="ADAL" clId="{7A94122F-DF8E-44E7-B017-EB0A1E258F7D}" dt="2020-11-19T21:26:02.047" v="56" actId="1076"/>
          <ac:picMkLst>
            <pc:docMk/>
            <pc:sldMk cId="1313382259" sldId="276"/>
            <ac:picMk id="8" creationId="{42F39664-C970-4B20-86F0-2F4D31DEB48D}"/>
          </ac:picMkLst>
        </pc:picChg>
      </pc:sldChg>
      <pc:sldChg chg="add">
        <pc:chgData name="Moore, Jacob Preston" userId="fdd3fd0f-c483-48c9-988d-7deb216763fd" providerId="ADAL" clId="{7A94122F-DF8E-44E7-B017-EB0A1E258F7D}" dt="2020-11-19T21:26:19.531" v="60"/>
        <pc:sldMkLst>
          <pc:docMk/>
          <pc:sldMk cId="3655754575" sldId="276"/>
        </pc:sldMkLst>
      </pc:sldChg>
      <pc:sldChg chg="add">
        <pc:chgData name="Moore, Jacob Preston" userId="fdd3fd0f-c483-48c9-988d-7deb216763fd" providerId="ADAL" clId="{7A94122F-DF8E-44E7-B017-EB0A1E258F7D}" dt="2020-11-19T21:15:46.160" v="22"/>
        <pc:sldMkLst>
          <pc:docMk/>
          <pc:sldMk cId="4201923849" sldId="277"/>
        </pc:sldMkLst>
      </pc:sldChg>
      <pc:sldChg chg="add">
        <pc:chgData name="Moore, Jacob Preston" userId="fdd3fd0f-c483-48c9-988d-7deb216763fd" providerId="ADAL" clId="{7A94122F-DF8E-44E7-B017-EB0A1E258F7D}" dt="2020-11-19T21:15:46.160" v="22"/>
        <pc:sldMkLst>
          <pc:docMk/>
          <pc:sldMk cId="218045353" sldId="278"/>
        </pc:sldMkLst>
      </pc:sldChg>
      <pc:sldChg chg="add">
        <pc:chgData name="Moore, Jacob Preston" userId="fdd3fd0f-c483-48c9-988d-7deb216763fd" providerId="ADAL" clId="{7A94122F-DF8E-44E7-B017-EB0A1E258F7D}" dt="2020-11-19T21:15:46.160" v="22"/>
        <pc:sldMkLst>
          <pc:docMk/>
          <pc:sldMk cId="2916267197" sldId="279"/>
        </pc:sldMkLst>
      </pc:sldChg>
      <pc:sldChg chg="add">
        <pc:chgData name="Moore, Jacob Preston" userId="fdd3fd0f-c483-48c9-988d-7deb216763fd" providerId="ADAL" clId="{7A94122F-DF8E-44E7-B017-EB0A1E258F7D}" dt="2020-11-19T21:15:46.160" v="22"/>
        <pc:sldMkLst>
          <pc:docMk/>
          <pc:sldMk cId="3291394161" sldId="280"/>
        </pc:sldMkLst>
      </pc:sldChg>
      <pc:sldChg chg="add">
        <pc:chgData name="Moore, Jacob Preston" userId="fdd3fd0f-c483-48c9-988d-7deb216763fd" providerId="ADAL" clId="{7A94122F-DF8E-44E7-B017-EB0A1E258F7D}" dt="2020-11-19T21:15:46.160" v="22"/>
        <pc:sldMkLst>
          <pc:docMk/>
          <pc:sldMk cId="3884024961" sldId="281"/>
        </pc:sldMkLst>
      </pc:sldChg>
      <pc:sldChg chg="addSp delSp add ord">
        <pc:chgData name="Moore, Jacob Preston" userId="fdd3fd0f-c483-48c9-988d-7deb216763fd" providerId="ADAL" clId="{7A94122F-DF8E-44E7-B017-EB0A1E258F7D}" dt="2020-11-19T21:26:36.443" v="63"/>
        <pc:sldMkLst>
          <pc:docMk/>
          <pc:sldMk cId="1278453578" sldId="282"/>
        </pc:sldMkLst>
        <pc:spChg chg="del">
          <ac:chgData name="Moore, Jacob Preston" userId="fdd3fd0f-c483-48c9-988d-7deb216763fd" providerId="ADAL" clId="{7A94122F-DF8E-44E7-B017-EB0A1E258F7D}" dt="2020-11-19T21:26:27.177" v="61" actId="478"/>
          <ac:spMkLst>
            <pc:docMk/>
            <pc:sldMk cId="1278453578" sldId="282"/>
            <ac:spMk id="5" creationId="{00000000-0000-0000-0000-000000000000}"/>
          </ac:spMkLst>
        </pc:spChg>
        <pc:spChg chg="del">
          <ac:chgData name="Moore, Jacob Preston" userId="fdd3fd0f-c483-48c9-988d-7deb216763fd" providerId="ADAL" clId="{7A94122F-DF8E-44E7-B017-EB0A1E258F7D}" dt="2020-11-19T21:26:27.177" v="61" actId="478"/>
          <ac:spMkLst>
            <pc:docMk/>
            <pc:sldMk cId="1278453578" sldId="282"/>
            <ac:spMk id="6" creationId="{00000000-0000-0000-0000-000000000000}"/>
          </ac:spMkLst>
        </pc:spChg>
        <pc:spChg chg="del">
          <ac:chgData name="Moore, Jacob Preston" userId="fdd3fd0f-c483-48c9-988d-7deb216763fd" providerId="ADAL" clId="{7A94122F-DF8E-44E7-B017-EB0A1E258F7D}" dt="2020-11-19T21:26:27.177" v="61" actId="478"/>
          <ac:spMkLst>
            <pc:docMk/>
            <pc:sldMk cId="1278453578" sldId="282"/>
            <ac:spMk id="7" creationId="{00000000-0000-0000-0000-000000000000}"/>
          </ac:spMkLst>
        </pc:spChg>
        <pc:spChg chg="add">
          <ac:chgData name="Moore, Jacob Preston" userId="fdd3fd0f-c483-48c9-988d-7deb216763fd" providerId="ADAL" clId="{7A94122F-DF8E-44E7-B017-EB0A1E258F7D}" dt="2020-11-19T21:26:36.443" v="63"/>
          <ac:spMkLst>
            <pc:docMk/>
            <pc:sldMk cId="1278453578" sldId="282"/>
            <ac:spMk id="8" creationId="{3F913B66-9F31-47AD-BD28-7C4C163A35CB}"/>
          </ac:spMkLst>
        </pc:spChg>
        <pc:spChg chg="add">
          <ac:chgData name="Moore, Jacob Preston" userId="fdd3fd0f-c483-48c9-988d-7deb216763fd" providerId="ADAL" clId="{7A94122F-DF8E-44E7-B017-EB0A1E258F7D}" dt="2020-11-19T21:26:36.443" v="63"/>
          <ac:spMkLst>
            <pc:docMk/>
            <pc:sldMk cId="1278453578" sldId="282"/>
            <ac:spMk id="9" creationId="{75F86B45-9343-4F47-B070-46E14B1700F7}"/>
          </ac:spMkLst>
        </pc:spChg>
        <pc:spChg chg="add">
          <ac:chgData name="Moore, Jacob Preston" userId="fdd3fd0f-c483-48c9-988d-7deb216763fd" providerId="ADAL" clId="{7A94122F-DF8E-44E7-B017-EB0A1E258F7D}" dt="2020-11-19T21:26:36.443" v="63"/>
          <ac:spMkLst>
            <pc:docMk/>
            <pc:sldMk cId="1278453578" sldId="282"/>
            <ac:spMk id="10" creationId="{E2A05FEE-51E7-4CDA-9055-E86C74E0C303}"/>
          </ac:spMkLst>
        </pc:spChg>
        <pc:picChg chg="del">
          <ac:chgData name="Moore, Jacob Preston" userId="fdd3fd0f-c483-48c9-988d-7deb216763fd" providerId="ADAL" clId="{7A94122F-DF8E-44E7-B017-EB0A1E258F7D}" dt="2020-11-19T21:26:27.177" v="61" actId="478"/>
          <ac:picMkLst>
            <pc:docMk/>
            <pc:sldMk cId="1278453578" sldId="282"/>
            <ac:picMk id="4" creationId="{00000000-0000-0000-0000-000000000000}"/>
          </ac:picMkLst>
        </pc:picChg>
        <pc:picChg chg="add">
          <ac:chgData name="Moore, Jacob Preston" userId="fdd3fd0f-c483-48c9-988d-7deb216763fd" providerId="ADAL" clId="{7A94122F-DF8E-44E7-B017-EB0A1E258F7D}" dt="2020-11-19T21:26:36.443" v="63"/>
          <ac:picMkLst>
            <pc:docMk/>
            <pc:sldMk cId="1278453578" sldId="282"/>
            <ac:picMk id="11" creationId="{BCEF97A6-5F18-421F-A014-6BC57ADBF4DA}"/>
          </ac:picMkLst>
        </pc:picChg>
      </pc:sldChg>
      <pc:sldChg chg="del">
        <pc:chgData name="Moore, Jacob Preston" userId="fdd3fd0f-c483-48c9-988d-7deb216763fd" providerId="ADAL" clId="{7A94122F-DF8E-44E7-B017-EB0A1E258F7D}" dt="2020-11-19T21:15:43.843" v="21" actId="2696"/>
        <pc:sldMkLst>
          <pc:docMk/>
          <pc:sldMk cId="1960854857" sldId="375"/>
        </pc:sldMkLst>
      </pc:sldChg>
      <pc:sldChg chg="del">
        <pc:chgData name="Moore, Jacob Preston" userId="fdd3fd0f-c483-48c9-988d-7deb216763fd" providerId="ADAL" clId="{7A94122F-DF8E-44E7-B017-EB0A1E258F7D}" dt="2020-11-19T21:15:40.949" v="19" actId="2696"/>
        <pc:sldMkLst>
          <pc:docMk/>
          <pc:sldMk cId="3311819048" sldId="376"/>
        </pc:sldMkLst>
      </pc:sldChg>
    </pc:docChg>
  </pc:docChgLst>
  <pc:docChgLst>
    <pc:chgData name="Moore, Jacob Preston" userId="fdd3fd0f-c483-48c9-988d-7deb216763fd" providerId="ADAL" clId="{A6B10E8D-745C-4FBF-B6DE-E1DF8B2741B8}"/>
    <pc:docChg chg="custSel modSld">
      <pc:chgData name="Moore, Jacob Preston" userId="fdd3fd0f-c483-48c9-988d-7deb216763fd" providerId="ADAL" clId="{A6B10E8D-745C-4FBF-B6DE-E1DF8B2741B8}" dt="2020-12-09T18:42:02.291" v="443" actId="20577"/>
      <pc:docMkLst>
        <pc:docMk/>
      </pc:docMkLst>
      <pc:sldChg chg="addSp delSp modSp modAnim">
        <pc:chgData name="Moore, Jacob Preston" userId="fdd3fd0f-c483-48c9-988d-7deb216763fd" providerId="ADAL" clId="{A6B10E8D-745C-4FBF-B6DE-E1DF8B2741B8}" dt="2020-12-04T21:05:36.536" v="437" actId="20577"/>
        <pc:sldMkLst>
          <pc:docMk/>
          <pc:sldMk cId="2602423339" sldId="268"/>
        </pc:sldMkLst>
        <pc:spChg chg="mod">
          <ac:chgData name="Moore, Jacob Preston" userId="fdd3fd0f-c483-48c9-988d-7deb216763fd" providerId="ADAL" clId="{A6B10E8D-745C-4FBF-B6DE-E1DF8B2741B8}" dt="2020-12-04T21:05:36.536" v="437" actId="20577"/>
          <ac:spMkLst>
            <pc:docMk/>
            <pc:sldMk cId="2602423339" sldId="268"/>
            <ac:spMk id="3" creationId="{00000000-0000-0000-0000-000000000000}"/>
          </ac:spMkLst>
        </pc:spChg>
        <pc:spChg chg="add del mod">
          <ac:chgData name="Moore, Jacob Preston" userId="fdd3fd0f-c483-48c9-988d-7deb216763fd" providerId="ADAL" clId="{A6B10E8D-745C-4FBF-B6DE-E1DF8B2741B8}" dt="2020-12-04T20:19:04.484" v="97" actId="478"/>
          <ac:spMkLst>
            <pc:docMk/>
            <pc:sldMk cId="2602423339" sldId="268"/>
            <ac:spMk id="6" creationId="{4343368E-CCFA-4870-A243-109DEEE6C1E5}"/>
          </ac:spMkLst>
        </pc:spChg>
        <pc:spChg chg="add mod">
          <ac:chgData name="Moore, Jacob Preston" userId="fdd3fd0f-c483-48c9-988d-7deb216763fd" providerId="ADAL" clId="{A6B10E8D-745C-4FBF-B6DE-E1DF8B2741B8}" dt="2020-12-04T20:20:31.320" v="124" actId="1035"/>
          <ac:spMkLst>
            <pc:docMk/>
            <pc:sldMk cId="2602423339" sldId="268"/>
            <ac:spMk id="10" creationId="{0D13E64F-723F-4538-B789-8D024892D841}"/>
          </ac:spMkLst>
        </pc:spChg>
        <pc:picChg chg="del">
          <ac:chgData name="Moore, Jacob Preston" userId="fdd3fd0f-c483-48c9-988d-7deb216763fd" providerId="ADAL" clId="{A6B10E8D-745C-4FBF-B6DE-E1DF8B2741B8}" dt="2020-12-04T19:46:43.599" v="69" actId="478"/>
          <ac:picMkLst>
            <pc:docMk/>
            <pc:sldMk cId="2602423339" sldId="268"/>
            <ac:picMk id="4" creationId="{FA9068D3-BFFC-41CE-AC3F-03DBCE9320A4}"/>
          </ac:picMkLst>
        </pc:picChg>
        <pc:picChg chg="add del mod">
          <ac:chgData name="Moore, Jacob Preston" userId="fdd3fd0f-c483-48c9-988d-7deb216763fd" providerId="ADAL" clId="{A6B10E8D-745C-4FBF-B6DE-E1DF8B2741B8}" dt="2020-12-04T19:50:57.867" v="87" actId="478"/>
          <ac:picMkLst>
            <pc:docMk/>
            <pc:sldMk cId="2602423339" sldId="268"/>
            <ac:picMk id="1028" creationId="{D9F55C6E-FA0A-4F38-839D-7AFCD991D27E}"/>
          </ac:picMkLst>
        </pc:picChg>
        <pc:picChg chg="add del mod">
          <ac:chgData name="Moore, Jacob Preston" userId="fdd3fd0f-c483-48c9-988d-7deb216763fd" providerId="ADAL" clId="{A6B10E8D-745C-4FBF-B6DE-E1DF8B2741B8}" dt="2020-12-04T19:50:54.943" v="85"/>
          <ac:picMkLst>
            <pc:docMk/>
            <pc:sldMk cId="2602423339" sldId="268"/>
            <ac:picMk id="2050" creationId="{3CBA20F5-75E0-4B80-BF71-9ADD7777ED8D}"/>
          </ac:picMkLst>
        </pc:picChg>
        <pc:picChg chg="add del mod">
          <ac:chgData name="Moore, Jacob Preston" userId="fdd3fd0f-c483-48c9-988d-7deb216763fd" providerId="ADAL" clId="{A6B10E8D-745C-4FBF-B6DE-E1DF8B2741B8}" dt="2020-12-04T20:19:02.445" v="96" actId="478"/>
          <ac:picMkLst>
            <pc:docMk/>
            <pc:sldMk cId="2602423339" sldId="268"/>
            <ac:picMk id="2052" creationId="{672AE659-E1CC-4AEC-A1FE-D77BECBA94D9}"/>
          </ac:picMkLst>
        </pc:picChg>
        <pc:picChg chg="add mod">
          <ac:chgData name="Moore, Jacob Preston" userId="fdd3fd0f-c483-48c9-988d-7deb216763fd" providerId="ADAL" clId="{A6B10E8D-745C-4FBF-B6DE-E1DF8B2741B8}" dt="2020-12-04T20:20:31.320" v="124" actId="1035"/>
          <ac:picMkLst>
            <pc:docMk/>
            <pc:sldMk cId="2602423339" sldId="268"/>
            <ac:picMk id="2054" creationId="{F3094190-6FB2-4D64-9473-FCEE12C4B9E2}"/>
          </ac:picMkLst>
        </pc:picChg>
      </pc:sldChg>
      <pc:sldChg chg="modSp">
        <pc:chgData name="Moore, Jacob Preston" userId="fdd3fd0f-c483-48c9-988d-7deb216763fd" providerId="ADAL" clId="{A6B10E8D-745C-4FBF-B6DE-E1DF8B2741B8}" dt="2020-12-04T20:57:11.659" v="407" actId="33524"/>
        <pc:sldMkLst>
          <pc:docMk/>
          <pc:sldMk cId="3653698240" sldId="270"/>
        </pc:sldMkLst>
        <pc:spChg chg="mod">
          <ac:chgData name="Moore, Jacob Preston" userId="fdd3fd0f-c483-48c9-988d-7deb216763fd" providerId="ADAL" clId="{A6B10E8D-745C-4FBF-B6DE-E1DF8B2741B8}" dt="2020-12-04T20:57:11.659" v="407" actId="33524"/>
          <ac:spMkLst>
            <pc:docMk/>
            <pc:sldMk cId="3653698240" sldId="270"/>
            <ac:spMk id="3" creationId="{00000000-0000-0000-0000-000000000000}"/>
          </ac:spMkLst>
        </pc:spChg>
      </pc:sldChg>
      <pc:sldChg chg="modSp">
        <pc:chgData name="Moore, Jacob Preston" userId="fdd3fd0f-c483-48c9-988d-7deb216763fd" providerId="ADAL" clId="{A6B10E8D-745C-4FBF-B6DE-E1DF8B2741B8}" dt="2020-12-09T18:41:09.452" v="441" actId="20577"/>
        <pc:sldMkLst>
          <pc:docMk/>
          <pc:sldMk cId="1240446552" sldId="272"/>
        </pc:sldMkLst>
        <pc:spChg chg="mod">
          <ac:chgData name="Moore, Jacob Preston" userId="fdd3fd0f-c483-48c9-988d-7deb216763fd" providerId="ADAL" clId="{A6B10E8D-745C-4FBF-B6DE-E1DF8B2741B8}" dt="2020-12-09T18:41:09.452" v="441" actId="20577"/>
          <ac:spMkLst>
            <pc:docMk/>
            <pc:sldMk cId="1240446552" sldId="272"/>
            <ac:spMk id="3" creationId="{00000000-0000-0000-0000-000000000000}"/>
          </ac:spMkLst>
        </pc:spChg>
      </pc:sldChg>
      <pc:sldChg chg="modSp">
        <pc:chgData name="Moore, Jacob Preston" userId="fdd3fd0f-c483-48c9-988d-7deb216763fd" providerId="ADAL" clId="{A6B10E8D-745C-4FBF-B6DE-E1DF8B2741B8}" dt="2020-12-02T14:40:57.422" v="3" actId="1036"/>
        <pc:sldMkLst>
          <pc:docMk/>
          <pc:sldMk cId="3655754575" sldId="276"/>
        </pc:sldMkLst>
        <pc:picChg chg="mod">
          <ac:chgData name="Moore, Jacob Preston" userId="fdd3fd0f-c483-48c9-988d-7deb216763fd" providerId="ADAL" clId="{A6B10E8D-745C-4FBF-B6DE-E1DF8B2741B8}" dt="2020-12-02T14:40:57.422" v="3" actId="1036"/>
          <ac:picMkLst>
            <pc:docMk/>
            <pc:sldMk cId="3655754575" sldId="276"/>
            <ac:picMk id="8" creationId="{42F39664-C970-4B20-86F0-2F4D31DEB48D}"/>
          </ac:picMkLst>
        </pc:picChg>
      </pc:sldChg>
      <pc:sldChg chg="addSp delSp modSp modAnim">
        <pc:chgData name="Moore, Jacob Preston" userId="fdd3fd0f-c483-48c9-988d-7deb216763fd" providerId="ADAL" clId="{A6B10E8D-745C-4FBF-B6DE-E1DF8B2741B8}" dt="2020-12-04T20:21:59.025" v="137" actId="1076"/>
        <pc:sldMkLst>
          <pc:docMk/>
          <pc:sldMk cId="218045353" sldId="278"/>
        </pc:sldMkLst>
        <pc:spChg chg="mod">
          <ac:chgData name="Moore, Jacob Preston" userId="fdd3fd0f-c483-48c9-988d-7deb216763fd" providerId="ADAL" clId="{A6B10E8D-745C-4FBF-B6DE-E1DF8B2741B8}" dt="2020-12-04T19:42:23.579" v="13" actId="27636"/>
          <ac:spMkLst>
            <pc:docMk/>
            <pc:sldMk cId="218045353" sldId="278"/>
            <ac:spMk id="3" creationId="{00000000-0000-0000-0000-000000000000}"/>
          </ac:spMkLst>
        </pc:spChg>
        <pc:spChg chg="add mod">
          <ac:chgData name="Moore, Jacob Preston" userId="fdd3fd0f-c483-48c9-988d-7deb216763fd" providerId="ADAL" clId="{A6B10E8D-745C-4FBF-B6DE-E1DF8B2741B8}" dt="2020-12-04T20:21:59.025" v="137" actId="1076"/>
          <ac:spMkLst>
            <pc:docMk/>
            <pc:sldMk cId="218045353" sldId="278"/>
            <ac:spMk id="7" creationId="{39EC7255-81B4-44AA-9B14-FF1637E93B08}"/>
          </ac:spMkLst>
        </pc:spChg>
        <pc:spChg chg="add mod">
          <ac:chgData name="Moore, Jacob Preston" userId="fdd3fd0f-c483-48c9-988d-7deb216763fd" providerId="ADAL" clId="{A6B10E8D-745C-4FBF-B6DE-E1DF8B2741B8}" dt="2020-12-04T20:21:53.502" v="136" actId="1076"/>
          <ac:spMkLst>
            <pc:docMk/>
            <pc:sldMk cId="218045353" sldId="278"/>
            <ac:spMk id="10" creationId="{2C99DF77-537E-462D-8788-6105AEB656C6}"/>
          </ac:spMkLst>
        </pc:spChg>
        <pc:picChg chg="del">
          <ac:chgData name="Moore, Jacob Preston" userId="fdd3fd0f-c483-48c9-988d-7deb216763fd" providerId="ADAL" clId="{A6B10E8D-745C-4FBF-B6DE-E1DF8B2741B8}" dt="2020-12-04T19:41:59.924" v="6" actId="478"/>
          <ac:picMkLst>
            <pc:docMk/>
            <pc:sldMk cId="218045353" sldId="278"/>
            <ac:picMk id="5" creationId="{00000000-0000-0000-0000-000000000000}"/>
          </ac:picMkLst>
        </pc:picChg>
        <pc:picChg chg="del">
          <ac:chgData name="Moore, Jacob Preston" userId="fdd3fd0f-c483-48c9-988d-7deb216763fd" providerId="ADAL" clId="{A6B10E8D-745C-4FBF-B6DE-E1DF8B2741B8}" dt="2020-12-04T20:21:08.428" v="125" actId="478"/>
          <ac:picMkLst>
            <pc:docMk/>
            <pc:sldMk cId="218045353" sldId="278"/>
            <ac:picMk id="6" creationId="{00000000-0000-0000-0000-000000000000}"/>
          </ac:picMkLst>
        </pc:picChg>
        <pc:picChg chg="add mod">
          <ac:chgData name="Moore, Jacob Preston" userId="fdd3fd0f-c483-48c9-988d-7deb216763fd" providerId="ADAL" clId="{A6B10E8D-745C-4FBF-B6DE-E1DF8B2741B8}" dt="2020-12-04T20:21:53.502" v="136" actId="1076"/>
          <ac:picMkLst>
            <pc:docMk/>
            <pc:sldMk cId="218045353" sldId="278"/>
            <ac:picMk id="9" creationId="{7FC1AB41-8E3A-4442-9C96-D2948AE90471}"/>
          </ac:picMkLst>
        </pc:picChg>
        <pc:picChg chg="add mod">
          <ac:chgData name="Moore, Jacob Preston" userId="fdd3fd0f-c483-48c9-988d-7deb216763fd" providerId="ADAL" clId="{A6B10E8D-745C-4FBF-B6DE-E1DF8B2741B8}" dt="2020-12-04T20:21:59.025" v="137" actId="1076"/>
          <ac:picMkLst>
            <pc:docMk/>
            <pc:sldMk cId="218045353" sldId="278"/>
            <ac:picMk id="1026" creationId="{7C26E792-627E-443A-8674-79C4E38DBE91}"/>
          </ac:picMkLst>
        </pc:picChg>
      </pc:sldChg>
      <pc:sldChg chg="modSp">
        <pc:chgData name="Moore, Jacob Preston" userId="fdd3fd0f-c483-48c9-988d-7deb216763fd" providerId="ADAL" clId="{A6B10E8D-745C-4FBF-B6DE-E1DF8B2741B8}" dt="2020-12-09T18:42:02.291" v="443" actId="20577"/>
        <pc:sldMkLst>
          <pc:docMk/>
          <pc:sldMk cId="2916267197" sldId="279"/>
        </pc:sldMkLst>
        <pc:spChg chg="mod">
          <ac:chgData name="Moore, Jacob Preston" userId="fdd3fd0f-c483-48c9-988d-7deb216763fd" providerId="ADAL" clId="{A6B10E8D-745C-4FBF-B6DE-E1DF8B2741B8}" dt="2020-12-09T18:42:02.291" v="443" actId="20577"/>
          <ac:spMkLst>
            <pc:docMk/>
            <pc:sldMk cId="2916267197" sldId="279"/>
            <ac:spMk id="3" creationId="{00000000-0000-0000-0000-000000000000}"/>
          </ac:spMkLst>
        </pc:spChg>
      </pc:sldChg>
    </pc:docChg>
  </pc:docChgLst>
</pc:chgInfo>
</file>

<file path=ppt/notesMasters/_rels/notesMaster1.xml.rels><?xml version="1.0" encoding="UTF-8" standalone="yes"?>
<Relationships xmlns="http://schemas.openxmlformats.org/package/2006/relationships"><Relationship Id="rId1" Type="http://schemas.openxmlformats.org/officeDocument/2006/relationships/theme" Target="../theme/theme2.xml"/></Relationships>
</file>

<file path=ppt/notesMasters/notesMaster1.xml><?xml version="1.0" encoding="utf-8"?>
<p:notesMaster xmlns:a="http://schemas.openxmlformats.org/drawingml/2006/main" xmlns:r="http://schemas.openxmlformats.org/officeDocument/2006/relationships" xmlns:p="http://schemas.openxmlformats.org/presentationml/2006/main">
  <p:cSld>
    <p:bg>
      <p:bgRef idx="1001">
        <a:schemeClr val="bg1"/>
      </p:bgRef>
    </p:bg>
    <p:spTree>
      <p:nvGrpSpPr>
        <p:cNvPr id="1" name=""/>
        <p:cNvGrpSpPr/>
        <p:nvPr/>
      </p:nvGrpSpPr>
      <p:grpSpPr>
        <a:xfrm>
          <a:off x="0" y="0"/>
          <a:ext cx="0" cy="0"/>
          <a:chOff x="0" y="0"/>
          <a:chExt cx="0" cy="0"/>
        </a:xfrm>
      </p:grpSpPr>
      <p:sp>
        <p:nvSpPr>
          <p:cNvPr id="2" name="Header Placeholder 1"/>
          <p:cNvSpPr>
            <a:spLocks noGrp="1"/>
          </p:cNvSpPr>
          <p:nvPr>
            <p:ph type="hdr" sz="quarter"/>
          </p:nvPr>
        </p:nvSpPr>
        <p:spPr>
          <a:xfrm>
            <a:off x="0" y="0"/>
            <a:ext cx="2971800" cy="457200"/>
          </a:xfrm>
          <a:prstGeom prst="rect">
            <a:avLst/>
          </a:prstGeom>
        </p:spPr>
        <p:txBody>
          <a:bodyPr vert="horz" lIns="91440" tIns="45720" rIns="91440" bIns="45720" rtlCol="0"/>
          <a:lstStyle>
            <a:lvl1pPr algn="l">
              <a:defRPr sz="1200"/>
            </a:lvl1pPr>
          </a:lstStyle>
          <a:p>
            <a:endParaRPr lang="en-US"/>
          </a:p>
        </p:txBody>
      </p:sp>
      <p:sp>
        <p:nvSpPr>
          <p:cNvPr id="3" name="Date Placeholder 2"/>
          <p:cNvSpPr>
            <a:spLocks noGrp="1"/>
          </p:cNvSpPr>
          <p:nvPr>
            <p:ph type="dt" idx="1"/>
          </p:nvPr>
        </p:nvSpPr>
        <p:spPr>
          <a:xfrm>
            <a:off x="3884613" y="0"/>
            <a:ext cx="2971800" cy="457200"/>
          </a:xfrm>
          <a:prstGeom prst="rect">
            <a:avLst/>
          </a:prstGeom>
        </p:spPr>
        <p:txBody>
          <a:bodyPr vert="horz" lIns="91440" tIns="45720" rIns="91440" bIns="45720" rtlCol="0"/>
          <a:lstStyle>
            <a:lvl1pPr algn="r">
              <a:defRPr sz="1200"/>
            </a:lvl1pPr>
          </a:lstStyle>
          <a:p>
            <a:fld id="{1AA1AB63-216F-4D5B-8811-CCB935E98D4A}" type="datetimeFigureOut">
              <a:rPr lang="en-US" smtClean="0"/>
              <a:t>12/15/2025</a:t>
            </a:fld>
            <a:endParaRPr lang="en-US"/>
          </a:p>
        </p:txBody>
      </p:sp>
      <p:sp>
        <p:nvSpPr>
          <p:cNvPr id="4" name="Slide Image Placeholder 3"/>
          <p:cNvSpPr>
            <a:spLocks noGrp="1" noRot="1" noChangeAspect="1"/>
          </p:cNvSpPr>
          <p:nvPr>
            <p:ph type="sldImg" idx="2"/>
          </p:nvPr>
        </p:nvSpPr>
        <p:spPr>
          <a:xfrm>
            <a:off x="1143000" y="685800"/>
            <a:ext cx="4572000" cy="3429000"/>
          </a:xfrm>
          <a:prstGeom prst="rect">
            <a:avLst/>
          </a:prstGeom>
          <a:noFill/>
          <a:ln w="12700">
            <a:solidFill>
              <a:prstClr val="black"/>
            </a:solidFill>
          </a:ln>
        </p:spPr>
        <p:txBody>
          <a:bodyPr vert="horz" lIns="91440" tIns="45720" rIns="91440" bIns="45720" rtlCol="0" anchor="ctr"/>
          <a:lstStyle/>
          <a:p>
            <a:endParaRPr lang="en-US"/>
          </a:p>
        </p:txBody>
      </p:sp>
      <p:sp>
        <p:nvSpPr>
          <p:cNvPr id="5" name="Notes Placeholder 4"/>
          <p:cNvSpPr>
            <a:spLocks noGrp="1"/>
          </p:cNvSpPr>
          <p:nvPr>
            <p:ph type="body" sz="quarter" idx="3"/>
          </p:nvPr>
        </p:nvSpPr>
        <p:spPr>
          <a:xfrm>
            <a:off x="685800" y="4343400"/>
            <a:ext cx="5486400" cy="4114800"/>
          </a:xfrm>
          <a:prstGeom prst="rect">
            <a:avLst/>
          </a:prstGeom>
        </p:spPr>
        <p:txBody>
          <a:bodyPr vert="horz" lIns="91440" tIns="45720" rIns="91440" bIns="45720" rtlCol="0"/>
          <a:lstStyle/>
          <a:p>
            <a:pPr lvl="0"/>
            <a:r>
              <a:rPr lang="en-US"/>
              <a:t>Click to edit Master text styles</a:t>
            </a:r>
          </a:p>
          <a:p>
            <a:pPr lvl="1"/>
            <a:r>
              <a:rPr lang="en-US"/>
              <a:t>Second level</a:t>
            </a:r>
          </a:p>
          <a:p>
            <a:pPr lvl="2"/>
            <a:r>
              <a:rPr lang="en-US"/>
              <a:t>Third level</a:t>
            </a:r>
          </a:p>
          <a:p>
            <a:pPr lvl="3"/>
            <a:r>
              <a:rPr lang="en-US"/>
              <a:t>Fourth level</a:t>
            </a:r>
          </a:p>
          <a:p>
            <a:pPr lvl="4"/>
            <a:r>
              <a:rPr lang="en-US"/>
              <a:t>Fifth level</a:t>
            </a:r>
          </a:p>
        </p:txBody>
      </p:sp>
      <p:sp>
        <p:nvSpPr>
          <p:cNvPr id="6" name="Footer Placeholder 5"/>
          <p:cNvSpPr>
            <a:spLocks noGrp="1"/>
          </p:cNvSpPr>
          <p:nvPr>
            <p:ph type="ftr" sz="quarter" idx="4"/>
          </p:nvPr>
        </p:nvSpPr>
        <p:spPr>
          <a:xfrm>
            <a:off x="0" y="8685213"/>
            <a:ext cx="2971800" cy="457200"/>
          </a:xfrm>
          <a:prstGeom prst="rect">
            <a:avLst/>
          </a:prstGeom>
        </p:spPr>
        <p:txBody>
          <a:bodyPr vert="horz" lIns="91440" tIns="45720" rIns="91440" bIns="45720" rtlCol="0" anchor="b"/>
          <a:lstStyle>
            <a:lvl1pPr algn="l">
              <a:defRPr sz="1200"/>
            </a:lvl1pPr>
          </a:lstStyle>
          <a:p>
            <a:endParaRPr lang="en-US"/>
          </a:p>
        </p:txBody>
      </p:sp>
      <p:sp>
        <p:nvSpPr>
          <p:cNvPr id="8" name="Slide Number Placeholder 7"/>
          <p:cNvSpPr>
            <a:spLocks noGrp="1"/>
          </p:cNvSpPr>
          <p:nvPr>
            <p:ph type="sldNum" sz="quarter" idx="5"/>
          </p:nvPr>
        </p:nvSpPr>
        <p:spPr>
          <a:xfrm>
            <a:off x="3884613" y="8685213"/>
            <a:ext cx="2971800" cy="457200"/>
          </a:xfrm>
          <a:prstGeom prst="rect">
            <a:avLst/>
          </a:prstGeom>
        </p:spPr>
        <p:txBody>
          <a:bodyPr vert="horz" lIns="91440" tIns="45720" rIns="91440" bIns="45720" rtlCol="0" anchor="b"/>
          <a:lstStyle>
            <a:lvl1pPr algn="r">
              <a:defRPr sz="1200"/>
            </a:lvl1pPr>
          </a:lstStyle>
          <a:p>
            <a:fld id="{D071503E-B3EF-424C-B3CC-B319B8E34A61}" type="slidenum">
              <a:rPr lang="en-US" smtClean="0"/>
              <a:t>‹#›</a:t>
            </a:fld>
            <a:endParaRPr lang="en-US"/>
          </a:p>
        </p:txBody>
      </p:sp>
    </p:spTree>
    <p:extLst>
      <p:ext uri="{BB962C8B-B14F-4D97-AF65-F5344CB8AC3E}">
        <p14:creationId xmlns:p14="http://schemas.microsoft.com/office/powerpoint/2010/main" val="1919846222"/>
      </p:ext>
    </p:extLst>
  </p:cSld>
  <p:clrMap bg1="lt1" tx1="dk1" bg2="lt2" tx2="dk2" accent1="accent1" accent2="accent2" accent3="accent3" accent4="accent4" accent5="accent5" accent6="accent6" hlink="hlink" folHlink="folHlink"/>
  <p:notesStyle>
    <a:lvl1pPr marL="0" algn="l" defTabSz="914400" rtl="0" eaLnBrk="1" latinLnBrk="0" hangingPunct="1">
      <a:defRPr sz="1200" kern="1200">
        <a:solidFill>
          <a:schemeClr val="tx1"/>
        </a:solidFill>
        <a:latin typeface="+mn-lt"/>
        <a:ea typeface="+mn-ea"/>
        <a:cs typeface="+mn-cs"/>
      </a:defRPr>
    </a:lvl1pPr>
    <a:lvl2pPr marL="457200" algn="l" defTabSz="914400" rtl="0" eaLnBrk="1" latinLnBrk="0" hangingPunct="1">
      <a:defRPr sz="1200" kern="1200">
        <a:solidFill>
          <a:schemeClr val="tx1"/>
        </a:solidFill>
        <a:latin typeface="+mn-lt"/>
        <a:ea typeface="+mn-ea"/>
        <a:cs typeface="+mn-cs"/>
      </a:defRPr>
    </a:lvl2pPr>
    <a:lvl3pPr marL="914400" algn="l" defTabSz="914400" rtl="0" eaLnBrk="1" latinLnBrk="0" hangingPunct="1">
      <a:defRPr sz="1200" kern="1200">
        <a:solidFill>
          <a:schemeClr val="tx1"/>
        </a:solidFill>
        <a:latin typeface="+mn-lt"/>
        <a:ea typeface="+mn-ea"/>
        <a:cs typeface="+mn-cs"/>
      </a:defRPr>
    </a:lvl3pPr>
    <a:lvl4pPr marL="1371600" algn="l" defTabSz="914400" rtl="0" eaLnBrk="1" latinLnBrk="0" hangingPunct="1">
      <a:defRPr sz="1200" kern="1200">
        <a:solidFill>
          <a:schemeClr val="tx1"/>
        </a:solidFill>
        <a:latin typeface="+mn-lt"/>
        <a:ea typeface="+mn-ea"/>
        <a:cs typeface="+mn-cs"/>
      </a:defRPr>
    </a:lvl4pPr>
    <a:lvl5pPr marL="1828800" algn="l" defTabSz="914400" rtl="0" eaLnBrk="1" latinLnBrk="0" hangingPunct="1">
      <a:defRPr sz="1200" kern="1200">
        <a:solidFill>
          <a:schemeClr val="tx1"/>
        </a:solidFill>
        <a:latin typeface="+mn-lt"/>
        <a:ea typeface="+mn-ea"/>
        <a:cs typeface="+mn-cs"/>
      </a:defRPr>
    </a:lvl5pPr>
    <a:lvl6pPr marL="2286000" algn="l" defTabSz="914400" rtl="0" eaLnBrk="1" latinLnBrk="0" hangingPunct="1">
      <a:defRPr sz="1200" kern="1200">
        <a:solidFill>
          <a:schemeClr val="tx1"/>
        </a:solidFill>
        <a:latin typeface="+mn-lt"/>
        <a:ea typeface="+mn-ea"/>
        <a:cs typeface="+mn-cs"/>
      </a:defRPr>
    </a:lvl6pPr>
    <a:lvl7pPr marL="2743200" algn="l" defTabSz="914400" rtl="0" eaLnBrk="1" latinLnBrk="0" hangingPunct="1">
      <a:defRPr sz="1200" kern="1200">
        <a:solidFill>
          <a:schemeClr val="tx1"/>
        </a:solidFill>
        <a:latin typeface="+mn-lt"/>
        <a:ea typeface="+mn-ea"/>
        <a:cs typeface="+mn-cs"/>
      </a:defRPr>
    </a:lvl7pPr>
    <a:lvl8pPr marL="3200400" algn="l" defTabSz="914400" rtl="0" eaLnBrk="1" latinLnBrk="0" hangingPunct="1">
      <a:defRPr sz="1200" kern="1200">
        <a:solidFill>
          <a:schemeClr val="tx1"/>
        </a:solidFill>
        <a:latin typeface="+mn-lt"/>
        <a:ea typeface="+mn-ea"/>
        <a:cs typeface="+mn-cs"/>
      </a:defRPr>
    </a:lvl8pPr>
    <a:lvl9pPr marL="3657600" algn="l" defTabSz="914400" rtl="0" eaLnBrk="1" latinLnBrk="0" hangingPunct="1">
      <a:defRPr sz="1200" kern="1200">
        <a:solidFill>
          <a:schemeClr val="tx1"/>
        </a:solidFill>
        <a:latin typeface="+mn-lt"/>
        <a:ea typeface="+mn-ea"/>
        <a:cs typeface="+mn-cs"/>
      </a:defRPr>
    </a:lvl9pPr>
  </p:notesStyle>
</p:notesMaster>
</file>

<file path=ppt/notesSlides/_rels/notesSlide1.xml.rels><?xml version="1.0" encoding="UTF-8" standalone="yes"?>
<Relationships xmlns="http://schemas.openxmlformats.org/package/2006/relationships"><Relationship Id="rId2" Type="http://schemas.openxmlformats.org/officeDocument/2006/relationships/slide" Target="../slides/slide3.xml"/><Relationship Id="rId1" Type="http://schemas.openxmlformats.org/officeDocument/2006/relationships/notesMaster" Target="../notesMasters/notesMaster1.xml"/></Relationships>
</file>

<file path=ppt/notesSlides/_rels/notesSlide2.xml.rels><?xml version="1.0" encoding="UTF-8" standalone="yes"?>
<Relationships xmlns="http://schemas.openxmlformats.org/package/2006/relationships"><Relationship Id="rId2" Type="http://schemas.openxmlformats.org/officeDocument/2006/relationships/slide" Target="../slides/slide4.xml"/><Relationship Id="rId1" Type="http://schemas.openxmlformats.org/officeDocument/2006/relationships/notesMaster" Target="../notesMasters/notesMaster1.xml"/></Relationships>
</file>

<file path=ppt/notesSlides/_rels/notesSlide3.xml.rels><?xml version="1.0" encoding="UTF-8" standalone="yes"?>
<Relationships xmlns="http://schemas.openxmlformats.org/package/2006/relationships"><Relationship Id="rId2" Type="http://schemas.openxmlformats.org/officeDocument/2006/relationships/slide" Target="../slides/slide13.xml"/><Relationship Id="rId1" Type="http://schemas.openxmlformats.org/officeDocument/2006/relationships/notesMaster" Target="../notesMasters/notesMaster1.xml"/></Relationships>
</file>

<file path=ppt/notesSlides/notesSlide1.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endParaRPr lang="en-US" dirty="0"/>
          </a:p>
        </p:txBody>
      </p:sp>
      <p:sp>
        <p:nvSpPr>
          <p:cNvPr id="4" name="Slide Number Placeholder 3"/>
          <p:cNvSpPr>
            <a:spLocks noGrp="1"/>
          </p:cNvSpPr>
          <p:nvPr>
            <p:ph type="sldNum" sz="quarter" idx="10"/>
          </p:nvPr>
        </p:nvSpPr>
        <p:spPr/>
        <p:txBody>
          <a:bodyPr/>
          <a:lstStyle/>
          <a:p>
            <a:fld id="{D071503E-B3EF-424C-B3CC-B319B8E34A61}" type="slidenum">
              <a:rPr lang="en-US" smtClean="0"/>
              <a:t>3</a:t>
            </a:fld>
            <a:endParaRPr lang="en-US" dirty="0"/>
          </a:p>
        </p:txBody>
      </p:sp>
    </p:spTree>
    <p:extLst>
      <p:ext uri="{BB962C8B-B14F-4D97-AF65-F5344CB8AC3E}">
        <p14:creationId xmlns:p14="http://schemas.microsoft.com/office/powerpoint/2010/main" val="4075408792"/>
      </p:ext>
    </p:extLst>
  </p:cSld>
  <p:clrMapOvr>
    <a:masterClrMapping/>
  </p:clrMapOvr>
</p:notes>
</file>

<file path=ppt/notesSlides/notesSlide2.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endParaRPr lang="en-US" dirty="0"/>
          </a:p>
        </p:txBody>
      </p:sp>
      <p:sp>
        <p:nvSpPr>
          <p:cNvPr id="4" name="Slide Number Placeholder 3"/>
          <p:cNvSpPr>
            <a:spLocks noGrp="1"/>
          </p:cNvSpPr>
          <p:nvPr>
            <p:ph type="sldNum" sz="quarter" idx="10"/>
          </p:nvPr>
        </p:nvSpPr>
        <p:spPr/>
        <p:txBody>
          <a:bodyPr/>
          <a:lstStyle/>
          <a:p>
            <a:fld id="{D071503E-B3EF-424C-B3CC-B319B8E34A61}" type="slidenum">
              <a:rPr lang="en-US" smtClean="0"/>
              <a:t>4</a:t>
            </a:fld>
            <a:endParaRPr lang="en-US"/>
          </a:p>
        </p:txBody>
      </p:sp>
    </p:spTree>
    <p:extLst>
      <p:ext uri="{BB962C8B-B14F-4D97-AF65-F5344CB8AC3E}">
        <p14:creationId xmlns:p14="http://schemas.microsoft.com/office/powerpoint/2010/main" val="3975918648"/>
      </p:ext>
    </p:extLst>
  </p:cSld>
  <p:clrMapOvr>
    <a:masterClrMapping/>
  </p:clrMapOvr>
</p:notes>
</file>

<file path=ppt/notesSlides/notesSlide3.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endParaRPr lang="en-US" dirty="0"/>
          </a:p>
        </p:txBody>
      </p:sp>
      <p:sp>
        <p:nvSpPr>
          <p:cNvPr id="4" name="Slide Number Placeholder 3"/>
          <p:cNvSpPr>
            <a:spLocks noGrp="1"/>
          </p:cNvSpPr>
          <p:nvPr>
            <p:ph type="sldNum" sz="quarter" idx="10"/>
          </p:nvPr>
        </p:nvSpPr>
        <p:spPr/>
        <p:txBody>
          <a:bodyPr/>
          <a:lstStyle/>
          <a:p>
            <a:fld id="{D071503E-B3EF-424C-B3CC-B319B8E34A61}" type="slidenum">
              <a:rPr lang="en-US" smtClean="0"/>
              <a:t>13</a:t>
            </a:fld>
            <a:endParaRPr lang="en-US"/>
          </a:p>
        </p:txBody>
      </p:sp>
    </p:spTree>
    <p:extLst>
      <p:ext uri="{BB962C8B-B14F-4D97-AF65-F5344CB8AC3E}">
        <p14:creationId xmlns:p14="http://schemas.microsoft.com/office/powerpoint/2010/main" val="4092780"/>
      </p:ext>
    </p:extLst>
  </p:cSld>
  <p:clrMapOvr>
    <a:masterClrMapping/>
  </p:clrMapOvr>
</p:notes>
</file>

<file path=ppt/slideLayouts/_rels/slideLayout1.xml.rels><?xml version="1.0" encoding="UTF-8" standalone="yes"?>
<Relationships xmlns="http://schemas.openxmlformats.org/package/2006/relationships"><Relationship Id="rId2" Type="http://schemas.openxmlformats.org/officeDocument/2006/relationships/image" Target="../media/image1.png"/><Relationship Id="rId1" Type="http://schemas.openxmlformats.org/officeDocument/2006/relationships/slideMaster" Target="../slideMasters/slideMaster1.xml"/></Relationships>
</file>

<file path=ppt/slideLayouts/_rels/slideLayout2.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3.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4.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5.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6.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7.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8.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9.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10.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11.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slideLayout1.xml><?xml version="1.0" encoding="utf-8"?>
<p:sldLayout xmlns:a="http://schemas.openxmlformats.org/drawingml/2006/main" xmlns:r="http://schemas.openxmlformats.org/officeDocument/2006/relationships" xmlns:p="http://schemas.openxmlformats.org/presentationml/2006/main" type="title" preserve="1">
  <p:cSld name="Title Slide">
    <p:bg>
      <p:bgPr>
        <a:solidFill>
          <a:srgbClr val="DDDDDD"/>
        </a:solidFill>
        <a:effectLst/>
      </p:bgPr>
    </p:bg>
    <p:spTree>
      <p:nvGrpSpPr>
        <p:cNvPr id="1" name=""/>
        <p:cNvGrpSpPr/>
        <p:nvPr/>
      </p:nvGrpSpPr>
      <p:grpSpPr>
        <a:xfrm>
          <a:off x="0" y="0"/>
          <a:ext cx="0" cy="0"/>
          <a:chOff x="0" y="0"/>
          <a:chExt cx="0" cy="0"/>
        </a:xfrm>
      </p:grpSpPr>
      <p:sp>
        <p:nvSpPr>
          <p:cNvPr id="2" name="Title 1"/>
          <p:cNvSpPr>
            <a:spLocks noGrp="1"/>
          </p:cNvSpPr>
          <p:nvPr>
            <p:ph type="ctrTitle"/>
          </p:nvPr>
        </p:nvSpPr>
        <p:spPr>
          <a:xfrm>
            <a:off x="685800" y="1295400"/>
            <a:ext cx="7772400" cy="1470025"/>
          </a:xfrm>
        </p:spPr>
        <p:txBody>
          <a:bodyPr/>
          <a:lstStyle>
            <a:lvl1pPr>
              <a:defRPr>
                <a:solidFill>
                  <a:schemeClr val="tx1"/>
                </a:solidFill>
              </a:defRPr>
            </a:lvl1pPr>
          </a:lstStyle>
          <a:p>
            <a:r>
              <a:rPr lang="en-US" dirty="0"/>
              <a:t>Click to edit Master title style</a:t>
            </a:r>
          </a:p>
        </p:txBody>
      </p:sp>
      <p:sp>
        <p:nvSpPr>
          <p:cNvPr id="3" name="Subtitle 2"/>
          <p:cNvSpPr>
            <a:spLocks noGrp="1"/>
          </p:cNvSpPr>
          <p:nvPr>
            <p:ph type="subTitle" idx="1"/>
          </p:nvPr>
        </p:nvSpPr>
        <p:spPr>
          <a:xfrm>
            <a:off x="1371600" y="3051175"/>
            <a:ext cx="6400800" cy="1752600"/>
          </a:xfrm>
        </p:spPr>
        <p:txBody>
          <a:bodyPr/>
          <a:lstStyle>
            <a:lvl1pPr marL="0" indent="0" algn="ctr">
              <a:buNone/>
              <a:defRPr>
                <a:solidFill>
                  <a:schemeClr val="tx1"/>
                </a:solidFill>
              </a:defRPr>
            </a:lvl1pPr>
            <a:lvl2pPr marL="457200" indent="0" algn="ctr">
              <a:buNone/>
              <a:defRPr>
                <a:solidFill>
                  <a:schemeClr val="tx1">
                    <a:tint val="75000"/>
                  </a:schemeClr>
                </a:solidFill>
              </a:defRPr>
            </a:lvl2pPr>
            <a:lvl3pPr marL="914400" indent="0" algn="ctr">
              <a:buNone/>
              <a:defRPr>
                <a:solidFill>
                  <a:schemeClr val="tx1">
                    <a:tint val="75000"/>
                  </a:schemeClr>
                </a:solidFill>
              </a:defRPr>
            </a:lvl3pPr>
            <a:lvl4pPr marL="1371600" indent="0" algn="ctr">
              <a:buNone/>
              <a:defRPr>
                <a:solidFill>
                  <a:schemeClr val="tx1">
                    <a:tint val="75000"/>
                  </a:schemeClr>
                </a:solidFill>
              </a:defRPr>
            </a:lvl4pPr>
            <a:lvl5pPr marL="1828800" indent="0" algn="ctr">
              <a:buNone/>
              <a:defRPr>
                <a:solidFill>
                  <a:schemeClr val="tx1">
                    <a:tint val="75000"/>
                  </a:schemeClr>
                </a:solidFill>
              </a:defRPr>
            </a:lvl5pPr>
            <a:lvl6pPr marL="2286000" indent="0" algn="ctr">
              <a:buNone/>
              <a:defRPr>
                <a:solidFill>
                  <a:schemeClr val="tx1">
                    <a:tint val="75000"/>
                  </a:schemeClr>
                </a:solidFill>
              </a:defRPr>
            </a:lvl6pPr>
            <a:lvl7pPr marL="2743200" indent="0" algn="ctr">
              <a:buNone/>
              <a:defRPr>
                <a:solidFill>
                  <a:schemeClr val="tx1">
                    <a:tint val="75000"/>
                  </a:schemeClr>
                </a:solidFill>
              </a:defRPr>
            </a:lvl7pPr>
            <a:lvl8pPr marL="3200400" indent="0" algn="ctr">
              <a:buNone/>
              <a:defRPr>
                <a:solidFill>
                  <a:schemeClr val="tx1">
                    <a:tint val="75000"/>
                  </a:schemeClr>
                </a:solidFill>
              </a:defRPr>
            </a:lvl8pPr>
            <a:lvl9pPr marL="3657600" indent="0" algn="ctr">
              <a:buNone/>
              <a:defRPr>
                <a:solidFill>
                  <a:schemeClr val="tx1">
                    <a:tint val="75000"/>
                  </a:schemeClr>
                </a:solidFill>
              </a:defRPr>
            </a:lvl9pPr>
          </a:lstStyle>
          <a:p>
            <a:r>
              <a:rPr lang="en-US" dirty="0"/>
              <a:t>Click to edit Master subtitle style</a:t>
            </a:r>
          </a:p>
        </p:txBody>
      </p:sp>
      <p:pic>
        <p:nvPicPr>
          <p:cNvPr id="4" name="Picture 2" descr="Adaptive Map Logo">
            <a:extLst>
              <a:ext uri="{FF2B5EF4-FFF2-40B4-BE49-F238E27FC236}">
                <a16:creationId xmlns:a16="http://schemas.microsoft.com/office/drawing/2014/main" id="{47EE881C-8EE7-446C-91D5-BB734D80EE09}"/>
              </a:ext>
            </a:extLst>
          </p:cNvPr>
          <p:cNvPicPr>
            <a:picLocks noChangeAspect="1" noChangeArrowheads="1"/>
          </p:cNvPicPr>
          <p:nvPr userDrawn="1"/>
        </p:nvPicPr>
        <p:blipFill>
          <a:blip r:embed="rId2">
            <a:extLst>
              <a:ext uri="{28A0092B-C50C-407E-A947-70E740481C1C}">
                <a14:useLocalDpi xmlns:a14="http://schemas.microsoft.com/office/drawing/2010/main" val="0"/>
              </a:ext>
            </a:extLst>
          </a:blip>
          <a:srcRect/>
          <a:stretch>
            <a:fillRect/>
          </a:stretch>
        </p:blipFill>
        <p:spPr bwMode="auto">
          <a:xfrm>
            <a:off x="3048000" y="5089525"/>
            <a:ext cx="3048000" cy="762000"/>
          </a:xfrm>
          <a:prstGeom prst="rect">
            <a:avLst/>
          </a:prstGeom>
          <a:noFill/>
          <a:extLst>
            <a:ext uri="{909E8E84-426E-40DD-AFC4-6F175D3DCCD1}">
              <a14:hiddenFill xmlns:a14="http://schemas.microsoft.com/office/drawing/2010/main">
                <a:solidFill>
                  <a:srgbClr val="FFFFFF"/>
                </a:solidFill>
              </a14:hiddenFill>
            </a:ext>
          </a:extLst>
        </p:spPr>
      </p:pic>
      <p:sp>
        <p:nvSpPr>
          <p:cNvPr id="5" name="Subtitle 2">
            <a:extLst>
              <a:ext uri="{FF2B5EF4-FFF2-40B4-BE49-F238E27FC236}">
                <a16:creationId xmlns:a16="http://schemas.microsoft.com/office/drawing/2014/main" id="{DEDE0CC1-27C1-4221-84FE-9FC7EEBDE843}"/>
              </a:ext>
            </a:extLst>
          </p:cNvPr>
          <p:cNvSpPr txBox="1">
            <a:spLocks/>
          </p:cNvSpPr>
          <p:nvPr userDrawn="1"/>
        </p:nvSpPr>
        <p:spPr>
          <a:xfrm>
            <a:off x="2019300" y="5943600"/>
            <a:ext cx="5105400" cy="762000"/>
          </a:xfrm>
          <a:prstGeom prst="rect">
            <a:avLst/>
          </a:prstGeom>
        </p:spPr>
        <p:txBody>
          <a:bodyPr vert="horz" lIns="91440" tIns="45720" rIns="91440" bIns="45720" rtlCol="0">
            <a:normAutofit/>
          </a:bodyPr>
          <a:lstStyle>
            <a:lvl1pPr marL="0" indent="0" algn="ctr" defTabSz="914400" rtl="0" eaLnBrk="1" latinLnBrk="0" hangingPunct="1">
              <a:spcBef>
                <a:spcPct val="20000"/>
              </a:spcBef>
              <a:buFont typeface="Arial" panose="020B0604020202020204" pitchFamily="34" charset="0"/>
              <a:buNone/>
              <a:defRPr sz="3200" kern="1200">
                <a:solidFill>
                  <a:schemeClr val="tx1">
                    <a:tint val="75000"/>
                  </a:schemeClr>
                </a:solidFill>
                <a:latin typeface="+mn-lt"/>
                <a:ea typeface="+mn-ea"/>
                <a:cs typeface="+mn-cs"/>
              </a:defRPr>
            </a:lvl1pPr>
            <a:lvl2pPr marL="457200" indent="0" algn="ctr" defTabSz="914400" rtl="0" eaLnBrk="1" latinLnBrk="0" hangingPunct="1">
              <a:spcBef>
                <a:spcPct val="20000"/>
              </a:spcBef>
              <a:buFont typeface="Arial" panose="020B0604020202020204" pitchFamily="34" charset="0"/>
              <a:buNone/>
              <a:defRPr sz="2800" kern="1200">
                <a:solidFill>
                  <a:schemeClr val="tx1">
                    <a:tint val="75000"/>
                  </a:schemeClr>
                </a:solidFill>
                <a:latin typeface="+mn-lt"/>
                <a:ea typeface="+mn-ea"/>
                <a:cs typeface="+mn-cs"/>
              </a:defRPr>
            </a:lvl2pPr>
            <a:lvl3pPr marL="914400" indent="0" algn="ctr" defTabSz="914400" rtl="0" eaLnBrk="1" latinLnBrk="0" hangingPunct="1">
              <a:spcBef>
                <a:spcPct val="20000"/>
              </a:spcBef>
              <a:buFont typeface="Arial" panose="020B0604020202020204" pitchFamily="34" charset="0"/>
              <a:buNone/>
              <a:defRPr sz="2400" kern="1200">
                <a:solidFill>
                  <a:schemeClr val="tx1">
                    <a:tint val="75000"/>
                  </a:schemeClr>
                </a:solidFill>
                <a:latin typeface="+mn-lt"/>
                <a:ea typeface="+mn-ea"/>
                <a:cs typeface="+mn-cs"/>
              </a:defRPr>
            </a:lvl3pPr>
            <a:lvl4pPr marL="1371600" indent="0" algn="ctr" defTabSz="914400" rtl="0" eaLnBrk="1" latinLnBrk="0" hangingPunct="1">
              <a:spcBef>
                <a:spcPct val="20000"/>
              </a:spcBef>
              <a:buFont typeface="Arial" panose="020B0604020202020204" pitchFamily="34" charset="0"/>
              <a:buNone/>
              <a:defRPr sz="2000" kern="1200">
                <a:solidFill>
                  <a:schemeClr val="tx1">
                    <a:tint val="75000"/>
                  </a:schemeClr>
                </a:solidFill>
                <a:latin typeface="+mn-lt"/>
                <a:ea typeface="+mn-ea"/>
                <a:cs typeface="+mn-cs"/>
              </a:defRPr>
            </a:lvl4pPr>
            <a:lvl5pPr marL="1828800" indent="0" algn="ctr" defTabSz="914400" rtl="0" eaLnBrk="1" latinLnBrk="0" hangingPunct="1">
              <a:spcBef>
                <a:spcPct val="20000"/>
              </a:spcBef>
              <a:buFont typeface="Arial" panose="020B0604020202020204" pitchFamily="34" charset="0"/>
              <a:buNone/>
              <a:defRPr sz="2000" kern="1200">
                <a:solidFill>
                  <a:schemeClr val="tx1">
                    <a:tint val="75000"/>
                  </a:schemeClr>
                </a:solidFill>
                <a:latin typeface="+mn-lt"/>
                <a:ea typeface="+mn-ea"/>
                <a:cs typeface="+mn-cs"/>
              </a:defRPr>
            </a:lvl5pPr>
            <a:lvl6pPr marL="2286000" indent="0" algn="ctr" defTabSz="914400" rtl="0" eaLnBrk="1" latinLnBrk="0" hangingPunct="1">
              <a:spcBef>
                <a:spcPct val="20000"/>
              </a:spcBef>
              <a:buFont typeface="Arial" panose="020B0604020202020204" pitchFamily="34" charset="0"/>
              <a:buNone/>
              <a:defRPr sz="2000" kern="1200">
                <a:solidFill>
                  <a:schemeClr val="tx1">
                    <a:tint val="75000"/>
                  </a:schemeClr>
                </a:solidFill>
                <a:latin typeface="+mn-lt"/>
                <a:ea typeface="+mn-ea"/>
                <a:cs typeface="+mn-cs"/>
              </a:defRPr>
            </a:lvl6pPr>
            <a:lvl7pPr marL="2743200" indent="0" algn="ctr" defTabSz="914400" rtl="0" eaLnBrk="1" latinLnBrk="0" hangingPunct="1">
              <a:spcBef>
                <a:spcPct val="20000"/>
              </a:spcBef>
              <a:buFont typeface="Arial" panose="020B0604020202020204" pitchFamily="34" charset="0"/>
              <a:buNone/>
              <a:defRPr sz="2000" kern="1200">
                <a:solidFill>
                  <a:schemeClr val="tx1">
                    <a:tint val="75000"/>
                  </a:schemeClr>
                </a:solidFill>
                <a:latin typeface="+mn-lt"/>
                <a:ea typeface="+mn-ea"/>
                <a:cs typeface="+mn-cs"/>
              </a:defRPr>
            </a:lvl7pPr>
            <a:lvl8pPr marL="3200400" indent="0" algn="ctr" defTabSz="914400" rtl="0" eaLnBrk="1" latinLnBrk="0" hangingPunct="1">
              <a:spcBef>
                <a:spcPct val="20000"/>
              </a:spcBef>
              <a:buFont typeface="Arial" panose="020B0604020202020204" pitchFamily="34" charset="0"/>
              <a:buNone/>
              <a:defRPr sz="2000" kern="1200">
                <a:solidFill>
                  <a:schemeClr val="tx1">
                    <a:tint val="75000"/>
                  </a:schemeClr>
                </a:solidFill>
                <a:latin typeface="+mn-lt"/>
                <a:ea typeface="+mn-ea"/>
                <a:cs typeface="+mn-cs"/>
              </a:defRPr>
            </a:lvl8pPr>
            <a:lvl9pPr marL="3657600" indent="0" algn="ctr" defTabSz="914400" rtl="0" eaLnBrk="1" latinLnBrk="0" hangingPunct="1">
              <a:spcBef>
                <a:spcPct val="20000"/>
              </a:spcBef>
              <a:buFont typeface="Arial" panose="020B0604020202020204" pitchFamily="34" charset="0"/>
              <a:buNone/>
              <a:defRPr sz="2000" kern="1200">
                <a:solidFill>
                  <a:schemeClr val="tx1">
                    <a:tint val="75000"/>
                  </a:schemeClr>
                </a:solidFill>
                <a:latin typeface="+mn-lt"/>
                <a:ea typeface="+mn-ea"/>
                <a:cs typeface="+mn-cs"/>
              </a:defRPr>
            </a:lvl9pPr>
          </a:lstStyle>
          <a:p>
            <a:r>
              <a:rPr lang="en-US" sz="2400" dirty="0"/>
              <a:t>mechanicsmap.psu.edu</a:t>
            </a:r>
          </a:p>
        </p:txBody>
      </p:sp>
    </p:spTree>
    <p:extLst>
      <p:ext uri="{BB962C8B-B14F-4D97-AF65-F5344CB8AC3E}">
        <p14:creationId xmlns:p14="http://schemas.microsoft.com/office/powerpoint/2010/main" val="2509048009"/>
      </p:ext>
    </p:extLst>
  </p:cSld>
  <p:clrMapOvr>
    <a:overrideClrMapping bg1="lt1" tx1="dk1" bg2="lt2" tx2="dk2" accent1="accent1" accent2="accent2" accent3="accent3" accent4="accent4" accent5="accent5" accent6="accent6" hlink="hlink" folHlink="folHlink"/>
  </p:clrMapOvr>
</p:sldLayout>
</file>

<file path=ppt/slideLayouts/slideLayout2.xml><?xml version="1.0" encoding="utf-8"?>
<p:sldLayout xmlns:a="http://schemas.openxmlformats.org/drawingml/2006/main" xmlns:r="http://schemas.openxmlformats.org/officeDocument/2006/relationships" xmlns:p="http://schemas.openxmlformats.org/presentationml/2006/main" type="obj" preserve="1">
  <p:cSld name="Title and Content">
    <p:spTree>
      <p:nvGrpSpPr>
        <p:cNvPr id="1" name=""/>
        <p:cNvGrpSpPr/>
        <p:nvPr/>
      </p:nvGrpSpPr>
      <p:grpSpPr>
        <a:xfrm>
          <a:off x="0" y="0"/>
          <a:ext cx="0" cy="0"/>
          <a:chOff x="0" y="0"/>
          <a:chExt cx="0" cy="0"/>
        </a:xfrm>
      </p:grpSpPr>
      <p:sp>
        <p:nvSpPr>
          <p:cNvPr id="2" name="Title 1"/>
          <p:cNvSpPr>
            <a:spLocks noGrp="1"/>
          </p:cNvSpPr>
          <p:nvPr>
            <p:ph type="title"/>
          </p:nvPr>
        </p:nvSpPr>
        <p:spPr>
          <a:xfrm>
            <a:off x="457200" y="274638"/>
            <a:ext cx="8229600" cy="1143000"/>
          </a:xfrm>
        </p:spPr>
        <p:txBody>
          <a:bodyPr/>
          <a:lstStyle>
            <a:lvl1pPr>
              <a:defRPr>
                <a:solidFill>
                  <a:schemeClr val="tx1"/>
                </a:solidFill>
              </a:defRPr>
            </a:lvl1pPr>
          </a:lstStyle>
          <a:p>
            <a:r>
              <a:rPr lang="en-US" dirty="0"/>
              <a:t>Click to edit Master title style</a:t>
            </a:r>
          </a:p>
        </p:txBody>
      </p:sp>
      <p:sp>
        <p:nvSpPr>
          <p:cNvPr id="3" name="Content Placeholder 2"/>
          <p:cNvSpPr>
            <a:spLocks noGrp="1"/>
          </p:cNvSpPr>
          <p:nvPr>
            <p:ph idx="1"/>
          </p:nvPr>
        </p:nvSpPr>
        <p:spPr/>
        <p:txBody>
          <a:bodyPr/>
          <a:lstStyle>
            <a:lvl1pPr>
              <a:defRPr>
                <a:solidFill>
                  <a:schemeClr val="tx1"/>
                </a:solidFill>
              </a:defRPr>
            </a:lvl1pPr>
            <a:lvl2pPr>
              <a:defRPr>
                <a:solidFill>
                  <a:schemeClr val="tx1"/>
                </a:solidFill>
              </a:defRPr>
            </a:lvl2pPr>
            <a:lvl3pPr>
              <a:defRPr>
                <a:solidFill>
                  <a:schemeClr val="tx1"/>
                </a:solidFill>
              </a:defRPr>
            </a:lvl3pPr>
            <a:lvl4pPr>
              <a:defRPr>
                <a:solidFill>
                  <a:schemeClr val="tx1"/>
                </a:solidFill>
              </a:defRPr>
            </a:lvl4pPr>
            <a:lvl5pPr>
              <a:defRPr>
                <a:solidFill>
                  <a:schemeClr val="tx1"/>
                </a:solidFill>
              </a:defRPr>
            </a:lvl5pPr>
          </a:lstStyle>
          <a:p>
            <a:pPr lvl="0"/>
            <a:r>
              <a:rPr lang="en-US" dirty="0"/>
              <a:t>Click to edit Master text styles</a:t>
            </a:r>
          </a:p>
          <a:p>
            <a:pPr lvl="1"/>
            <a:r>
              <a:rPr lang="en-US" dirty="0"/>
              <a:t>Second level</a:t>
            </a:r>
          </a:p>
          <a:p>
            <a:pPr lvl="2"/>
            <a:r>
              <a:rPr lang="en-US" dirty="0"/>
              <a:t>Third level</a:t>
            </a:r>
          </a:p>
          <a:p>
            <a:pPr lvl="3"/>
            <a:r>
              <a:rPr lang="en-US" dirty="0"/>
              <a:t>Fourth level</a:t>
            </a:r>
          </a:p>
          <a:p>
            <a:pPr lvl="4"/>
            <a:r>
              <a:rPr lang="en-US" dirty="0"/>
              <a:t>Fifth level</a:t>
            </a:r>
          </a:p>
        </p:txBody>
      </p:sp>
      <p:sp>
        <p:nvSpPr>
          <p:cNvPr id="6" name="Slide Number Placeholder 5"/>
          <p:cNvSpPr>
            <a:spLocks noGrp="1"/>
          </p:cNvSpPr>
          <p:nvPr>
            <p:ph type="sldNum" sz="quarter" idx="12"/>
          </p:nvPr>
        </p:nvSpPr>
        <p:spPr/>
        <p:txBody>
          <a:bodyPr/>
          <a:lstStyle>
            <a:lvl1pPr>
              <a:defRPr>
                <a:solidFill>
                  <a:schemeClr val="accent1">
                    <a:lumMod val="50000"/>
                  </a:schemeClr>
                </a:solidFill>
              </a:defRPr>
            </a:lvl1pPr>
          </a:lstStyle>
          <a:p>
            <a:fld id="{929262FE-7F58-4A1E-8AF3-5A510A86DEBD}" type="slidenum">
              <a:rPr lang="en-US" smtClean="0"/>
              <a:t>‹#›</a:t>
            </a:fld>
            <a:endParaRPr lang="en-US"/>
          </a:p>
        </p:txBody>
      </p:sp>
    </p:spTree>
    <p:extLst>
      <p:ext uri="{BB962C8B-B14F-4D97-AF65-F5344CB8AC3E}">
        <p14:creationId xmlns:p14="http://schemas.microsoft.com/office/powerpoint/2010/main" val="744047057"/>
      </p:ext>
    </p:extLst>
  </p:cSld>
  <p:clrMapOvr>
    <a:masterClrMapping/>
  </p:clrMapOvr>
</p:sldLayout>
</file>

<file path=ppt/slideLayouts/slideLayout3.xml><?xml version="1.0" encoding="utf-8"?>
<p:sldLayout xmlns:a="http://schemas.openxmlformats.org/drawingml/2006/main" xmlns:r="http://schemas.openxmlformats.org/officeDocument/2006/relationships" xmlns:p="http://schemas.openxmlformats.org/presentationml/2006/main" type="secHead" preserve="1">
  <p:cSld name="Section Header">
    <p:spTree>
      <p:nvGrpSpPr>
        <p:cNvPr id="1" name=""/>
        <p:cNvGrpSpPr/>
        <p:nvPr/>
      </p:nvGrpSpPr>
      <p:grpSpPr>
        <a:xfrm>
          <a:off x="0" y="0"/>
          <a:ext cx="0" cy="0"/>
          <a:chOff x="0" y="0"/>
          <a:chExt cx="0" cy="0"/>
        </a:xfrm>
      </p:grpSpPr>
      <p:sp>
        <p:nvSpPr>
          <p:cNvPr id="2" name="Title 1"/>
          <p:cNvSpPr>
            <a:spLocks noGrp="1"/>
          </p:cNvSpPr>
          <p:nvPr>
            <p:ph type="title"/>
          </p:nvPr>
        </p:nvSpPr>
        <p:spPr>
          <a:xfrm>
            <a:off x="722313" y="4406900"/>
            <a:ext cx="7772400" cy="1362075"/>
          </a:xfrm>
        </p:spPr>
        <p:txBody>
          <a:bodyPr anchor="t"/>
          <a:lstStyle>
            <a:lvl1pPr algn="l">
              <a:defRPr sz="4000" b="1" cap="all"/>
            </a:lvl1pPr>
          </a:lstStyle>
          <a:p>
            <a:r>
              <a:rPr lang="en-US"/>
              <a:t>Click to edit Master title style</a:t>
            </a:r>
          </a:p>
        </p:txBody>
      </p:sp>
      <p:sp>
        <p:nvSpPr>
          <p:cNvPr id="3" name="Text Placeholder 2"/>
          <p:cNvSpPr>
            <a:spLocks noGrp="1"/>
          </p:cNvSpPr>
          <p:nvPr>
            <p:ph type="body" idx="1"/>
          </p:nvPr>
        </p:nvSpPr>
        <p:spPr>
          <a:xfrm>
            <a:off x="722313" y="2906713"/>
            <a:ext cx="7772400" cy="1500187"/>
          </a:xfrm>
        </p:spPr>
        <p:txBody>
          <a:bodyPr anchor="b"/>
          <a:lstStyle>
            <a:lvl1pPr marL="0" indent="0">
              <a:buNone/>
              <a:defRPr sz="2000">
                <a:solidFill>
                  <a:schemeClr val="tx1">
                    <a:tint val="75000"/>
                  </a:schemeClr>
                </a:solidFill>
              </a:defRPr>
            </a:lvl1pPr>
            <a:lvl2pPr marL="457200" indent="0">
              <a:buNone/>
              <a:defRPr sz="1800">
                <a:solidFill>
                  <a:schemeClr val="tx1">
                    <a:tint val="75000"/>
                  </a:schemeClr>
                </a:solidFill>
              </a:defRPr>
            </a:lvl2pPr>
            <a:lvl3pPr marL="914400" indent="0">
              <a:buNone/>
              <a:defRPr sz="1600">
                <a:solidFill>
                  <a:schemeClr val="tx1">
                    <a:tint val="75000"/>
                  </a:schemeClr>
                </a:solidFill>
              </a:defRPr>
            </a:lvl3pPr>
            <a:lvl4pPr marL="1371600" indent="0">
              <a:buNone/>
              <a:defRPr sz="1400">
                <a:solidFill>
                  <a:schemeClr val="tx1">
                    <a:tint val="75000"/>
                  </a:schemeClr>
                </a:solidFill>
              </a:defRPr>
            </a:lvl4pPr>
            <a:lvl5pPr marL="1828800" indent="0">
              <a:buNone/>
              <a:defRPr sz="1400">
                <a:solidFill>
                  <a:schemeClr val="tx1">
                    <a:tint val="75000"/>
                  </a:schemeClr>
                </a:solidFill>
              </a:defRPr>
            </a:lvl5pPr>
            <a:lvl6pPr marL="2286000" indent="0">
              <a:buNone/>
              <a:defRPr sz="1400">
                <a:solidFill>
                  <a:schemeClr val="tx1">
                    <a:tint val="75000"/>
                  </a:schemeClr>
                </a:solidFill>
              </a:defRPr>
            </a:lvl6pPr>
            <a:lvl7pPr marL="2743200" indent="0">
              <a:buNone/>
              <a:defRPr sz="1400">
                <a:solidFill>
                  <a:schemeClr val="tx1">
                    <a:tint val="75000"/>
                  </a:schemeClr>
                </a:solidFill>
              </a:defRPr>
            </a:lvl7pPr>
            <a:lvl8pPr marL="3200400" indent="0">
              <a:buNone/>
              <a:defRPr sz="1400">
                <a:solidFill>
                  <a:schemeClr val="tx1">
                    <a:tint val="75000"/>
                  </a:schemeClr>
                </a:solidFill>
              </a:defRPr>
            </a:lvl8pPr>
            <a:lvl9pPr marL="3657600" indent="0">
              <a:buNone/>
              <a:defRPr sz="1400">
                <a:solidFill>
                  <a:schemeClr val="tx1">
                    <a:tint val="75000"/>
                  </a:schemeClr>
                </a:solidFill>
              </a:defRPr>
            </a:lvl9pPr>
          </a:lstStyle>
          <a:p>
            <a:pPr lvl="0"/>
            <a:r>
              <a:rPr lang="en-US"/>
              <a:t>Click to edit Master text styles</a:t>
            </a:r>
          </a:p>
        </p:txBody>
      </p:sp>
      <p:sp>
        <p:nvSpPr>
          <p:cNvPr id="6" name="Slide Number Placeholder 5"/>
          <p:cNvSpPr>
            <a:spLocks noGrp="1"/>
          </p:cNvSpPr>
          <p:nvPr>
            <p:ph type="sldNum" sz="quarter" idx="12"/>
          </p:nvPr>
        </p:nvSpPr>
        <p:spPr/>
        <p:txBody>
          <a:bodyPr/>
          <a:lstStyle/>
          <a:p>
            <a:fld id="{929262FE-7F58-4A1E-8AF3-5A510A86DEBD}" type="slidenum">
              <a:rPr lang="en-US" smtClean="0"/>
              <a:t>‹#›</a:t>
            </a:fld>
            <a:endParaRPr lang="en-US"/>
          </a:p>
        </p:txBody>
      </p:sp>
    </p:spTree>
    <p:extLst>
      <p:ext uri="{BB962C8B-B14F-4D97-AF65-F5344CB8AC3E}">
        <p14:creationId xmlns:p14="http://schemas.microsoft.com/office/powerpoint/2010/main" val="1643210637"/>
      </p:ext>
    </p:extLst>
  </p:cSld>
  <p:clrMapOvr>
    <a:masterClrMapping/>
  </p:clrMapOvr>
</p:sldLayout>
</file>

<file path=ppt/slideLayouts/slideLayout4.xml><?xml version="1.0" encoding="utf-8"?>
<p:sldLayout xmlns:a="http://schemas.openxmlformats.org/drawingml/2006/main" xmlns:r="http://schemas.openxmlformats.org/officeDocument/2006/relationships" xmlns:p="http://schemas.openxmlformats.org/presentationml/2006/main" type="twoObj" preserve="1">
  <p:cSld name="Two Content">
    <p:spTree>
      <p:nvGrpSpPr>
        <p:cNvPr id="1" name=""/>
        <p:cNvGrpSpPr/>
        <p:nvPr/>
      </p:nvGrpSpPr>
      <p:grpSpPr>
        <a:xfrm>
          <a:off x="0" y="0"/>
          <a:ext cx="0" cy="0"/>
          <a:chOff x="0" y="0"/>
          <a:chExt cx="0" cy="0"/>
        </a:xfrm>
      </p:grpSpPr>
      <p:sp>
        <p:nvSpPr>
          <p:cNvPr id="2" name="Title 1"/>
          <p:cNvSpPr>
            <a:spLocks noGrp="1"/>
          </p:cNvSpPr>
          <p:nvPr>
            <p:ph type="title"/>
          </p:nvPr>
        </p:nvSpPr>
        <p:spPr/>
        <p:txBody>
          <a:bodyPr/>
          <a:lstStyle/>
          <a:p>
            <a:r>
              <a:rPr lang="en-US"/>
              <a:t>Click to edit Master title style</a:t>
            </a:r>
          </a:p>
        </p:txBody>
      </p:sp>
      <p:sp>
        <p:nvSpPr>
          <p:cNvPr id="3" name="Content Placeholder 2"/>
          <p:cNvSpPr>
            <a:spLocks noGrp="1"/>
          </p:cNvSpPr>
          <p:nvPr>
            <p:ph sz="half" idx="1"/>
          </p:nvPr>
        </p:nvSpPr>
        <p:spPr>
          <a:xfrm>
            <a:off x="457200" y="1600200"/>
            <a:ext cx="4038600" cy="4525963"/>
          </a:xfrm>
        </p:spPr>
        <p:txBody>
          <a:bodyPr/>
          <a:lstStyle>
            <a:lvl1pPr>
              <a:defRPr sz="2800"/>
            </a:lvl1pPr>
            <a:lvl2pPr>
              <a:defRPr sz="2400"/>
            </a:lvl2pPr>
            <a:lvl3pPr>
              <a:defRPr sz="2000"/>
            </a:lvl3pPr>
            <a:lvl4pPr>
              <a:defRPr sz="1800"/>
            </a:lvl4pPr>
            <a:lvl5pPr>
              <a:defRPr sz="1800"/>
            </a:lvl5pPr>
            <a:lvl6pPr>
              <a:defRPr sz="1800"/>
            </a:lvl6pPr>
            <a:lvl7pPr>
              <a:defRPr sz="1800"/>
            </a:lvl7pPr>
            <a:lvl8pPr>
              <a:defRPr sz="1800"/>
            </a:lvl8pPr>
            <a:lvl9pPr>
              <a:defRPr sz="1800"/>
            </a:lvl9pPr>
          </a:lstStyle>
          <a:p>
            <a:pPr lvl="0"/>
            <a:r>
              <a:rPr lang="en-US"/>
              <a:t>Click to edit Master text styles</a:t>
            </a:r>
          </a:p>
          <a:p>
            <a:pPr lvl="1"/>
            <a:r>
              <a:rPr lang="en-US"/>
              <a:t>Second level</a:t>
            </a:r>
          </a:p>
          <a:p>
            <a:pPr lvl="2"/>
            <a:r>
              <a:rPr lang="en-US"/>
              <a:t>Third level</a:t>
            </a:r>
          </a:p>
          <a:p>
            <a:pPr lvl="3"/>
            <a:r>
              <a:rPr lang="en-US"/>
              <a:t>Fourth level</a:t>
            </a:r>
          </a:p>
          <a:p>
            <a:pPr lvl="4"/>
            <a:r>
              <a:rPr lang="en-US"/>
              <a:t>Fifth level</a:t>
            </a:r>
          </a:p>
        </p:txBody>
      </p:sp>
      <p:sp>
        <p:nvSpPr>
          <p:cNvPr id="4" name="Content Placeholder 3"/>
          <p:cNvSpPr>
            <a:spLocks noGrp="1"/>
          </p:cNvSpPr>
          <p:nvPr>
            <p:ph sz="half" idx="2"/>
          </p:nvPr>
        </p:nvSpPr>
        <p:spPr>
          <a:xfrm>
            <a:off x="4648200" y="1600200"/>
            <a:ext cx="4038600" cy="4525963"/>
          </a:xfrm>
        </p:spPr>
        <p:txBody>
          <a:bodyPr/>
          <a:lstStyle>
            <a:lvl1pPr>
              <a:defRPr sz="2800"/>
            </a:lvl1pPr>
            <a:lvl2pPr>
              <a:defRPr sz="2400"/>
            </a:lvl2pPr>
            <a:lvl3pPr>
              <a:defRPr sz="2000"/>
            </a:lvl3pPr>
            <a:lvl4pPr>
              <a:defRPr sz="1800"/>
            </a:lvl4pPr>
            <a:lvl5pPr>
              <a:defRPr sz="1800"/>
            </a:lvl5pPr>
            <a:lvl6pPr>
              <a:defRPr sz="1800"/>
            </a:lvl6pPr>
            <a:lvl7pPr>
              <a:defRPr sz="1800"/>
            </a:lvl7pPr>
            <a:lvl8pPr>
              <a:defRPr sz="1800"/>
            </a:lvl8pPr>
            <a:lvl9pPr>
              <a:defRPr sz="1800"/>
            </a:lvl9pPr>
          </a:lstStyle>
          <a:p>
            <a:pPr lvl="0"/>
            <a:r>
              <a:rPr lang="en-US"/>
              <a:t>Click to edit Master text styles</a:t>
            </a:r>
          </a:p>
          <a:p>
            <a:pPr lvl="1"/>
            <a:r>
              <a:rPr lang="en-US"/>
              <a:t>Second level</a:t>
            </a:r>
          </a:p>
          <a:p>
            <a:pPr lvl="2"/>
            <a:r>
              <a:rPr lang="en-US"/>
              <a:t>Third level</a:t>
            </a:r>
          </a:p>
          <a:p>
            <a:pPr lvl="3"/>
            <a:r>
              <a:rPr lang="en-US"/>
              <a:t>Fourth level</a:t>
            </a:r>
          </a:p>
          <a:p>
            <a:pPr lvl="4"/>
            <a:r>
              <a:rPr lang="en-US"/>
              <a:t>Fifth level</a:t>
            </a:r>
          </a:p>
        </p:txBody>
      </p:sp>
      <p:sp>
        <p:nvSpPr>
          <p:cNvPr id="5" name="Date Placeholder 4"/>
          <p:cNvSpPr>
            <a:spLocks noGrp="1"/>
          </p:cNvSpPr>
          <p:nvPr>
            <p:ph type="dt" sz="half" idx="10"/>
          </p:nvPr>
        </p:nvSpPr>
        <p:spPr>
          <a:xfrm>
            <a:off x="457200" y="6356350"/>
            <a:ext cx="2133600" cy="365125"/>
          </a:xfrm>
          <a:prstGeom prst="rect">
            <a:avLst/>
          </a:prstGeom>
        </p:spPr>
        <p:txBody>
          <a:bodyPr/>
          <a:lstStyle/>
          <a:p>
            <a:endParaRPr lang="en-US"/>
          </a:p>
        </p:txBody>
      </p:sp>
      <p:sp>
        <p:nvSpPr>
          <p:cNvPr id="6" name="Footer Placeholder 5"/>
          <p:cNvSpPr>
            <a:spLocks noGrp="1"/>
          </p:cNvSpPr>
          <p:nvPr>
            <p:ph type="ftr" sz="quarter" idx="11"/>
          </p:nvPr>
        </p:nvSpPr>
        <p:spPr>
          <a:xfrm>
            <a:off x="3124200" y="6356350"/>
            <a:ext cx="2895600" cy="365125"/>
          </a:xfrm>
          <a:prstGeom prst="rect">
            <a:avLst/>
          </a:prstGeom>
        </p:spPr>
        <p:txBody>
          <a:bodyPr/>
          <a:lstStyle/>
          <a:p>
            <a:endParaRPr lang="en-US"/>
          </a:p>
        </p:txBody>
      </p:sp>
      <p:sp>
        <p:nvSpPr>
          <p:cNvPr id="7" name="Slide Number Placeholder 6"/>
          <p:cNvSpPr>
            <a:spLocks noGrp="1"/>
          </p:cNvSpPr>
          <p:nvPr>
            <p:ph type="sldNum" sz="quarter" idx="12"/>
          </p:nvPr>
        </p:nvSpPr>
        <p:spPr/>
        <p:txBody>
          <a:bodyPr/>
          <a:lstStyle/>
          <a:p>
            <a:fld id="{929262FE-7F58-4A1E-8AF3-5A510A86DEBD}" type="slidenum">
              <a:rPr lang="en-US" smtClean="0"/>
              <a:t>‹#›</a:t>
            </a:fld>
            <a:endParaRPr lang="en-US"/>
          </a:p>
        </p:txBody>
      </p:sp>
    </p:spTree>
    <p:extLst>
      <p:ext uri="{BB962C8B-B14F-4D97-AF65-F5344CB8AC3E}">
        <p14:creationId xmlns:p14="http://schemas.microsoft.com/office/powerpoint/2010/main" val="2213380730"/>
      </p:ext>
    </p:extLst>
  </p:cSld>
  <p:clrMapOvr>
    <a:masterClrMapping/>
  </p:clrMapOvr>
</p:sldLayout>
</file>

<file path=ppt/slideLayouts/slideLayout5.xml><?xml version="1.0" encoding="utf-8"?>
<p:sldLayout xmlns:a="http://schemas.openxmlformats.org/drawingml/2006/main" xmlns:r="http://schemas.openxmlformats.org/officeDocument/2006/relationships" xmlns:p="http://schemas.openxmlformats.org/presentationml/2006/main" type="twoTxTwoObj" preserve="1">
  <p:cSld name="Comparison">
    <p:spTree>
      <p:nvGrpSpPr>
        <p:cNvPr id="1" name=""/>
        <p:cNvGrpSpPr/>
        <p:nvPr/>
      </p:nvGrpSpPr>
      <p:grpSpPr>
        <a:xfrm>
          <a:off x="0" y="0"/>
          <a:ext cx="0" cy="0"/>
          <a:chOff x="0" y="0"/>
          <a:chExt cx="0" cy="0"/>
        </a:xfrm>
      </p:grpSpPr>
      <p:sp>
        <p:nvSpPr>
          <p:cNvPr id="2" name="Title 1"/>
          <p:cNvSpPr>
            <a:spLocks noGrp="1"/>
          </p:cNvSpPr>
          <p:nvPr>
            <p:ph type="title"/>
          </p:nvPr>
        </p:nvSpPr>
        <p:spPr/>
        <p:txBody>
          <a:bodyPr/>
          <a:lstStyle>
            <a:lvl1pPr>
              <a:defRPr/>
            </a:lvl1pPr>
          </a:lstStyle>
          <a:p>
            <a:r>
              <a:rPr lang="en-US"/>
              <a:t>Click to edit Master title style</a:t>
            </a:r>
          </a:p>
        </p:txBody>
      </p:sp>
      <p:sp>
        <p:nvSpPr>
          <p:cNvPr id="3" name="Text Placeholder 2"/>
          <p:cNvSpPr>
            <a:spLocks noGrp="1"/>
          </p:cNvSpPr>
          <p:nvPr>
            <p:ph type="body" idx="1"/>
          </p:nvPr>
        </p:nvSpPr>
        <p:spPr>
          <a:xfrm>
            <a:off x="457200" y="1535113"/>
            <a:ext cx="4040188" cy="639762"/>
          </a:xfrm>
        </p:spPr>
        <p:txBody>
          <a:bodyPr anchor="b"/>
          <a:lstStyle>
            <a:lvl1pPr marL="0" indent="0">
              <a:buNone/>
              <a:defRPr sz="2400" b="1"/>
            </a:lvl1pPr>
            <a:lvl2pPr marL="457200" indent="0">
              <a:buNone/>
              <a:defRPr sz="2000" b="1"/>
            </a:lvl2pPr>
            <a:lvl3pPr marL="914400" indent="0">
              <a:buNone/>
              <a:defRPr sz="1800" b="1"/>
            </a:lvl3pPr>
            <a:lvl4pPr marL="1371600" indent="0">
              <a:buNone/>
              <a:defRPr sz="1600" b="1"/>
            </a:lvl4pPr>
            <a:lvl5pPr marL="1828800" indent="0">
              <a:buNone/>
              <a:defRPr sz="1600" b="1"/>
            </a:lvl5pPr>
            <a:lvl6pPr marL="2286000" indent="0">
              <a:buNone/>
              <a:defRPr sz="1600" b="1"/>
            </a:lvl6pPr>
            <a:lvl7pPr marL="2743200" indent="0">
              <a:buNone/>
              <a:defRPr sz="1600" b="1"/>
            </a:lvl7pPr>
            <a:lvl8pPr marL="3200400" indent="0">
              <a:buNone/>
              <a:defRPr sz="1600" b="1"/>
            </a:lvl8pPr>
            <a:lvl9pPr marL="3657600" indent="0">
              <a:buNone/>
              <a:defRPr sz="1600" b="1"/>
            </a:lvl9pPr>
          </a:lstStyle>
          <a:p>
            <a:pPr lvl="0"/>
            <a:r>
              <a:rPr lang="en-US"/>
              <a:t>Click to edit Master text styles</a:t>
            </a:r>
          </a:p>
        </p:txBody>
      </p:sp>
      <p:sp>
        <p:nvSpPr>
          <p:cNvPr id="4" name="Content Placeholder 3"/>
          <p:cNvSpPr>
            <a:spLocks noGrp="1"/>
          </p:cNvSpPr>
          <p:nvPr>
            <p:ph sz="half" idx="2"/>
          </p:nvPr>
        </p:nvSpPr>
        <p:spPr>
          <a:xfrm>
            <a:off x="457200" y="2174875"/>
            <a:ext cx="4040188" cy="3951288"/>
          </a:xfrm>
        </p:spPr>
        <p:txBody>
          <a:bodyPr/>
          <a:lstStyle>
            <a:lvl1pPr>
              <a:defRPr sz="2400"/>
            </a:lvl1pPr>
            <a:lvl2pPr>
              <a:defRPr sz="2000"/>
            </a:lvl2pPr>
            <a:lvl3pPr>
              <a:defRPr sz="1800"/>
            </a:lvl3pPr>
            <a:lvl4pPr>
              <a:defRPr sz="1600"/>
            </a:lvl4pPr>
            <a:lvl5pPr>
              <a:defRPr sz="1600"/>
            </a:lvl5pPr>
            <a:lvl6pPr>
              <a:defRPr sz="1600"/>
            </a:lvl6pPr>
            <a:lvl7pPr>
              <a:defRPr sz="1600"/>
            </a:lvl7pPr>
            <a:lvl8pPr>
              <a:defRPr sz="1600"/>
            </a:lvl8pPr>
            <a:lvl9pPr>
              <a:defRPr sz="1600"/>
            </a:lvl9pPr>
          </a:lstStyle>
          <a:p>
            <a:pPr lvl="0"/>
            <a:r>
              <a:rPr lang="en-US"/>
              <a:t>Click to edit Master text styles</a:t>
            </a:r>
          </a:p>
          <a:p>
            <a:pPr lvl="1"/>
            <a:r>
              <a:rPr lang="en-US"/>
              <a:t>Second level</a:t>
            </a:r>
          </a:p>
          <a:p>
            <a:pPr lvl="2"/>
            <a:r>
              <a:rPr lang="en-US"/>
              <a:t>Third level</a:t>
            </a:r>
          </a:p>
          <a:p>
            <a:pPr lvl="3"/>
            <a:r>
              <a:rPr lang="en-US"/>
              <a:t>Fourth level</a:t>
            </a:r>
          </a:p>
          <a:p>
            <a:pPr lvl="4"/>
            <a:r>
              <a:rPr lang="en-US"/>
              <a:t>Fifth level</a:t>
            </a:r>
          </a:p>
        </p:txBody>
      </p:sp>
      <p:sp>
        <p:nvSpPr>
          <p:cNvPr id="5" name="Text Placeholder 4"/>
          <p:cNvSpPr>
            <a:spLocks noGrp="1"/>
          </p:cNvSpPr>
          <p:nvPr>
            <p:ph type="body" sz="quarter" idx="3"/>
          </p:nvPr>
        </p:nvSpPr>
        <p:spPr>
          <a:xfrm>
            <a:off x="4645025" y="1535113"/>
            <a:ext cx="4041775" cy="639762"/>
          </a:xfrm>
        </p:spPr>
        <p:txBody>
          <a:bodyPr anchor="b"/>
          <a:lstStyle>
            <a:lvl1pPr marL="0" indent="0">
              <a:buNone/>
              <a:defRPr sz="2400" b="1"/>
            </a:lvl1pPr>
            <a:lvl2pPr marL="457200" indent="0">
              <a:buNone/>
              <a:defRPr sz="2000" b="1"/>
            </a:lvl2pPr>
            <a:lvl3pPr marL="914400" indent="0">
              <a:buNone/>
              <a:defRPr sz="1800" b="1"/>
            </a:lvl3pPr>
            <a:lvl4pPr marL="1371600" indent="0">
              <a:buNone/>
              <a:defRPr sz="1600" b="1"/>
            </a:lvl4pPr>
            <a:lvl5pPr marL="1828800" indent="0">
              <a:buNone/>
              <a:defRPr sz="1600" b="1"/>
            </a:lvl5pPr>
            <a:lvl6pPr marL="2286000" indent="0">
              <a:buNone/>
              <a:defRPr sz="1600" b="1"/>
            </a:lvl6pPr>
            <a:lvl7pPr marL="2743200" indent="0">
              <a:buNone/>
              <a:defRPr sz="1600" b="1"/>
            </a:lvl7pPr>
            <a:lvl8pPr marL="3200400" indent="0">
              <a:buNone/>
              <a:defRPr sz="1600" b="1"/>
            </a:lvl8pPr>
            <a:lvl9pPr marL="3657600" indent="0">
              <a:buNone/>
              <a:defRPr sz="1600" b="1"/>
            </a:lvl9pPr>
          </a:lstStyle>
          <a:p>
            <a:pPr lvl="0"/>
            <a:r>
              <a:rPr lang="en-US"/>
              <a:t>Click to edit Master text styles</a:t>
            </a:r>
          </a:p>
        </p:txBody>
      </p:sp>
      <p:sp>
        <p:nvSpPr>
          <p:cNvPr id="6" name="Content Placeholder 5"/>
          <p:cNvSpPr>
            <a:spLocks noGrp="1"/>
          </p:cNvSpPr>
          <p:nvPr>
            <p:ph sz="quarter" idx="4"/>
          </p:nvPr>
        </p:nvSpPr>
        <p:spPr>
          <a:xfrm>
            <a:off x="4645025" y="2174875"/>
            <a:ext cx="4041775" cy="3951288"/>
          </a:xfrm>
        </p:spPr>
        <p:txBody>
          <a:bodyPr/>
          <a:lstStyle>
            <a:lvl1pPr>
              <a:defRPr sz="2400"/>
            </a:lvl1pPr>
            <a:lvl2pPr>
              <a:defRPr sz="2000"/>
            </a:lvl2pPr>
            <a:lvl3pPr>
              <a:defRPr sz="1800"/>
            </a:lvl3pPr>
            <a:lvl4pPr>
              <a:defRPr sz="1600"/>
            </a:lvl4pPr>
            <a:lvl5pPr>
              <a:defRPr sz="1600"/>
            </a:lvl5pPr>
            <a:lvl6pPr>
              <a:defRPr sz="1600"/>
            </a:lvl6pPr>
            <a:lvl7pPr>
              <a:defRPr sz="1600"/>
            </a:lvl7pPr>
            <a:lvl8pPr>
              <a:defRPr sz="1600"/>
            </a:lvl8pPr>
            <a:lvl9pPr>
              <a:defRPr sz="1600"/>
            </a:lvl9pPr>
          </a:lstStyle>
          <a:p>
            <a:pPr lvl="0"/>
            <a:r>
              <a:rPr lang="en-US"/>
              <a:t>Click to edit Master text styles</a:t>
            </a:r>
          </a:p>
          <a:p>
            <a:pPr lvl="1"/>
            <a:r>
              <a:rPr lang="en-US"/>
              <a:t>Second level</a:t>
            </a:r>
          </a:p>
          <a:p>
            <a:pPr lvl="2"/>
            <a:r>
              <a:rPr lang="en-US"/>
              <a:t>Third level</a:t>
            </a:r>
          </a:p>
          <a:p>
            <a:pPr lvl="3"/>
            <a:r>
              <a:rPr lang="en-US"/>
              <a:t>Fourth level</a:t>
            </a:r>
          </a:p>
          <a:p>
            <a:pPr lvl="4"/>
            <a:r>
              <a:rPr lang="en-US"/>
              <a:t>Fifth level</a:t>
            </a:r>
          </a:p>
        </p:txBody>
      </p:sp>
      <p:sp>
        <p:nvSpPr>
          <p:cNvPr id="7" name="Date Placeholder 6"/>
          <p:cNvSpPr>
            <a:spLocks noGrp="1"/>
          </p:cNvSpPr>
          <p:nvPr>
            <p:ph type="dt" sz="half" idx="10"/>
          </p:nvPr>
        </p:nvSpPr>
        <p:spPr>
          <a:xfrm>
            <a:off x="457200" y="6356350"/>
            <a:ext cx="2133600" cy="365125"/>
          </a:xfrm>
          <a:prstGeom prst="rect">
            <a:avLst/>
          </a:prstGeom>
        </p:spPr>
        <p:txBody>
          <a:bodyPr/>
          <a:lstStyle/>
          <a:p>
            <a:endParaRPr lang="en-US"/>
          </a:p>
        </p:txBody>
      </p:sp>
      <p:sp>
        <p:nvSpPr>
          <p:cNvPr id="8" name="Footer Placeholder 7"/>
          <p:cNvSpPr>
            <a:spLocks noGrp="1"/>
          </p:cNvSpPr>
          <p:nvPr>
            <p:ph type="ftr" sz="quarter" idx="11"/>
          </p:nvPr>
        </p:nvSpPr>
        <p:spPr>
          <a:xfrm>
            <a:off x="3124200" y="6356350"/>
            <a:ext cx="2895600" cy="365125"/>
          </a:xfrm>
          <a:prstGeom prst="rect">
            <a:avLst/>
          </a:prstGeom>
        </p:spPr>
        <p:txBody>
          <a:bodyPr/>
          <a:lstStyle/>
          <a:p>
            <a:endParaRPr lang="en-US"/>
          </a:p>
        </p:txBody>
      </p:sp>
      <p:sp>
        <p:nvSpPr>
          <p:cNvPr id="9" name="Slide Number Placeholder 8"/>
          <p:cNvSpPr>
            <a:spLocks noGrp="1"/>
          </p:cNvSpPr>
          <p:nvPr>
            <p:ph type="sldNum" sz="quarter" idx="12"/>
          </p:nvPr>
        </p:nvSpPr>
        <p:spPr/>
        <p:txBody>
          <a:bodyPr/>
          <a:lstStyle/>
          <a:p>
            <a:fld id="{929262FE-7F58-4A1E-8AF3-5A510A86DEBD}" type="slidenum">
              <a:rPr lang="en-US" smtClean="0"/>
              <a:t>‹#›</a:t>
            </a:fld>
            <a:endParaRPr lang="en-US"/>
          </a:p>
        </p:txBody>
      </p:sp>
    </p:spTree>
    <p:extLst>
      <p:ext uri="{BB962C8B-B14F-4D97-AF65-F5344CB8AC3E}">
        <p14:creationId xmlns:p14="http://schemas.microsoft.com/office/powerpoint/2010/main" val="4285172060"/>
      </p:ext>
    </p:extLst>
  </p:cSld>
  <p:clrMapOvr>
    <a:masterClrMapping/>
  </p:clrMapOvr>
</p:sldLayout>
</file>

<file path=ppt/slideLayouts/slideLayout6.xml><?xml version="1.0" encoding="utf-8"?>
<p:sldLayout xmlns:a="http://schemas.openxmlformats.org/drawingml/2006/main" xmlns:r="http://schemas.openxmlformats.org/officeDocument/2006/relationships" xmlns:p="http://schemas.openxmlformats.org/presentationml/2006/main" type="titleOnly" preserve="1">
  <p:cSld name="Title Only">
    <p:spTree>
      <p:nvGrpSpPr>
        <p:cNvPr id="1" name=""/>
        <p:cNvGrpSpPr/>
        <p:nvPr/>
      </p:nvGrpSpPr>
      <p:grpSpPr>
        <a:xfrm>
          <a:off x="0" y="0"/>
          <a:ext cx="0" cy="0"/>
          <a:chOff x="0" y="0"/>
          <a:chExt cx="0" cy="0"/>
        </a:xfrm>
      </p:grpSpPr>
      <p:sp>
        <p:nvSpPr>
          <p:cNvPr id="2" name="Title 1"/>
          <p:cNvSpPr>
            <a:spLocks noGrp="1"/>
          </p:cNvSpPr>
          <p:nvPr>
            <p:ph type="title"/>
          </p:nvPr>
        </p:nvSpPr>
        <p:spPr/>
        <p:txBody>
          <a:bodyPr/>
          <a:lstStyle/>
          <a:p>
            <a:r>
              <a:rPr lang="en-US"/>
              <a:t>Click to edit Master title style</a:t>
            </a:r>
          </a:p>
        </p:txBody>
      </p:sp>
      <p:sp>
        <p:nvSpPr>
          <p:cNvPr id="3" name="Date Placeholder 2"/>
          <p:cNvSpPr>
            <a:spLocks noGrp="1"/>
          </p:cNvSpPr>
          <p:nvPr>
            <p:ph type="dt" sz="half" idx="10"/>
          </p:nvPr>
        </p:nvSpPr>
        <p:spPr>
          <a:xfrm>
            <a:off x="457200" y="6356350"/>
            <a:ext cx="2133600" cy="365125"/>
          </a:xfrm>
          <a:prstGeom prst="rect">
            <a:avLst/>
          </a:prstGeom>
        </p:spPr>
        <p:txBody>
          <a:bodyPr/>
          <a:lstStyle/>
          <a:p>
            <a:endParaRPr lang="en-US"/>
          </a:p>
        </p:txBody>
      </p:sp>
      <p:sp>
        <p:nvSpPr>
          <p:cNvPr id="4" name="Footer Placeholder 3"/>
          <p:cNvSpPr>
            <a:spLocks noGrp="1"/>
          </p:cNvSpPr>
          <p:nvPr>
            <p:ph type="ftr" sz="quarter" idx="11"/>
          </p:nvPr>
        </p:nvSpPr>
        <p:spPr>
          <a:xfrm>
            <a:off x="3124200" y="6356350"/>
            <a:ext cx="2895600" cy="365125"/>
          </a:xfrm>
          <a:prstGeom prst="rect">
            <a:avLst/>
          </a:prstGeom>
        </p:spPr>
        <p:txBody>
          <a:bodyPr/>
          <a:lstStyle/>
          <a:p>
            <a:endParaRPr lang="en-US"/>
          </a:p>
        </p:txBody>
      </p:sp>
      <p:sp>
        <p:nvSpPr>
          <p:cNvPr id="5" name="Slide Number Placeholder 4"/>
          <p:cNvSpPr>
            <a:spLocks noGrp="1"/>
          </p:cNvSpPr>
          <p:nvPr>
            <p:ph type="sldNum" sz="quarter" idx="12"/>
          </p:nvPr>
        </p:nvSpPr>
        <p:spPr/>
        <p:txBody>
          <a:bodyPr/>
          <a:lstStyle/>
          <a:p>
            <a:fld id="{929262FE-7F58-4A1E-8AF3-5A510A86DEBD}" type="slidenum">
              <a:rPr lang="en-US" smtClean="0"/>
              <a:t>‹#›</a:t>
            </a:fld>
            <a:endParaRPr lang="en-US"/>
          </a:p>
        </p:txBody>
      </p:sp>
    </p:spTree>
    <p:extLst>
      <p:ext uri="{BB962C8B-B14F-4D97-AF65-F5344CB8AC3E}">
        <p14:creationId xmlns:p14="http://schemas.microsoft.com/office/powerpoint/2010/main" val="1246426871"/>
      </p:ext>
    </p:extLst>
  </p:cSld>
  <p:clrMapOvr>
    <a:masterClrMapping/>
  </p:clrMapOvr>
</p:sldLayout>
</file>

<file path=ppt/slideLayouts/slideLayout7.xml><?xml version="1.0" encoding="utf-8"?>
<p:sldLayout xmlns:a="http://schemas.openxmlformats.org/drawingml/2006/main" xmlns:r="http://schemas.openxmlformats.org/officeDocument/2006/relationships" xmlns:p="http://schemas.openxmlformats.org/presentationml/2006/main" type="blank" preserve="1">
  <p:cSld name="Blank">
    <p:spTree>
      <p:nvGrpSpPr>
        <p:cNvPr id="1" name=""/>
        <p:cNvGrpSpPr/>
        <p:nvPr/>
      </p:nvGrpSpPr>
      <p:grpSpPr>
        <a:xfrm>
          <a:off x="0" y="0"/>
          <a:ext cx="0" cy="0"/>
          <a:chOff x="0" y="0"/>
          <a:chExt cx="0" cy="0"/>
        </a:xfrm>
      </p:grpSpPr>
      <p:sp>
        <p:nvSpPr>
          <p:cNvPr id="2" name="Date Placeholder 1"/>
          <p:cNvSpPr>
            <a:spLocks noGrp="1"/>
          </p:cNvSpPr>
          <p:nvPr>
            <p:ph type="dt" sz="half" idx="10"/>
          </p:nvPr>
        </p:nvSpPr>
        <p:spPr>
          <a:xfrm>
            <a:off x="457200" y="6356350"/>
            <a:ext cx="2133600" cy="365125"/>
          </a:xfrm>
          <a:prstGeom prst="rect">
            <a:avLst/>
          </a:prstGeom>
        </p:spPr>
        <p:txBody>
          <a:bodyPr/>
          <a:lstStyle/>
          <a:p>
            <a:endParaRPr lang="en-US"/>
          </a:p>
        </p:txBody>
      </p:sp>
      <p:sp>
        <p:nvSpPr>
          <p:cNvPr id="3" name="Footer Placeholder 2"/>
          <p:cNvSpPr>
            <a:spLocks noGrp="1"/>
          </p:cNvSpPr>
          <p:nvPr>
            <p:ph type="ftr" sz="quarter" idx="11"/>
          </p:nvPr>
        </p:nvSpPr>
        <p:spPr>
          <a:xfrm>
            <a:off x="3124200" y="6356350"/>
            <a:ext cx="2895600" cy="365125"/>
          </a:xfrm>
          <a:prstGeom prst="rect">
            <a:avLst/>
          </a:prstGeom>
        </p:spPr>
        <p:txBody>
          <a:bodyPr/>
          <a:lstStyle/>
          <a:p>
            <a:endParaRPr lang="en-US"/>
          </a:p>
        </p:txBody>
      </p:sp>
      <p:sp>
        <p:nvSpPr>
          <p:cNvPr id="4" name="Slide Number Placeholder 3"/>
          <p:cNvSpPr>
            <a:spLocks noGrp="1"/>
          </p:cNvSpPr>
          <p:nvPr>
            <p:ph type="sldNum" sz="quarter" idx="12"/>
          </p:nvPr>
        </p:nvSpPr>
        <p:spPr/>
        <p:txBody>
          <a:bodyPr/>
          <a:lstStyle/>
          <a:p>
            <a:fld id="{929262FE-7F58-4A1E-8AF3-5A510A86DEBD}" type="slidenum">
              <a:rPr lang="en-US" smtClean="0"/>
              <a:t>‹#›</a:t>
            </a:fld>
            <a:endParaRPr lang="en-US"/>
          </a:p>
        </p:txBody>
      </p:sp>
    </p:spTree>
    <p:extLst>
      <p:ext uri="{BB962C8B-B14F-4D97-AF65-F5344CB8AC3E}">
        <p14:creationId xmlns:p14="http://schemas.microsoft.com/office/powerpoint/2010/main" val="3085011235"/>
      </p:ext>
    </p:extLst>
  </p:cSld>
  <p:clrMapOvr>
    <a:masterClrMapping/>
  </p:clrMapOvr>
</p:sldLayout>
</file>

<file path=ppt/slideLayouts/slideLayout8.xml><?xml version="1.0" encoding="utf-8"?>
<p:sldLayout xmlns:a="http://schemas.openxmlformats.org/drawingml/2006/main" xmlns:r="http://schemas.openxmlformats.org/officeDocument/2006/relationships" xmlns:p="http://schemas.openxmlformats.org/presentationml/2006/main" type="objTx" preserve="1">
  <p:cSld name="Content with Caption">
    <p:spTree>
      <p:nvGrpSpPr>
        <p:cNvPr id="1" name=""/>
        <p:cNvGrpSpPr/>
        <p:nvPr/>
      </p:nvGrpSpPr>
      <p:grpSpPr>
        <a:xfrm>
          <a:off x="0" y="0"/>
          <a:ext cx="0" cy="0"/>
          <a:chOff x="0" y="0"/>
          <a:chExt cx="0" cy="0"/>
        </a:xfrm>
      </p:grpSpPr>
      <p:sp>
        <p:nvSpPr>
          <p:cNvPr id="2" name="Title 1"/>
          <p:cNvSpPr>
            <a:spLocks noGrp="1"/>
          </p:cNvSpPr>
          <p:nvPr>
            <p:ph type="title"/>
          </p:nvPr>
        </p:nvSpPr>
        <p:spPr>
          <a:xfrm>
            <a:off x="457200" y="273050"/>
            <a:ext cx="3008313" cy="1162050"/>
          </a:xfrm>
        </p:spPr>
        <p:txBody>
          <a:bodyPr anchor="b"/>
          <a:lstStyle>
            <a:lvl1pPr algn="l">
              <a:defRPr sz="2000" b="1"/>
            </a:lvl1pPr>
          </a:lstStyle>
          <a:p>
            <a:r>
              <a:rPr lang="en-US"/>
              <a:t>Click to edit Master title style</a:t>
            </a:r>
          </a:p>
        </p:txBody>
      </p:sp>
      <p:sp>
        <p:nvSpPr>
          <p:cNvPr id="3" name="Content Placeholder 2"/>
          <p:cNvSpPr>
            <a:spLocks noGrp="1"/>
          </p:cNvSpPr>
          <p:nvPr>
            <p:ph idx="1"/>
          </p:nvPr>
        </p:nvSpPr>
        <p:spPr>
          <a:xfrm>
            <a:off x="3575050" y="273050"/>
            <a:ext cx="5111750" cy="5853113"/>
          </a:xfrm>
        </p:spPr>
        <p:txBody>
          <a:bodyPr/>
          <a:lstStyle>
            <a:lvl1pPr>
              <a:defRPr sz="3200"/>
            </a:lvl1pPr>
            <a:lvl2pPr>
              <a:defRPr sz="2800"/>
            </a:lvl2pPr>
            <a:lvl3pPr>
              <a:defRPr sz="2400"/>
            </a:lvl3pPr>
            <a:lvl4pPr>
              <a:defRPr sz="2000"/>
            </a:lvl4pPr>
            <a:lvl5pPr>
              <a:defRPr sz="2000"/>
            </a:lvl5pPr>
            <a:lvl6pPr>
              <a:defRPr sz="2000"/>
            </a:lvl6pPr>
            <a:lvl7pPr>
              <a:defRPr sz="2000"/>
            </a:lvl7pPr>
            <a:lvl8pPr>
              <a:defRPr sz="2000"/>
            </a:lvl8pPr>
            <a:lvl9pPr>
              <a:defRPr sz="2000"/>
            </a:lvl9pPr>
          </a:lstStyle>
          <a:p>
            <a:pPr lvl="0"/>
            <a:r>
              <a:rPr lang="en-US"/>
              <a:t>Click to edit Master text styles</a:t>
            </a:r>
          </a:p>
          <a:p>
            <a:pPr lvl="1"/>
            <a:r>
              <a:rPr lang="en-US"/>
              <a:t>Second level</a:t>
            </a:r>
          </a:p>
          <a:p>
            <a:pPr lvl="2"/>
            <a:r>
              <a:rPr lang="en-US"/>
              <a:t>Third level</a:t>
            </a:r>
          </a:p>
          <a:p>
            <a:pPr lvl="3"/>
            <a:r>
              <a:rPr lang="en-US"/>
              <a:t>Fourth level</a:t>
            </a:r>
          </a:p>
          <a:p>
            <a:pPr lvl="4"/>
            <a:r>
              <a:rPr lang="en-US"/>
              <a:t>Fifth level</a:t>
            </a:r>
          </a:p>
        </p:txBody>
      </p:sp>
      <p:sp>
        <p:nvSpPr>
          <p:cNvPr id="4" name="Text Placeholder 3"/>
          <p:cNvSpPr>
            <a:spLocks noGrp="1"/>
          </p:cNvSpPr>
          <p:nvPr>
            <p:ph type="body" sz="half" idx="2"/>
          </p:nvPr>
        </p:nvSpPr>
        <p:spPr>
          <a:xfrm>
            <a:off x="457200" y="1435100"/>
            <a:ext cx="3008313" cy="4691063"/>
          </a:xfrm>
        </p:spPr>
        <p:txBody>
          <a:bodyPr/>
          <a:lstStyle>
            <a:lvl1pPr marL="0" indent="0">
              <a:buNone/>
              <a:defRPr sz="1400"/>
            </a:lvl1pPr>
            <a:lvl2pPr marL="457200" indent="0">
              <a:buNone/>
              <a:defRPr sz="1200"/>
            </a:lvl2pPr>
            <a:lvl3pPr marL="914400" indent="0">
              <a:buNone/>
              <a:defRPr sz="1000"/>
            </a:lvl3pPr>
            <a:lvl4pPr marL="1371600" indent="0">
              <a:buNone/>
              <a:defRPr sz="900"/>
            </a:lvl4pPr>
            <a:lvl5pPr marL="1828800" indent="0">
              <a:buNone/>
              <a:defRPr sz="900"/>
            </a:lvl5pPr>
            <a:lvl6pPr marL="2286000" indent="0">
              <a:buNone/>
              <a:defRPr sz="900"/>
            </a:lvl6pPr>
            <a:lvl7pPr marL="2743200" indent="0">
              <a:buNone/>
              <a:defRPr sz="900"/>
            </a:lvl7pPr>
            <a:lvl8pPr marL="3200400" indent="0">
              <a:buNone/>
              <a:defRPr sz="900"/>
            </a:lvl8pPr>
            <a:lvl9pPr marL="3657600" indent="0">
              <a:buNone/>
              <a:defRPr sz="900"/>
            </a:lvl9pPr>
          </a:lstStyle>
          <a:p>
            <a:pPr lvl="0"/>
            <a:r>
              <a:rPr lang="en-US"/>
              <a:t>Click to edit Master text styles</a:t>
            </a:r>
          </a:p>
        </p:txBody>
      </p:sp>
      <p:sp>
        <p:nvSpPr>
          <p:cNvPr id="5" name="Date Placeholder 4"/>
          <p:cNvSpPr>
            <a:spLocks noGrp="1"/>
          </p:cNvSpPr>
          <p:nvPr>
            <p:ph type="dt" sz="half" idx="10"/>
          </p:nvPr>
        </p:nvSpPr>
        <p:spPr>
          <a:xfrm>
            <a:off x="457200" y="6356350"/>
            <a:ext cx="2133600" cy="365125"/>
          </a:xfrm>
          <a:prstGeom prst="rect">
            <a:avLst/>
          </a:prstGeom>
        </p:spPr>
        <p:txBody>
          <a:bodyPr/>
          <a:lstStyle/>
          <a:p>
            <a:endParaRPr lang="en-US"/>
          </a:p>
        </p:txBody>
      </p:sp>
      <p:sp>
        <p:nvSpPr>
          <p:cNvPr id="6" name="Footer Placeholder 5"/>
          <p:cNvSpPr>
            <a:spLocks noGrp="1"/>
          </p:cNvSpPr>
          <p:nvPr>
            <p:ph type="ftr" sz="quarter" idx="11"/>
          </p:nvPr>
        </p:nvSpPr>
        <p:spPr>
          <a:xfrm>
            <a:off x="3124200" y="6356350"/>
            <a:ext cx="2895600" cy="365125"/>
          </a:xfrm>
          <a:prstGeom prst="rect">
            <a:avLst/>
          </a:prstGeom>
        </p:spPr>
        <p:txBody>
          <a:bodyPr/>
          <a:lstStyle/>
          <a:p>
            <a:endParaRPr lang="en-US"/>
          </a:p>
        </p:txBody>
      </p:sp>
      <p:sp>
        <p:nvSpPr>
          <p:cNvPr id="7" name="Slide Number Placeholder 6"/>
          <p:cNvSpPr>
            <a:spLocks noGrp="1"/>
          </p:cNvSpPr>
          <p:nvPr>
            <p:ph type="sldNum" sz="quarter" idx="12"/>
          </p:nvPr>
        </p:nvSpPr>
        <p:spPr/>
        <p:txBody>
          <a:bodyPr/>
          <a:lstStyle/>
          <a:p>
            <a:fld id="{929262FE-7F58-4A1E-8AF3-5A510A86DEBD}" type="slidenum">
              <a:rPr lang="en-US" smtClean="0"/>
              <a:t>‹#›</a:t>
            </a:fld>
            <a:endParaRPr lang="en-US"/>
          </a:p>
        </p:txBody>
      </p:sp>
    </p:spTree>
    <p:extLst>
      <p:ext uri="{BB962C8B-B14F-4D97-AF65-F5344CB8AC3E}">
        <p14:creationId xmlns:p14="http://schemas.microsoft.com/office/powerpoint/2010/main" val="2317707819"/>
      </p:ext>
    </p:extLst>
  </p:cSld>
  <p:clrMapOvr>
    <a:masterClrMapping/>
  </p:clrMapOvr>
</p:sldLayout>
</file>

<file path=ppt/slideLayouts/slideLayout9.xml><?xml version="1.0" encoding="utf-8"?>
<p:sldLayout xmlns:a="http://schemas.openxmlformats.org/drawingml/2006/main" xmlns:r="http://schemas.openxmlformats.org/officeDocument/2006/relationships" xmlns:p="http://schemas.openxmlformats.org/presentationml/2006/main" type="picTx" preserve="1">
  <p:cSld name="Picture with Caption">
    <p:spTree>
      <p:nvGrpSpPr>
        <p:cNvPr id="1" name=""/>
        <p:cNvGrpSpPr/>
        <p:nvPr/>
      </p:nvGrpSpPr>
      <p:grpSpPr>
        <a:xfrm>
          <a:off x="0" y="0"/>
          <a:ext cx="0" cy="0"/>
          <a:chOff x="0" y="0"/>
          <a:chExt cx="0" cy="0"/>
        </a:xfrm>
      </p:grpSpPr>
      <p:sp>
        <p:nvSpPr>
          <p:cNvPr id="2" name="Title 1"/>
          <p:cNvSpPr>
            <a:spLocks noGrp="1"/>
          </p:cNvSpPr>
          <p:nvPr>
            <p:ph type="title"/>
          </p:nvPr>
        </p:nvSpPr>
        <p:spPr>
          <a:xfrm>
            <a:off x="1792288" y="4800600"/>
            <a:ext cx="5486400" cy="566738"/>
          </a:xfrm>
        </p:spPr>
        <p:txBody>
          <a:bodyPr anchor="b"/>
          <a:lstStyle>
            <a:lvl1pPr algn="l">
              <a:defRPr sz="2000" b="1"/>
            </a:lvl1pPr>
          </a:lstStyle>
          <a:p>
            <a:r>
              <a:rPr lang="en-US"/>
              <a:t>Click to edit Master title style</a:t>
            </a:r>
          </a:p>
        </p:txBody>
      </p:sp>
      <p:sp>
        <p:nvSpPr>
          <p:cNvPr id="3" name="Picture Placeholder 2"/>
          <p:cNvSpPr>
            <a:spLocks noGrp="1"/>
          </p:cNvSpPr>
          <p:nvPr>
            <p:ph type="pic" idx="1"/>
          </p:nvPr>
        </p:nvSpPr>
        <p:spPr>
          <a:xfrm>
            <a:off x="1792288" y="612775"/>
            <a:ext cx="5486400" cy="4114800"/>
          </a:xfrm>
        </p:spPr>
        <p:txBody>
          <a:bodyPr/>
          <a:lstStyle>
            <a:lvl1pPr marL="0" indent="0">
              <a:buNone/>
              <a:defRPr sz="3200"/>
            </a:lvl1pPr>
            <a:lvl2pPr marL="457200" indent="0">
              <a:buNone/>
              <a:defRPr sz="2800"/>
            </a:lvl2pPr>
            <a:lvl3pPr marL="914400" indent="0">
              <a:buNone/>
              <a:defRPr sz="2400"/>
            </a:lvl3pPr>
            <a:lvl4pPr marL="1371600" indent="0">
              <a:buNone/>
              <a:defRPr sz="2000"/>
            </a:lvl4pPr>
            <a:lvl5pPr marL="1828800" indent="0">
              <a:buNone/>
              <a:defRPr sz="2000"/>
            </a:lvl5pPr>
            <a:lvl6pPr marL="2286000" indent="0">
              <a:buNone/>
              <a:defRPr sz="2000"/>
            </a:lvl6pPr>
            <a:lvl7pPr marL="2743200" indent="0">
              <a:buNone/>
              <a:defRPr sz="2000"/>
            </a:lvl7pPr>
            <a:lvl8pPr marL="3200400" indent="0">
              <a:buNone/>
              <a:defRPr sz="2000"/>
            </a:lvl8pPr>
            <a:lvl9pPr marL="3657600" indent="0">
              <a:buNone/>
              <a:defRPr sz="2000"/>
            </a:lvl9pPr>
          </a:lstStyle>
          <a:p>
            <a:r>
              <a:rPr lang="en-US"/>
              <a:t>Click icon to add picture</a:t>
            </a:r>
          </a:p>
        </p:txBody>
      </p:sp>
      <p:sp>
        <p:nvSpPr>
          <p:cNvPr id="4" name="Text Placeholder 3"/>
          <p:cNvSpPr>
            <a:spLocks noGrp="1"/>
          </p:cNvSpPr>
          <p:nvPr>
            <p:ph type="body" sz="half" idx="2"/>
          </p:nvPr>
        </p:nvSpPr>
        <p:spPr>
          <a:xfrm>
            <a:off x="1792288" y="5367338"/>
            <a:ext cx="5486400" cy="804862"/>
          </a:xfrm>
        </p:spPr>
        <p:txBody>
          <a:bodyPr/>
          <a:lstStyle>
            <a:lvl1pPr marL="0" indent="0">
              <a:buNone/>
              <a:defRPr sz="1400"/>
            </a:lvl1pPr>
            <a:lvl2pPr marL="457200" indent="0">
              <a:buNone/>
              <a:defRPr sz="1200"/>
            </a:lvl2pPr>
            <a:lvl3pPr marL="914400" indent="0">
              <a:buNone/>
              <a:defRPr sz="1000"/>
            </a:lvl3pPr>
            <a:lvl4pPr marL="1371600" indent="0">
              <a:buNone/>
              <a:defRPr sz="900"/>
            </a:lvl4pPr>
            <a:lvl5pPr marL="1828800" indent="0">
              <a:buNone/>
              <a:defRPr sz="900"/>
            </a:lvl5pPr>
            <a:lvl6pPr marL="2286000" indent="0">
              <a:buNone/>
              <a:defRPr sz="900"/>
            </a:lvl6pPr>
            <a:lvl7pPr marL="2743200" indent="0">
              <a:buNone/>
              <a:defRPr sz="900"/>
            </a:lvl7pPr>
            <a:lvl8pPr marL="3200400" indent="0">
              <a:buNone/>
              <a:defRPr sz="900"/>
            </a:lvl8pPr>
            <a:lvl9pPr marL="3657600" indent="0">
              <a:buNone/>
              <a:defRPr sz="900"/>
            </a:lvl9pPr>
          </a:lstStyle>
          <a:p>
            <a:pPr lvl="0"/>
            <a:r>
              <a:rPr lang="en-US"/>
              <a:t>Click to edit Master text styles</a:t>
            </a:r>
          </a:p>
        </p:txBody>
      </p:sp>
      <p:sp>
        <p:nvSpPr>
          <p:cNvPr id="5" name="Date Placeholder 4"/>
          <p:cNvSpPr>
            <a:spLocks noGrp="1"/>
          </p:cNvSpPr>
          <p:nvPr>
            <p:ph type="dt" sz="half" idx="10"/>
          </p:nvPr>
        </p:nvSpPr>
        <p:spPr>
          <a:xfrm>
            <a:off x="457200" y="6356350"/>
            <a:ext cx="2133600" cy="365125"/>
          </a:xfrm>
          <a:prstGeom prst="rect">
            <a:avLst/>
          </a:prstGeom>
        </p:spPr>
        <p:txBody>
          <a:bodyPr/>
          <a:lstStyle/>
          <a:p>
            <a:endParaRPr lang="en-US"/>
          </a:p>
        </p:txBody>
      </p:sp>
      <p:sp>
        <p:nvSpPr>
          <p:cNvPr id="6" name="Footer Placeholder 5"/>
          <p:cNvSpPr>
            <a:spLocks noGrp="1"/>
          </p:cNvSpPr>
          <p:nvPr>
            <p:ph type="ftr" sz="quarter" idx="11"/>
          </p:nvPr>
        </p:nvSpPr>
        <p:spPr>
          <a:xfrm>
            <a:off x="3124200" y="6356350"/>
            <a:ext cx="2895600" cy="365125"/>
          </a:xfrm>
          <a:prstGeom prst="rect">
            <a:avLst/>
          </a:prstGeom>
        </p:spPr>
        <p:txBody>
          <a:bodyPr/>
          <a:lstStyle/>
          <a:p>
            <a:endParaRPr lang="en-US"/>
          </a:p>
        </p:txBody>
      </p:sp>
      <p:sp>
        <p:nvSpPr>
          <p:cNvPr id="7" name="Slide Number Placeholder 6"/>
          <p:cNvSpPr>
            <a:spLocks noGrp="1"/>
          </p:cNvSpPr>
          <p:nvPr>
            <p:ph type="sldNum" sz="quarter" idx="12"/>
          </p:nvPr>
        </p:nvSpPr>
        <p:spPr/>
        <p:txBody>
          <a:bodyPr/>
          <a:lstStyle/>
          <a:p>
            <a:fld id="{929262FE-7F58-4A1E-8AF3-5A510A86DEBD}" type="slidenum">
              <a:rPr lang="en-US" smtClean="0"/>
              <a:t>‹#›</a:t>
            </a:fld>
            <a:endParaRPr lang="en-US"/>
          </a:p>
        </p:txBody>
      </p:sp>
    </p:spTree>
    <p:extLst>
      <p:ext uri="{BB962C8B-B14F-4D97-AF65-F5344CB8AC3E}">
        <p14:creationId xmlns:p14="http://schemas.microsoft.com/office/powerpoint/2010/main" val="7316920"/>
      </p:ext>
    </p:extLst>
  </p:cSld>
  <p:clrMapOvr>
    <a:masterClrMapping/>
  </p:clrMapOvr>
</p:sldLayout>
</file>

<file path=ppt/slideLayouts/slideLayout10.xml><?xml version="1.0" encoding="utf-8"?>
<p:sldLayout xmlns:a="http://schemas.openxmlformats.org/drawingml/2006/main" xmlns:r="http://schemas.openxmlformats.org/officeDocument/2006/relationships" xmlns:p="http://schemas.openxmlformats.org/presentationml/2006/main" type="vertTx" preserve="1">
  <p:cSld name="Title and Vertical Text">
    <p:spTree>
      <p:nvGrpSpPr>
        <p:cNvPr id="1" name=""/>
        <p:cNvGrpSpPr/>
        <p:nvPr/>
      </p:nvGrpSpPr>
      <p:grpSpPr>
        <a:xfrm>
          <a:off x="0" y="0"/>
          <a:ext cx="0" cy="0"/>
          <a:chOff x="0" y="0"/>
          <a:chExt cx="0" cy="0"/>
        </a:xfrm>
      </p:grpSpPr>
      <p:sp>
        <p:nvSpPr>
          <p:cNvPr id="2" name="Title 1"/>
          <p:cNvSpPr>
            <a:spLocks noGrp="1"/>
          </p:cNvSpPr>
          <p:nvPr>
            <p:ph type="title"/>
          </p:nvPr>
        </p:nvSpPr>
        <p:spPr/>
        <p:txBody>
          <a:bodyPr/>
          <a:lstStyle/>
          <a:p>
            <a:r>
              <a:rPr lang="en-US"/>
              <a:t>Click to edit Master title style</a:t>
            </a:r>
          </a:p>
        </p:txBody>
      </p:sp>
      <p:sp>
        <p:nvSpPr>
          <p:cNvPr id="3" name="Vertical Text Placeholder 2"/>
          <p:cNvSpPr>
            <a:spLocks noGrp="1"/>
          </p:cNvSpPr>
          <p:nvPr>
            <p:ph type="body" orient="vert" idx="1"/>
          </p:nvPr>
        </p:nvSpPr>
        <p:spPr/>
        <p:txBody>
          <a:bodyPr vert="eaVert"/>
          <a:lstStyle/>
          <a:p>
            <a:pPr lvl="0"/>
            <a:r>
              <a:rPr lang="en-US"/>
              <a:t>Click to edit Master text styles</a:t>
            </a:r>
          </a:p>
          <a:p>
            <a:pPr lvl="1"/>
            <a:r>
              <a:rPr lang="en-US"/>
              <a:t>Second level</a:t>
            </a:r>
          </a:p>
          <a:p>
            <a:pPr lvl="2"/>
            <a:r>
              <a:rPr lang="en-US"/>
              <a:t>Third level</a:t>
            </a:r>
          </a:p>
          <a:p>
            <a:pPr lvl="3"/>
            <a:r>
              <a:rPr lang="en-US"/>
              <a:t>Fourth level</a:t>
            </a:r>
          </a:p>
          <a:p>
            <a:pPr lvl="4"/>
            <a:r>
              <a:rPr lang="en-US"/>
              <a:t>Fifth level</a:t>
            </a:r>
          </a:p>
        </p:txBody>
      </p:sp>
      <p:sp>
        <p:nvSpPr>
          <p:cNvPr id="4" name="Date Placeholder 3"/>
          <p:cNvSpPr>
            <a:spLocks noGrp="1"/>
          </p:cNvSpPr>
          <p:nvPr>
            <p:ph type="dt" sz="half" idx="10"/>
          </p:nvPr>
        </p:nvSpPr>
        <p:spPr>
          <a:xfrm>
            <a:off x="457200" y="6356350"/>
            <a:ext cx="2133600" cy="365125"/>
          </a:xfrm>
          <a:prstGeom prst="rect">
            <a:avLst/>
          </a:prstGeom>
        </p:spPr>
        <p:txBody>
          <a:bodyPr/>
          <a:lstStyle/>
          <a:p>
            <a:endParaRPr lang="en-US"/>
          </a:p>
        </p:txBody>
      </p:sp>
      <p:sp>
        <p:nvSpPr>
          <p:cNvPr id="5" name="Footer Placeholder 4"/>
          <p:cNvSpPr>
            <a:spLocks noGrp="1"/>
          </p:cNvSpPr>
          <p:nvPr>
            <p:ph type="ftr" sz="quarter" idx="11"/>
          </p:nvPr>
        </p:nvSpPr>
        <p:spPr>
          <a:xfrm>
            <a:off x="3124200" y="6356350"/>
            <a:ext cx="2895600" cy="365125"/>
          </a:xfrm>
          <a:prstGeom prst="rect">
            <a:avLst/>
          </a:prstGeom>
        </p:spPr>
        <p:txBody>
          <a:bodyPr/>
          <a:lstStyle/>
          <a:p>
            <a:endParaRPr lang="en-US"/>
          </a:p>
        </p:txBody>
      </p:sp>
      <p:sp>
        <p:nvSpPr>
          <p:cNvPr id="6" name="Slide Number Placeholder 5"/>
          <p:cNvSpPr>
            <a:spLocks noGrp="1"/>
          </p:cNvSpPr>
          <p:nvPr>
            <p:ph type="sldNum" sz="quarter" idx="12"/>
          </p:nvPr>
        </p:nvSpPr>
        <p:spPr/>
        <p:txBody>
          <a:bodyPr/>
          <a:lstStyle/>
          <a:p>
            <a:fld id="{929262FE-7F58-4A1E-8AF3-5A510A86DEBD}" type="slidenum">
              <a:rPr lang="en-US" smtClean="0"/>
              <a:t>‹#›</a:t>
            </a:fld>
            <a:endParaRPr lang="en-US"/>
          </a:p>
        </p:txBody>
      </p:sp>
    </p:spTree>
    <p:extLst>
      <p:ext uri="{BB962C8B-B14F-4D97-AF65-F5344CB8AC3E}">
        <p14:creationId xmlns:p14="http://schemas.microsoft.com/office/powerpoint/2010/main" val="3085812729"/>
      </p:ext>
    </p:extLst>
  </p:cSld>
  <p:clrMapOvr>
    <a:masterClrMapping/>
  </p:clrMapOvr>
</p:sldLayout>
</file>

<file path=ppt/slideLayouts/slideLayout11.xml><?xml version="1.0" encoding="utf-8"?>
<p:sldLayout xmlns:a="http://schemas.openxmlformats.org/drawingml/2006/main" xmlns:r="http://schemas.openxmlformats.org/officeDocument/2006/relationships" xmlns:p="http://schemas.openxmlformats.org/presentationml/2006/main" type="vertTitleAndTx" preserve="1">
  <p:cSld name="Vertical Title and Text">
    <p:spTree>
      <p:nvGrpSpPr>
        <p:cNvPr id="1" name=""/>
        <p:cNvGrpSpPr/>
        <p:nvPr/>
      </p:nvGrpSpPr>
      <p:grpSpPr>
        <a:xfrm>
          <a:off x="0" y="0"/>
          <a:ext cx="0" cy="0"/>
          <a:chOff x="0" y="0"/>
          <a:chExt cx="0" cy="0"/>
        </a:xfrm>
      </p:grpSpPr>
      <p:sp>
        <p:nvSpPr>
          <p:cNvPr id="2" name="Vertical Title 1"/>
          <p:cNvSpPr>
            <a:spLocks noGrp="1"/>
          </p:cNvSpPr>
          <p:nvPr>
            <p:ph type="title" orient="vert"/>
          </p:nvPr>
        </p:nvSpPr>
        <p:spPr>
          <a:xfrm>
            <a:off x="6629400" y="274638"/>
            <a:ext cx="2057400" cy="5851525"/>
          </a:xfrm>
        </p:spPr>
        <p:txBody>
          <a:bodyPr vert="eaVert"/>
          <a:lstStyle/>
          <a:p>
            <a:r>
              <a:rPr lang="en-US"/>
              <a:t>Click to edit Master title style</a:t>
            </a:r>
          </a:p>
        </p:txBody>
      </p:sp>
      <p:sp>
        <p:nvSpPr>
          <p:cNvPr id="3" name="Vertical Text Placeholder 2"/>
          <p:cNvSpPr>
            <a:spLocks noGrp="1"/>
          </p:cNvSpPr>
          <p:nvPr>
            <p:ph type="body" orient="vert" idx="1"/>
          </p:nvPr>
        </p:nvSpPr>
        <p:spPr>
          <a:xfrm>
            <a:off x="457200" y="274638"/>
            <a:ext cx="6019800" cy="5851525"/>
          </a:xfrm>
        </p:spPr>
        <p:txBody>
          <a:bodyPr vert="eaVert"/>
          <a:lstStyle/>
          <a:p>
            <a:pPr lvl="0"/>
            <a:r>
              <a:rPr lang="en-US"/>
              <a:t>Click to edit Master text styles</a:t>
            </a:r>
          </a:p>
          <a:p>
            <a:pPr lvl="1"/>
            <a:r>
              <a:rPr lang="en-US"/>
              <a:t>Second level</a:t>
            </a:r>
          </a:p>
          <a:p>
            <a:pPr lvl="2"/>
            <a:r>
              <a:rPr lang="en-US"/>
              <a:t>Third level</a:t>
            </a:r>
          </a:p>
          <a:p>
            <a:pPr lvl="3"/>
            <a:r>
              <a:rPr lang="en-US"/>
              <a:t>Fourth level</a:t>
            </a:r>
          </a:p>
          <a:p>
            <a:pPr lvl="4"/>
            <a:r>
              <a:rPr lang="en-US"/>
              <a:t>Fifth level</a:t>
            </a:r>
          </a:p>
        </p:txBody>
      </p:sp>
      <p:sp>
        <p:nvSpPr>
          <p:cNvPr id="4" name="Date Placeholder 3"/>
          <p:cNvSpPr>
            <a:spLocks noGrp="1"/>
          </p:cNvSpPr>
          <p:nvPr>
            <p:ph type="dt" sz="half" idx="10"/>
          </p:nvPr>
        </p:nvSpPr>
        <p:spPr>
          <a:xfrm>
            <a:off x="457200" y="6356350"/>
            <a:ext cx="2133600" cy="365125"/>
          </a:xfrm>
          <a:prstGeom prst="rect">
            <a:avLst/>
          </a:prstGeom>
        </p:spPr>
        <p:txBody>
          <a:bodyPr/>
          <a:lstStyle/>
          <a:p>
            <a:endParaRPr lang="en-US"/>
          </a:p>
        </p:txBody>
      </p:sp>
      <p:sp>
        <p:nvSpPr>
          <p:cNvPr id="5" name="Footer Placeholder 4"/>
          <p:cNvSpPr>
            <a:spLocks noGrp="1"/>
          </p:cNvSpPr>
          <p:nvPr>
            <p:ph type="ftr" sz="quarter" idx="11"/>
          </p:nvPr>
        </p:nvSpPr>
        <p:spPr>
          <a:xfrm>
            <a:off x="3124200" y="6356350"/>
            <a:ext cx="2895600" cy="365125"/>
          </a:xfrm>
          <a:prstGeom prst="rect">
            <a:avLst/>
          </a:prstGeom>
        </p:spPr>
        <p:txBody>
          <a:bodyPr/>
          <a:lstStyle/>
          <a:p>
            <a:endParaRPr lang="en-US"/>
          </a:p>
        </p:txBody>
      </p:sp>
      <p:sp>
        <p:nvSpPr>
          <p:cNvPr id="6" name="Slide Number Placeholder 5"/>
          <p:cNvSpPr>
            <a:spLocks noGrp="1"/>
          </p:cNvSpPr>
          <p:nvPr>
            <p:ph type="sldNum" sz="quarter" idx="12"/>
          </p:nvPr>
        </p:nvSpPr>
        <p:spPr/>
        <p:txBody>
          <a:bodyPr/>
          <a:lstStyle/>
          <a:p>
            <a:fld id="{929262FE-7F58-4A1E-8AF3-5A510A86DEBD}" type="slidenum">
              <a:rPr lang="en-US" smtClean="0"/>
              <a:t>‹#›</a:t>
            </a:fld>
            <a:endParaRPr lang="en-US"/>
          </a:p>
        </p:txBody>
      </p:sp>
    </p:spTree>
    <p:extLst>
      <p:ext uri="{BB962C8B-B14F-4D97-AF65-F5344CB8AC3E}">
        <p14:creationId xmlns:p14="http://schemas.microsoft.com/office/powerpoint/2010/main" val="2061013209"/>
      </p:ext>
    </p:extLst>
  </p:cSld>
  <p:clrMapOvr>
    <a:masterClrMapping/>
  </p:clrMapOvr>
</p:sldLayout>
</file>

<file path=ppt/slideMasters/_rels/slideMaster1.xml.rels><?xml version="1.0" encoding="UTF-8" standalone="yes"?>
<Relationships xmlns="http://schemas.openxmlformats.org/package/2006/relationships"><Relationship Id="rId8" Type="http://schemas.openxmlformats.org/officeDocument/2006/relationships/slideLayout" Target="../slideLayouts/slideLayout8.xml"/><Relationship Id="rId3" Type="http://schemas.openxmlformats.org/officeDocument/2006/relationships/slideLayout" Target="../slideLayouts/slideLayout3.xml"/><Relationship Id="rId7" Type="http://schemas.openxmlformats.org/officeDocument/2006/relationships/slideLayout" Target="../slideLayouts/slideLayout7.xml"/><Relationship Id="rId12" Type="http://schemas.openxmlformats.org/officeDocument/2006/relationships/theme" Target="../theme/theme1.xml"/><Relationship Id="rId2" Type="http://schemas.openxmlformats.org/officeDocument/2006/relationships/slideLayout" Target="../slideLayouts/slideLayout2.xml"/><Relationship Id="rId1" Type="http://schemas.openxmlformats.org/officeDocument/2006/relationships/slideLayout" Target="../slideLayouts/slideLayout1.xml"/><Relationship Id="rId6" Type="http://schemas.openxmlformats.org/officeDocument/2006/relationships/slideLayout" Target="../slideLayouts/slideLayout6.xml"/><Relationship Id="rId11" Type="http://schemas.openxmlformats.org/officeDocument/2006/relationships/slideLayout" Target="../slideLayouts/slideLayout11.xml"/><Relationship Id="rId5" Type="http://schemas.openxmlformats.org/officeDocument/2006/relationships/slideLayout" Target="../slideLayouts/slideLayout5.xml"/><Relationship Id="rId10" Type="http://schemas.openxmlformats.org/officeDocument/2006/relationships/slideLayout" Target="../slideLayouts/slideLayout10.xml"/><Relationship Id="rId4" Type="http://schemas.openxmlformats.org/officeDocument/2006/relationships/slideLayout" Target="../slideLayouts/slideLayout4.xml"/><Relationship Id="rId9" Type="http://schemas.openxmlformats.org/officeDocument/2006/relationships/slideLayout" Target="../slideLayouts/slideLayout9.xml"/></Relationships>
</file>

<file path=ppt/slideMasters/slideMaster1.xml><?xml version="1.0" encoding="utf-8"?>
<p:sldMaster xmlns:a="http://schemas.openxmlformats.org/drawingml/2006/main" xmlns:r="http://schemas.openxmlformats.org/officeDocument/2006/relationships" xmlns:p="http://schemas.openxmlformats.org/presentationml/2006/main">
  <p:cSld>
    <p:bg>
      <p:bgRef idx="1001">
        <a:schemeClr val="bg1"/>
      </p:bgRef>
    </p:bg>
    <p:spTree>
      <p:nvGrpSpPr>
        <p:cNvPr id="1" name=""/>
        <p:cNvGrpSpPr/>
        <p:nvPr/>
      </p:nvGrpSpPr>
      <p:grpSpPr>
        <a:xfrm>
          <a:off x="0" y="0"/>
          <a:ext cx="0" cy="0"/>
          <a:chOff x="0" y="0"/>
          <a:chExt cx="0" cy="0"/>
        </a:xfrm>
      </p:grpSpPr>
      <p:sp>
        <p:nvSpPr>
          <p:cNvPr id="2" name="Title Placeholder 1"/>
          <p:cNvSpPr>
            <a:spLocks noGrp="1"/>
          </p:cNvSpPr>
          <p:nvPr>
            <p:ph type="title"/>
          </p:nvPr>
        </p:nvSpPr>
        <p:spPr>
          <a:xfrm>
            <a:off x="457200" y="274638"/>
            <a:ext cx="8229600" cy="1143000"/>
          </a:xfrm>
          <a:prstGeom prst="rect">
            <a:avLst/>
          </a:prstGeom>
        </p:spPr>
        <p:txBody>
          <a:bodyPr vert="horz" lIns="91440" tIns="45720" rIns="91440" bIns="45720" rtlCol="0" anchor="ctr">
            <a:normAutofit/>
          </a:bodyPr>
          <a:lstStyle/>
          <a:p>
            <a:r>
              <a:rPr lang="en-US"/>
              <a:t>Click to edit Master title style</a:t>
            </a:r>
            <a:endParaRPr lang="en-US" dirty="0"/>
          </a:p>
        </p:txBody>
      </p:sp>
      <p:sp>
        <p:nvSpPr>
          <p:cNvPr id="3" name="Text Placeholder 2"/>
          <p:cNvSpPr>
            <a:spLocks noGrp="1"/>
          </p:cNvSpPr>
          <p:nvPr>
            <p:ph type="body" idx="1"/>
          </p:nvPr>
        </p:nvSpPr>
        <p:spPr>
          <a:xfrm>
            <a:off x="457200" y="1600200"/>
            <a:ext cx="8229600" cy="4525963"/>
          </a:xfrm>
          <a:prstGeom prst="rect">
            <a:avLst/>
          </a:prstGeom>
        </p:spPr>
        <p:txBody>
          <a:bodyPr vert="horz" lIns="91440" tIns="45720" rIns="91440" bIns="45720" rtlCol="0">
            <a:normAutofit/>
          </a:bodyPr>
          <a:lstStyle/>
          <a:p>
            <a:pPr lvl="0"/>
            <a:r>
              <a:rPr lang="en-US"/>
              <a:t>Click to edit Master text styles</a:t>
            </a:r>
          </a:p>
          <a:p>
            <a:pPr lvl="1"/>
            <a:r>
              <a:rPr lang="en-US"/>
              <a:t>Second level</a:t>
            </a:r>
          </a:p>
          <a:p>
            <a:pPr lvl="2"/>
            <a:r>
              <a:rPr lang="en-US"/>
              <a:t>Third level</a:t>
            </a:r>
          </a:p>
          <a:p>
            <a:pPr lvl="3"/>
            <a:r>
              <a:rPr lang="en-US"/>
              <a:t>Fourth level</a:t>
            </a:r>
          </a:p>
          <a:p>
            <a:pPr lvl="4"/>
            <a:r>
              <a:rPr lang="en-US"/>
              <a:t>Fifth level</a:t>
            </a:r>
            <a:endParaRPr lang="en-US" dirty="0"/>
          </a:p>
        </p:txBody>
      </p:sp>
      <p:sp>
        <p:nvSpPr>
          <p:cNvPr id="6" name="Slide Number Placeholder 5"/>
          <p:cNvSpPr>
            <a:spLocks noGrp="1"/>
          </p:cNvSpPr>
          <p:nvPr>
            <p:ph type="sldNum" sz="quarter" idx="4"/>
          </p:nvPr>
        </p:nvSpPr>
        <p:spPr>
          <a:xfrm>
            <a:off x="6553200" y="6356350"/>
            <a:ext cx="2133600" cy="365125"/>
          </a:xfrm>
          <a:prstGeom prst="rect">
            <a:avLst/>
          </a:prstGeom>
        </p:spPr>
        <p:txBody>
          <a:bodyPr vert="horz" lIns="91440" tIns="45720" rIns="91440" bIns="45720" rtlCol="0" anchor="ctr"/>
          <a:lstStyle>
            <a:lvl1pPr algn="r">
              <a:defRPr sz="1200">
                <a:solidFill>
                  <a:schemeClr val="tx1">
                    <a:tint val="75000"/>
                  </a:schemeClr>
                </a:solidFill>
              </a:defRPr>
            </a:lvl1pPr>
          </a:lstStyle>
          <a:p>
            <a:fld id="{929262FE-7F58-4A1E-8AF3-5A510A86DEBD}" type="slidenum">
              <a:rPr lang="en-US" smtClean="0"/>
              <a:t>‹#›</a:t>
            </a:fld>
            <a:endParaRPr lang="en-US"/>
          </a:p>
        </p:txBody>
      </p:sp>
    </p:spTree>
    <p:extLst>
      <p:ext uri="{BB962C8B-B14F-4D97-AF65-F5344CB8AC3E}">
        <p14:creationId xmlns:p14="http://schemas.microsoft.com/office/powerpoint/2010/main" val="3784105439"/>
      </p:ext>
    </p:extLst>
  </p:cSld>
  <p:clrMap bg1="lt1" tx1="dk1" bg2="lt2" tx2="dk2" accent1="accent1" accent2="accent2" accent3="accent3" accent4="accent4" accent5="accent5" accent6="accent6" hlink="hlink" folHlink="folHlink"/>
  <p:sldLayoutIdLst>
    <p:sldLayoutId id="2147483661" r:id="rId1"/>
    <p:sldLayoutId id="2147483662" r:id="rId2"/>
    <p:sldLayoutId id="2147483663" r:id="rId3"/>
    <p:sldLayoutId id="2147483664" r:id="rId4"/>
    <p:sldLayoutId id="2147483665" r:id="rId5"/>
    <p:sldLayoutId id="2147483666" r:id="rId6"/>
    <p:sldLayoutId id="2147483667" r:id="rId7"/>
    <p:sldLayoutId id="2147483668" r:id="rId8"/>
    <p:sldLayoutId id="2147483669" r:id="rId9"/>
    <p:sldLayoutId id="2147483670" r:id="rId10"/>
    <p:sldLayoutId id="2147483671" r:id="rId11"/>
  </p:sldLayoutIdLst>
  <p:hf hdr="0" ftr="0" dt="0"/>
  <p:txStyles>
    <p:titleStyle>
      <a:lvl1pPr algn="ctr" defTabSz="914400" rtl="0" eaLnBrk="1" latinLnBrk="0" hangingPunct="1">
        <a:spcBef>
          <a:spcPct val="0"/>
        </a:spcBef>
        <a:buNone/>
        <a:defRPr sz="4400" kern="1200">
          <a:solidFill>
            <a:schemeClr val="accent1">
              <a:lumMod val="50000"/>
            </a:schemeClr>
          </a:solidFill>
          <a:latin typeface="+mj-lt"/>
          <a:ea typeface="+mj-ea"/>
          <a:cs typeface="+mj-cs"/>
        </a:defRPr>
      </a:lvl1pPr>
    </p:titleStyle>
    <p:bodyStyle>
      <a:lvl1pPr marL="342900" indent="-342900" algn="l" defTabSz="914400" rtl="0" eaLnBrk="1" latinLnBrk="0" hangingPunct="1">
        <a:spcBef>
          <a:spcPct val="20000"/>
        </a:spcBef>
        <a:buFont typeface="Arial" panose="020B0604020202020204" pitchFamily="34" charset="0"/>
        <a:buChar char="•"/>
        <a:defRPr sz="3200" kern="1200">
          <a:solidFill>
            <a:schemeClr val="accent1">
              <a:lumMod val="50000"/>
            </a:schemeClr>
          </a:solidFill>
          <a:latin typeface="+mn-lt"/>
          <a:ea typeface="+mn-ea"/>
          <a:cs typeface="+mn-cs"/>
        </a:defRPr>
      </a:lvl1pPr>
      <a:lvl2pPr marL="742950" indent="-285750" algn="l" defTabSz="914400" rtl="0" eaLnBrk="1" latinLnBrk="0" hangingPunct="1">
        <a:spcBef>
          <a:spcPct val="20000"/>
        </a:spcBef>
        <a:buFont typeface="Arial" panose="020B0604020202020204" pitchFamily="34" charset="0"/>
        <a:buChar char="–"/>
        <a:defRPr sz="2800" kern="1200">
          <a:solidFill>
            <a:schemeClr val="accent1">
              <a:lumMod val="50000"/>
            </a:schemeClr>
          </a:solidFill>
          <a:latin typeface="+mn-lt"/>
          <a:ea typeface="+mn-ea"/>
          <a:cs typeface="+mn-cs"/>
        </a:defRPr>
      </a:lvl2pPr>
      <a:lvl3pPr marL="1143000" indent="-228600" algn="l" defTabSz="914400" rtl="0" eaLnBrk="1" latinLnBrk="0" hangingPunct="1">
        <a:spcBef>
          <a:spcPct val="20000"/>
        </a:spcBef>
        <a:buFont typeface="Arial" panose="020B0604020202020204" pitchFamily="34" charset="0"/>
        <a:buChar char="•"/>
        <a:defRPr sz="2400" kern="1200">
          <a:solidFill>
            <a:schemeClr val="accent1">
              <a:lumMod val="50000"/>
            </a:schemeClr>
          </a:solidFill>
          <a:latin typeface="+mn-lt"/>
          <a:ea typeface="+mn-ea"/>
          <a:cs typeface="+mn-cs"/>
        </a:defRPr>
      </a:lvl3pPr>
      <a:lvl4pPr marL="1600200" indent="-228600" algn="l" defTabSz="914400" rtl="0" eaLnBrk="1" latinLnBrk="0" hangingPunct="1">
        <a:spcBef>
          <a:spcPct val="20000"/>
        </a:spcBef>
        <a:buFont typeface="Arial" panose="020B0604020202020204" pitchFamily="34" charset="0"/>
        <a:buChar char="–"/>
        <a:defRPr sz="2000" kern="1200">
          <a:solidFill>
            <a:schemeClr val="accent1">
              <a:lumMod val="50000"/>
            </a:schemeClr>
          </a:solidFill>
          <a:latin typeface="+mn-lt"/>
          <a:ea typeface="+mn-ea"/>
          <a:cs typeface="+mn-cs"/>
        </a:defRPr>
      </a:lvl4pPr>
      <a:lvl5pPr marL="2057400" indent="-228600" algn="l" defTabSz="914400" rtl="0" eaLnBrk="1" latinLnBrk="0" hangingPunct="1">
        <a:spcBef>
          <a:spcPct val="20000"/>
        </a:spcBef>
        <a:buFont typeface="Arial" panose="020B0604020202020204" pitchFamily="34" charset="0"/>
        <a:buChar char="»"/>
        <a:defRPr sz="2000" kern="1200">
          <a:solidFill>
            <a:schemeClr val="accent1">
              <a:lumMod val="50000"/>
            </a:schemeClr>
          </a:solidFill>
          <a:latin typeface="+mn-lt"/>
          <a:ea typeface="+mn-ea"/>
          <a:cs typeface="+mn-cs"/>
        </a:defRPr>
      </a:lvl5pPr>
      <a:lvl6pPr marL="2514600" indent="-228600" algn="l" defTabSz="914400" rtl="0" eaLnBrk="1" latinLnBrk="0" hangingPunct="1">
        <a:spcBef>
          <a:spcPct val="20000"/>
        </a:spcBef>
        <a:buFont typeface="Arial" panose="020B0604020202020204" pitchFamily="34" charset="0"/>
        <a:buChar char="•"/>
        <a:defRPr sz="2000" kern="1200">
          <a:solidFill>
            <a:schemeClr val="tx1"/>
          </a:solidFill>
          <a:latin typeface="+mn-lt"/>
          <a:ea typeface="+mn-ea"/>
          <a:cs typeface="+mn-cs"/>
        </a:defRPr>
      </a:lvl6pPr>
      <a:lvl7pPr marL="2971800" indent="-228600" algn="l" defTabSz="914400" rtl="0" eaLnBrk="1" latinLnBrk="0" hangingPunct="1">
        <a:spcBef>
          <a:spcPct val="20000"/>
        </a:spcBef>
        <a:buFont typeface="Arial" panose="020B0604020202020204" pitchFamily="34" charset="0"/>
        <a:buChar char="•"/>
        <a:defRPr sz="2000" kern="1200">
          <a:solidFill>
            <a:schemeClr val="tx1"/>
          </a:solidFill>
          <a:latin typeface="+mn-lt"/>
          <a:ea typeface="+mn-ea"/>
          <a:cs typeface="+mn-cs"/>
        </a:defRPr>
      </a:lvl7pPr>
      <a:lvl8pPr marL="3429000" indent="-228600" algn="l" defTabSz="914400" rtl="0" eaLnBrk="1" latinLnBrk="0" hangingPunct="1">
        <a:spcBef>
          <a:spcPct val="20000"/>
        </a:spcBef>
        <a:buFont typeface="Arial" panose="020B0604020202020204" pitchFamily="34" charset="0"/>
        <a:buChar char="•"/>
        <a:defRPr sz="2000" kern="1200">
          <a:solidFill>
            <a:schemeClr val="tx1"/>
          </a:solidFill>
          <a:latin typeface="+mn-lt"/>
          <a:ea typeface="+mn-ea"/>
          <a:cs typeface="+mn-cs"/>
        </a:defRPr>
      </a:lvl8pPr>
      <a:lvl9pPr marL="3886200" indent="-228600" algn="l" defTabSz="914400" rtl="0" eaLnBrk="1" latinLnBrk="0" hangingPunct="1">
        <a:spcBef>
          <a:spcPct val="20000"/>
        </a:spcBef>
        <a:buFont typeface="Arial" panose="020B0604020202020204" pitchFamily="34" charset="0"/>
        <a:buChar char="•"/>
        <a:defRPr sz="2000" kern="1200">
          <a:solidFill>
            <a:schemeClr val="tx1"/>
          </a:solidFill>
          <a:latin typeface="+mn-lt"/>
          <a:ea typeface="+mn-ea"/>
          <a:cs typeface="+mn-cs"/>
        </a:defRPr>
      </a:lvl9pPr>
    </p:bodyStyle>
    <p:otherStyle>
      <a:defPPr>
        <a:defRPr lang="en-US"/>
      </a:defPPr>
      <a:lvl1pPr marL="0" algn="l" defTabSz="914400" rtl="0" eaLnBrk="1" latinLnBrk="0" hangingPunct="1">
        <a:defRPr sz="1800" kern="1200">
          <a:solidFill>
            <a:schemeClr val="tx1"/>
          </a:solidFill>
          <a:latin typeface="+mn-lt"/>
          <a:ea typeface="+mn-ea"/>
          <a:cs typeface="+mn-cs"/>
        </a:defRPr>
      </a:lvl1pPr>
      <a:lvl2pPr marL="457200" algn="l" defTabSz="914400" rtl="0" eaLnBrk="1" latinLnBrk="0" hangingPunct="1">
        <a:defRPr sz="1800" kern="1200">
          <a:solidFill>
            <a:schemeClr val="tx1"/>
          </a:solidFill>
          <a:latin typeface="+mn-lt"/>
          <a:ea typeface="+mn-ea"/>
          <a:cs typeface="+mn-cs"/>
        </a:defRPr>
      </a:lvl2pPr>
      <a:lvl3pPr marL="914400" algn="l" defTabSz="914400" rtl="0" eaLnBrk="1" latinLnBrk="0" hangingPunct="1">
        <a:defRPr sz="1800" kern="1200">
          <a:solidFill>
            <a:schemeClr val="tx1"/>
          </a:solidFill>
          <a:latin typeface="+mn-lt"/>
          <a:ea typeface="+mn-ea"/>
          <a:cs typeface="+mn-cs"/>
        </a:defRPr>
      </a:lvl3pPr>
      <a:lvl4pPr marL="1371600" algn="l" defTabSz="914400" rtl="0" eaLnBrk="1" latinLnBrk="0" hangingPunct="1">
        <a:defRPr sz="1800" kern="1200">
          <a:solidFill>
            <a:schemeClr val="tx1"/>
          </a:solidFill>
          <a:latin typeface="+mn-lt"/>
          <a:ea typeface="+mn-ea"/>
          <a:cs typeface="+mn-cs"/>
        </a:defRPr>
      </a:lvl4pPr>
      <a:lvl5pPr marL="1828800" algn="l" defTabSz="914400" rtl="0" eaLnBrk="1" latinLnBrk="0" hangingPunct="1">
        <a:defRPr sz="1800" kern="1200">
          <a:solidFill>
            <a:schemeClr val="tx1"/>
          </a:solidFill>
          <a:latin typeface="+mn-lt"/>
          <a:ea typeface="+mn-ea"/>
          <a:cs typeface="+mn-cs"/>
        </a:defRPr>
      </a:lvl5pPr>
      <a:lvl6pPr marL="2286000" algn="l" defTabSz="914400" rtl="0" eaLnBrk="1" latinLnBrk="0" hangingPunct="1">
        <a:defRPr sz="1800" kern="1200">
          <a:solidFill>
            <a:schemeClr val="tx1"/>
          </a:solidFill>
          <a:latin typeface="+mn-lt"/>
          <a:ea typeface="+mn-ea"/>
          <a:cs typeface="+mn-cs"/>
        </a:defRPr>
      </a:lvl6pPr>
      <a:lvl7pPr marL="2743200" algn="l" defTabSz="914400" rtl="0" eaLnBrk="1" latinLnBrk="0" hangingPunct="1">
        <a:defRPr sz="1800" kern="1200">
          <a:solidFill>
            <a:schemeClr val="tx1"/>
          </a:solidFill>
          <a:latin typeface="+mn-lt"/>
          <a:ea typeface="+mn-ea"/>
          <a:cs typeface="+mn-cs"/>
        </a:defRPr>
      </a:lvl7pPr>
      <a:lvl8pPr marL="3200400" algn="l" defTabSz="914400" rtl="0" eaLnBrk="1" latinLnBrk="0" hangingPunct="1">
        <a:defRPr sz="1800" kern="1200">
          <a:solidFill>
            <a:schemeClr val="tx1"/>
          </a:solidFill>
          <a:latin typeface="+mn-lt"/>
          <a:ea typeface="+mn-ea"/>
          <a:cs typeface="+mn-cs"/>
        </a:defRPr>
      </a:lvl8pPr>
      <a:lvl9pPr marL="3657600" algn="l" defTabSz="914400" rtl="0" eaLnBrk="1" latinLnBrk="0" hangingPunct="1">
        <a:defRPr sz="1800" kern="1200">
          <a:solidFill>
            <a:schemeClr val="tx1"/>
          </a:solidFill>
          <a:latin typeface="+mn-lt"/>
          <a:ea typeface="+mn-ea"/>
          <a:cs typeface="+mn-cs"/>
        </a:defRPr>
      </a:lvl9pPr>
    </p:otherStyle>
  </p:txStyles>
</p:sldMaster>
</file>

<file path=ppt/slides/_rels/slide1.xml.rels><?xml version="1.0" encoding="UTF-8" standalone="yes"?>
<Relationships xmlns="http://schemas.openxmlformats.org/package/2006/relationships"><Relationship Id="rId1" Type="http://schemas.openxmlformats.org/officeDocument/2006/relationships/slideLayout" Target="../slideLayouts/slideLayout1.xml"/></Relationships>
</file>

<file path=ppt/slides/_rels/slide2.xml.rels><?xml version="1.0" encoding="UTF-8" standalone="yes"?>
<Relationships xmlns="http://schemas.openxmlformats.org/package/2006/relationships"><Relationship Id="rId2" Type="http://schemas.openxmlformats.org/officeDocument/2006/relationships/image" Target="../media/image2.jpeg"/><Relationship Id="rId1" Type="http://schemas.openxmlformats.org/officeDocument/2006/relationships/slideLayout" Target="../slideLayouts/slideLayout2.xml"/></Relationships>
</file>

<file path=ppt/slides/_rels/slide3.xml.rels><?xml version="1.0" encoding="UTF-8" standalone="yes"?>
<Relationships xmlns="http://schemas.openxmlformats.org/package/2006/relationships"><Relationship Id="rId3" Type="http://schemas.openxmlformats.org/officeDocument/2006/relationships/image" Target="../media/image4.png"/><Relationship Id="rId7" Type="http://schemas.openxmlformats.org/officeDocument/2006/relationships/image" Target="../media/image3.png"/><Relationship Id="rId2" Type="http://schemas.openxmlformats.org/officeDocument/2006/relationships/notesSlide" Target="../notesSlides/notesSlide1.xml"/><Relationship Id="rId1" Type="http://schemas.openxmlformats.org/officeDocument/2006/relationships/slideLayout" Target="../slideLayouts/slideLayout2.xml"/><Relationship Id="rId6" Type="http://schemas.openxmlformats.org/officeDocument/2006/relationships/image" Target="../media/image7.png"/><Relationship Id="rId5" Type="http://schemas.openxmlformats.org/officeDocument/2006/relationships/image" Target="../media/image6.png"/><Relationship Id="rId4" Type="http://schemas.openxmlformats.org/officeDocument/2006/relationships/image" Target="../media/image5.png"/></Relationships>
</file>

<file path=ppt/slides/_rels/slide4.xml.rels><?xml version="1.0" encoding="UTF-8" standalone="yes"?>
<Relationships xmlns="http://schemas.openxmlformats.org/package/2006/relationships"><Relationship Id="rId2" Type="http://schemas.openxmlformats.org/officeDocument/2006/relationships/notesSlide" Target="../notesSlides/notesSlide2.xml"/><Relationship Id="rId1" Type="http://schemas.openxmlformats.org/officeDocument/2006/relationships/slideLayout" Target="../slideLayouts/slideLayout2.xml"/><Relationship Id="rId5" Type="http://schemas.openxmlformats.org/officeDocument/2006/relationships/image" Target="NULL"/><Relationship Id="rId4" Type="http://schemas.openxmlformats.org/officeDocument/2006/relationships/image" Target="NULL"/></Relationships>
</file>

<file path=ppt/slides/_rels/slide5.xml.rels><?xml version="1.0" encoding="UTF-8" standalone="yes"?>
<Relationships xmlns="http://schemas.openxmlformats.org/package/2006/relationships"><Relationship Id="rId8" Type="http://schemas.openxmlformats.org/officeDocument/2006/relationships/image" Target="NULL"/><Relationship Id="rId7" Type="http://schemas.openxmlformats.org/officeDocument/2006/relationships/image" Target="NULL"/><Relationship Id="rId2" Type="http://schemas.openxmlformats.org/officeDocument/2006/relationships/image" Target="NULL"/><Relationship Id="rId1" Type="http://schemas.openxmlformats.org/officeDocument/2006/relationships/slideLayout" Target="../slideLayouts/slideLayout2.xml"/><Relationship Id="rId6" Type="http://schemas.openxmlformats.org/officeDocument/2006/relationships/image" Target="NULL"/><Relationship Id="rId5" Type="http://schemas.openxmlformats.org/officeDocument/2006/relationships/image" Target="NULL"/><Relationship Id="rId4" Type="http://schemas.openxmlformats.org/officeDocument/2006/relationships/image" Target="NULL"/></Relationships>
</file>

<file path=ppt/slides/_rels/slide6.xml.rels><?xml version="1.0" encoding="UTF-8" standalone="yes"?>
<Relationships xmlns="http://schemas.openxmlformats.org/package/2006/relationships"><Relationship Id="rId2" Type="http://schemas.openxmlformats.org/officeDocument/2006/relationships/image" Target="NULL"/><Relationship Id="rId1" Type="http://schemas.openxmlformats.org/officeDocument/2006/relationships/slideLayout" Target="../slideLayouts/slideLayout2.xml"/></Relationships>
</file>

<file path=ppt/slides/_rels/slide7.xml.rels><?xml version="1.0" encoding="UTF-8" standalone="yes"?>
<Relationships xmlns="http://schemas.openxmlformats.org/package/2006/relationships"><Relationship Id="rId3" Type="http://schemas.openxmlformats.org/officeDocument/2006/relationships/image" Target="NULL"/><Relationship Id="rId2" Type="http://schemas.openxmlformats.org/officeDocument/2006/relationships/image" Target="NULL"/><Relationship Id="rId1" Type="http://schemas.openxmlformats.org/officeDocument/2006/relationships/slideLayout" Target="../slideLayouts/slideLayout2.xml"/></Relationships>
</file>

<file path=ppt/slides/_rels/slide8.xml.rels><?xml version="1.0" encoding="UTF-8" standalone="yes"?>
<Relationships xmlns="http://schemas.openxmlformats.org/package/2006/relationships"><Relationship Id="rId2" Type="http://schemas.openxmlformats.org/officeDocument/2006/relationships/image" Target="NULL"/><Relationship Id="rId1" Type="http://schemas.openxmlformats.org/officeDocument/2006/relationships/slideLayout" Target="../slideLayouts/slideLayout2.xml"/></Relationships>
</file>

<file path=ppt/slides/_rels/slide9.xml.rels><?xml version="1.0" encoding="UTF-8" standalone="yes"?>
<Relationships xmlns="http://schemas.openxmlformats.org/package/2006/relationships"><Relationship Id="rId3" Type="http://schemas.openxmlformats.org/officeDocument/2006/relationships/image" Target="NULL"/><Relationship Id="rId2" Type="http://schemas.openxmlformats.org/officeDocument/2006/relationships/image" Target="NULL"/><Relationship Id="rId1" Type="http://schemas.openxmlformats.org/officeDocument/2006/relationships/slideLayout" Target="../slideLayouts/slideLayout2.xml"/><Relationship Id="rId5" Type="http://schemas.openxmlformats.org/officeDocument/2006/relationships/image" Target="NULL"/><Relationship Id="rId4" Type="http://schemas.openxmlformats.org/officeDocument/2006/relationships/image" Target="NULL"/></Relationships>
</file>

<file path=ppt/slides/_rels/slide10.xml.rels><?xml version="1.0" encoding="UTF-8" standalone="yes"?>
<Relationships xmlns="http://schemas.openxmlformats.org/package/2006/relationships"><Relationship Id="rId3" Type="http://schemas.openxmlformats.org/officeDocument/2006/relationships/image" Target="../media/image2.jpeg"/><Relationship Id="rId2" Type="http://schemas.openxmlformats.org/officeDocument/2006/relationships/image" Target="../media/image4.jpeg"/><Relationship Id="rId1" Type="http://schemas.openxmlformats.org/officeDocument/2006/relationships/slideLayout" Target="../slideLayouts/slideLayout2.xml"/></Relationships>
</file>

<file path=ppt/slides/_rels/slide11.xml.rels><?xml version="1.0" encoding="UTF-8" standalone="yes"?>
<Relationships xmlns="http://schemas.openxmlformats.org/package/2006/relationships"><Relationship Id="rId1" Type="http://schemas.openxmlformats.org/officeDocument/2006/relationships/slideLayout" Target="../slideLayouts/slideLayout2.xml"/></Relationships>
</file>

<file path=ppt/slides/_rels/slide12.xml.rels><?xml version="1.0" encoding="UTF-8" standalone="yes"?>
<Relationships xmlns="http://schemas.openxmlformats.org/package/2006/relationships"><Relationship Id="rId3" Type="http://schemas.openxmlformats.org/officeDocument/2006/relationships/image" Target="NULL"/><Relationship Id="rId2" Type="http://schemas.openxmlformats.org/officeDocument/2006/relationships/image" Target="NULL"/><Relationship Id="rId1" Type="http://schemas.openxmlformats.org/officeDocument/2006/relationships/slideLayout" Target="../slideLayouts/slideLayout2.xml"/><Relationship Id="rId6" Type="http://schemas.openxmlformats.org/officeDocument/2006/relationships/image" Target="NULL"/><Relationship Id="rId5" Type="http://schemas.openxmlformats.org/officeDocument/2006/relationships/image" Target="NULL"/><Relationship Id="rId4" Type="http://schemas.openxmlformats.org/officeDocument/2006/relationships/image" Target="NULL"/></Relationships>
</file>

<file path=ppt/slides/_rels/slide13.xml.rels><?xml version="1.0" encoding="UTF-8" standalone="yes"?>
<Relationships xmlns="http://schemas.openxmlformats.org/package/2006/relationships"><Relationship Id="rId8" Type="http://schemas.openxmlformats.org/officeDocument/2006/relationships/image" Target="NULL"/><Relationship Id="rId3" Type="http://schemas.openxmlformats.org/officeDocument/2006/relationships/image" Target="NULL"/><Relationship Id="rId7" Type="http://schemas.openxmlformats.org/officeDocument/2006/relationships/image" Target="NULL"/><Relationship Id="rId2" Type="http://schemas.openxmlformats.org/officeDocument/2006/relationships/notesSlide" Target="../notesSlides/notesSlide3.xml"/><Relationship Id="rId1" Type="http://schemas.openxmlformats.org/officeDocument/2006/relationships/slideLayout" Target="../slideLayouts/slideLayout2.xml"/><Relationship Id="rId6" Type="http://schemas.openxmlformats.org/officeDocument/2006/relationships/image" Target="NULL"/><Relationship Id="rId5" Type="http://schemas.openxmlformats.org/officeDocument/2006/relationships/image" Target="NULL"/><Relationship Id="rId10" Type="http://schemas.openxmlformats.org/officeDocument/2006/relationships/image" Target="NULL"/><Relationship Id="rId4" Type="http://schemas.openxmlformats.org/officeDocument/2006/relationships/image" Target="NULL"/><Relationship Id="rId9" Type="http://schemas.openxmlformats.org/officeDocument/2006/relationships/image" Target="NULL"/></Relationships>
</file>

<file path=ppt/slides/_rels/slide14.xml.rels><?xml version="1.0" encoding="UTF-8" standalone="yes"?>
<Relationships xmlns="http://schemas.openxmlformats.org/package/2006/relationships"><Relationship Id="rId1" Type="http://schemas.openxmlformats.org/officeDocument/2006/relationships/slideLayout" Target="../slideLayouts/slideLayout1.xml"/></Relationships>
</file>

<file path=ppt/slides/_rels/slide15.xml.rels><?xml version="1.0" encoding="UTF-8" standalone="yes"?>
<Relationships xmlns="http://schemas.openxmlformats.org/package/2006/relationships"><Relationship Id="rId3" Type="http://schemas.openxmlformats.org/officeDocument/2006/relationships/image" Target="../media/image12.png"/><Relationship Id="rId2" Type="http://schemas.openxmlformats.org/officeDocument/2006/relationships/image" Target="../media/image11.png"/><Relationship Id="rId1" Type="http://schemas.openxmlformats.org/officeDocument/2006/relationships/slideLayout" Target="../slideLayouts/slideLayout2.xml"/><Relationship Id="rId4" Type="http://schemas.openxmlformats.org/officeDocument/2006/relationships/image" Target="../media/image3.png"/></Relationships>
</file>

<file path=ppt/slides/_rels/slide16.xml.rels><?xml version="1.0" encoding="UTF-8" standalone="yes"?>
<Relationships xmlns="http://schemas.openxmlformats.org/package/2006/relationships"><Relationship Id="rId3" Type="http://schemas.openxmlformats.org/officeDocument/2006/relationships/image" Target="../media/image9.png"/><Relationship Id="rId2" Type="http://schemas.openxmlformats.org/officeDocument/2006/relationships/image" Target="../media/image8.png"/><Relationship Id="rId1" Type="http://schemas.openxmlformats.org/officeDocument/2006/relationships/slideLayout" Target="../slideLayouts/slideLayout2.xml"/><Relationship Id="rId4" Type="http://schemas.openxmlformats.org/officeDocument/2006/relationships/image" Target="../media/image10.png"/></Relationships>
</file>

<file path=ppt/slides/slide1.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le 1"/>
          <p:cNvSpPr>
            <a:spLocks noGrp="1"/>
          </p:cNvSpPr>
          <p:nvPr>
            <p:ph type="ctrTitle"/>
          </p:nvPr>
        </p:nvSpPr>
        <p:spPr/>
        <p:txBody>
          <a:bodyPr>
            <a:normAutofit/>
          </a:bodyPr>
          <a:lstStyle/>
          <a:p>
            <a:r>
              <a:rPr lang="en-US" dirty="0"/>
              <a:t>Power Screws</a:t>
            </a:r>
          </a:p>
        </p:txBody>
      </p:sp>
      <p:sp>
        <p:nvSpPr>
          <p:cNvPr id="3" name="Subtitle 2"/>
          <p:cNvSpPr>
            <a:spLocks noGrp="1"/>
          </p:cNvSpPr>
          <p:nvPr>
            <p:ph type="subTitle" idx="1"/>
          </p:nvPr>
        </p:nvSpPr>
        <p:spPr/>
        <p:txBody>
          <a:bodyPr>
            <a:noAutofit/>
          </a:bodyPr>
          <a:lstStyle/>
          <a:p>
            <a:r>
              <a:rPr lang="en-US" sz="2400" dirty="0"/>
              <a:t>Dr. Jacob Moore</a:t>
            </a:r>
          </a:p>
          <a:p>
            <a:r>
              <a:rPr lang="en-US" sz="2400" dirty="0"/>
              <a:t>Associate Professor of Engineering</a:t>
            </a:r>
          </a:p>
          <a:p>
            <a:r>
              <a:rPr lang="en-US" sz="2400" dirty="0"/>
              <a:t>Penn State Mont Alto</a:t>
            </a:r>
          </a:p>
        </p:txBody>
      </p:sp>
    </p:spTree>
    <p:extLst>
      <p:ext uri="{BB962C8B-B14F-4D97-AF65-F5344CB8AC3E}">
        <p14:creationId xmlns:p14="http://schemas.microsoft.com/office/powerpoint/2010/main" val="3080430471"/>
      </p:ext>
    </p:extLst>
  </p:cSld>
  <p:clrMapOvr>
    <a:masterClrMapping/>
  </p:clrMapOvr>
</p:sld>
</file>

<file path=ppt/slides/slide2.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le 1"/>
          <p:cNvSpPr>
            <a:spLocks noGrp="1"/>
          </p:cNvSpPr>
          <p:nvPr>
            <p:ph type="title"/>
          </p:nvPr>
        </p:nvSpPr>
        <p:spPr/>
        <p:txBody>
          <a:bodyPr/>
          <a:lstStyle/>
          <a:p>
            <a:r>
              <a:rPr lang="en-US" dirty="0"/>
              <a:t>Power Screws</a:t>
            </a:r>
          </a:p>
        </p:txBody>
      </p:sp>
      <p:sp>
        <p:nvSpPr>
          <p:cNvPr id="3" name="Content Placeholder 2"/>
          <p:cNvSpPr>
            <a:spLocks noGrp="1"/>
          </p:cNvSpPr>
          <p:nvPr>
            <p:ph idx="1"/>
          </p:nvPr>
        </p:nvSpPr>
        <p:spPr>
          <a:xfrm>
            <a:off x="457200" y="1600200"/>
            <a:ext cx="5410200" cy="4571999"/>
          </a:xfrm>
        </p:spPr>
        <p:txBody>
          <a:bodyPr>
            <a:normAutofit fontScale="77500" lnSpcReduction="20000"/>
          </a:bodyPr>
          <a:lstStyle/>
          <a:p>
            <a:r>
              <a:rPr lang="en-US" b="1" dirty="0"/>
              <a:t>Power screws </a:t>
            </a:r>
            <a:r>
              <a:rPr lang="en-US" dirty="0"/>
              <a:t>(also called </a:t>
            </a:r>
            <a:r>
              <a:rPr lang="en-US" b="1" dirty="0"/>
              <a:t>lead screws</a:t>
            </a:r>
            <a:r>
              <a:rPr lang="en-US" dirty="0"/>
              <a:t>) are screws that are used to create very large forces with relatively small torques</a:t>
            </a:r>
          </a:p>
          <a:p>
            <a:r>
              <a:rPr lang="en-US" dirty="0"/>
              <a:t>They can be thought of as </a:t>
            </a:r>
            <a:r>
              <a:rPr lang="en-US" b="1" dirty="0"/>
              <a:t>wedges </a:t>
            </a:r>
            <a:r>
              <a:rPr lang="en-US" dirty="0"/>
              <a:t>that are compactly wrapped around a shaft, where small input forces are amplified using the geometry of the setup.</a:t>
            </a:r>
          </a:p>
          <a:p>
            <a:r>
              <a:rPr lang="en-US" dirty="0"/>
              <a:t>Rather than finding the pushing force needed to exert a force or lift a weight, you will often be asked to find the </a:t>
            </a:r>
            <a:r>
              <a:rPr lang="en-US" b="1" dirty="0"/>
              <a:t>torque</a:t>
            </a:r>
            <a:r>
              <a:rPr lang="en-US" dirty="0"/>
              <a:t> or </a:t>
            </a:r>
            <a:r>
              <a:rPr lang="en-US" b="1" dirty="0"/>
              <a:t>moment</a:t>
            </a:r>
            <a:r>
              <a:rPr lang="en-US" dirty="0"/>
              <a:t> needed to exert a force or lift a weight. </a:t>
            </a:r>
          </a:p>
        </p:txBody>
      </p:sp>
      <p:pic>
        <p:nvPicPr>
          <p:cNvPr id="2054" name="Picture 6">
            <a:extLst>
              <a:ext uri="{FF2B5EF4-FFF2-40B4-BE49-F238E27FC236}">
                <a16:creationId xmlns:a16="http://schemas.microsoft.com/office/drawing/2014/main" id="{F3094190-6FB2-4D64-9473-FCEE12C4B9E2}"/>
              </a:ext>
            </a:extLst>
          </p:cNvPr>
          <p:cNvPicPr>
            <a:picLocks noChangeAspect="1" noChangeArrowheads="1"/>
          </p:cNvPicPr>
          <p:nvPr/>
        </p:nvPicPr>
        <p:blipFill rotWithShape="1">
          <a:blip r:embed="rId2">
            <a:extLst>
              <a:ext uri="{28A0092B-C50C-407E-A947-70E740481C1C}">
                <a14:useLocalDpi xmlns:a14="http://schemas.microsoft.com/office/drawing/2010/main" val="0"/>
              </a:ext>
            </a:extLst>
          </a:blip>
          <a:srcRect l="12408" t="2920" r="8760" b="16788"/>
          <a:stretch/>
        </p:blipFill>
        <p:spPr bwMode="auto">
          <a:xfrm>
            <a:off x="6019800" y="1666875"/>
            <a:ext cx="2743200" cy="4191000"/>
          </a:xfrm>
          <a:prstGeom prst="rect">
            <a:avLst/>
          </a:prstGeom>
          <a:noFill/>
          <a:extLst>
            <a:ext uri="{909E8E84-426E-40DD-AFC4-6F175D3DCCD1}">
              <a14:hiddenFill xmlns:a14="http://schemas.microsoft.com/office/drawing/2010/main">
                <a:solidFill>
                  <a:srgbClr val="FFFFFF"/>
                </a:solidFill>
              </a14:hiddenFill>
            </a:ext>
          </a:extLst>
        </p:spPr>
      </p:pic>
      <p:sp>
        <p:nvSpPr>
          <p:cNvPr id="10" name="TextBox 9">
            <a:extLst>
              <a:ext uri="{FF2B5EF4-FFF2-40B4-BE49-F238E27FC236}">
                <a16:creationId xmlns:a16="http://schemas.microsoft.com/office/drawing/2014/main" id="{0D13E64F-723F-4538-B789-8D024892D841}"/>
              </a:ext>
            </a:extLst>
          </p:cNvPr>
          <p:cNvSpPr txBox="1"/>
          <p:nvPr/>
        </p:nvSpPr>
        <p:spPr>
          <a:xfrm>
            <a:off x="5733927" y="5869542"/>
            <a:ext cx="3314946" cy="369332"/>
          </a:xfrm>
          <a:prstGeom prst="rect">
            <a:avLst/>
          </a:prstGeom>
          <a:noFill/>
        </p:spPr>
        <p:txBody>
          <a:bodyPr wrap="none" rtlCol="0">
            <a:spAutoFit/>
          </a:bodyPr>
          <a:lstStyle/>
          <a:p>
            <a:r>
              <a:rPr lang="en-US" dirty="0"/>
              <a:t>Public Domain Image by </a:t>
            </a:r>
            <a:r>
              <a:rPr lang="en-US" dirty="0" err="1"/>
              <a:t>Daderot</a:t>
            </a:r>
            <a:r>
              <a:rPr lang="en-US" dirty="0"/>
              <a:t> </a:t>
            </a:r>
          </a:p>
        </p:txBody>
      </p:sp>
    </p:spTree>
    <p:extLst>
      <p:ext uri="{BB962C8B-B14F-4D97-AF65-F5344CB8AC3E}">
        <p14:creationId xmlns:p14="http://schemas.microsoft.com/office/powerpoint/2010/main" val="2602423339"/>
      </p:ext>
    </p:extLst>
  </p:cSld>
  <p:clrMapOvr>
    <a:masterClrMapping/>
  </p:clrMapOvr>
  <p:timing>
    <p:tnLst>
      <p:par>
        <p:cTn id="1" dur="indefinite" restart="never" nodeType="tmRoot">
          <p:childTnLst>
            <p:seq concurrent="1" nextAc="seek">
              <p:cTn id="2" dur="indefinite" nodeType="mainSeq">
                <p:childTnLst>
                  <p:par>
                    <p:cTn id="3" fill="hold">
                      <p:stCondLst>
                        <p:cond delay="indefinite"/>
                      </p:stCondLst>
                      <p:childTnLst>
                        <p:par>
                          <p:cTn id="4" fill="hold">
                            <p:stCondLst>
                              <p:cond delay="0"/>
                            </p:stCondLst>
                            <p:childTnLst>
                              <p:par>
                                <p:cTn id="5" presetID="1" presetClass="entr" presetSubtype="0" fill="hold" grpId="0" nodeType="clickEffect">
                                  <p:stCondLst>
                                    <p:cond delay="0"/>
                                  </p:stCondLst>
                                  <p:childTnLst>
                                    <p:set>
                                      <p:cBhvr>
                                        <p:cTn id="6" dur="1" fill="hold">
                                          <p:stCondLst>
                                            <p:cond delay="0"/>
                                          </p:stCondLst>
                                        </p:cTn>
                                        <p:tgtEl>
                                          <p:spTgt spid="3">
                                            <p:txEl>
                                              <p:pRg st="0" end="0"/>
                                            </p:txEl>
                                          </p:spTgt>
                                        </p:tgtEl>
                                        <p:attrNameLst>
                                          <p:attrName>style.visibility</p:attrName>
                                        </p:attrNameLst>
                                      </p:cBhvr>
                                      <p:to>
                                        <p:strVal val="visible"/>
                                      </p:to>
                                    </p:set>
                                  </p:childTnLst>
                                </p:cTn>
                              </p:par>
                            </p:childTnLst>
                          </p:cTn>
                        </p:par>
                      </p:childTnLst>
                    </p:cTn>
                  </p:par>
                  <p:par>
                    <p:cTn id="7" fill="hold">
                      <p:stCondLst>
                        <p:cond delay="indefinite"/>
                      </p:stCondLst>
                      <p:childTnLst>
                        <p:par>
                          <p:cTn id="8" fill="hold">
                            <p:stCondLst>
                              <p:cond delay="0"/>
                            </p:stCondLst>
                            <p:childTnLst>
                              <p:par>
                                <p:cTn id="9" presetID="10" presetClass="entr" presetSubtype="0" fill="hold" nodeType="clickEffect">
                                  <p:stCondLst>
                                    <p:cond delay="0"/>
                                  </p:stCondLst>
                                  <p:childTnLst>
                                    <p:set>
                                      <p:cBhvr>
                                        <p:cTn id="10" dur="1" fill="hold">
                                          <p:stCondLst>
                                            <p:cond delay="0"/>
                                          </p:stCondLst>
                                        </p:cTn>
                                        <p:tgtEl>
                                          <p:spTgt spid="2054"/>
                                        </p:tgtEl>
                                        <p:attrNameLst>
                                          <p:attrName>style.visibility</p:attrName>
                                        </p:attrNameLst>
                                      </p:cBhvr>
                                      <p:to>
                                        <p:strVal val="visible"/>
                                      </p:to>
                                    </p:set>
                                    <p:animEffect transition="in" filter="fade">
                                      <p:cBhvr>
                                        <p:cTn id="11" dur="500"/>
                                        <p:tgtEl>
                                          <p:spTgt spid="2054"/>
                                        </p:tgtEl>
                                      </p:cBhvr>
                                    </p:animEffect>
                                  </p:childTnLst>
                                </p:cTn>
                              </p:par>
                              <p:par>
                                <p:cTn id="12" presetID="10" presetClass="entr" presetSubtype="0" fill="hold" grpId="0" nodeType="withEffect">
                                  <p:stCondLst>
                                    <p:cond delay="0"/>
                                  </p:stCondLst>
                                  <p:childTnLst>
                                    <p:set>
                                      <p:cBhvr>
                                        <p:cTn id="13" dur="1" fill="hold">
                                          <p:stCondLst>
                                            <p:cond delay="0"/>
                                          </p:stCondLst>
                                        </p:cTn>
                                        <p:tgtEl>
                                          <p:spTgt spid="10"/>
                                        </p:tgtEl>
                                        <p:attrNameLst>
                                          <p:attrName>style.visibility</p:attrName>
                                        </p:attrNameLst>
                                      </p:cBhvr>
                                      <p:to>
                                        <p:strVal val="visible"/>
                                      </p:to>
                                    </p:set>
                                    <p:animEffect transition="in" filter="fade">
                                      <p:cBhvr>
                                        <p:cTn id="14" dur="500"/>
                                        <p:tgtEl>
                                          <p:spTgt spid="10"/>
                                        </p:tgtEl>
                                      </p:cBhvr>
                                    </p:animEffect>
                                  </p:childTnLst>
                                </p:cTn>
                              </p:par>
                            </p:childTnLst>
                          </p:cTn>
                        </p:par>
                      </p:childTnLst>
                    </p:cTn>
                  </p:par>
                  <p:par>
                    <p:cTn id="15" fill="hold">
                      <p:stCondLst>
                        <p:cond delay="indefinite"/>
                      </p:stCondLst>
                      <p:childTnLst>
                        <p:par>
                          <p:cTn id="16" fill="hold">
                            <p:stCondLst>
                              <p:cond delay="0"/>
                            </p:stCondLst>
                            <p:childTnLst>
                              <p:par>
                                <p:cTn id="17" presetID="1" presetClass="entr" presetSubtype="0" fill="hold" grpId="0" nodeType="clickEffect">
                                  <p:stCondLst>
                                    <p:cond delay="0"/>
                                  </p:stCondLst>
                                  <p:childTnLst>
                                    <p:set>
                                      <p:cBhvr>
                                        <p:cTn id="18" dur="1" fill="hold">
                                          <p:stCondLst>
                                            <p:cond delay="0"/>
                                          </p:stCondLst>
                                        </p:cTn>
                                        <p:tgtEl>
                                          <p:spTgt spid="3">
                                            <p:txEl>
                                              <p:pRg st="1" end="1"/>
                                            </p:txEl>
                                          </p:spTgt>
                                        </p:tgtEl>
                                        <p:attrNameLst>
                                          <p:attrName>style.visibility</p:attrName>
                                        </p:attrNameLst>
                                      </p:cBhvr>
                                      <p:to>
                                        <p:strVal val="visible"/>
                                      </p:to>
                                    </p:set>
                                  </p:childTnLst>
                                </p:cTn>
                              </p:par>
                            </p:childTnLst>
                          </p:cTn>
                        </p:par>
                      </p:childTnLst>
                    </p:cTn>
                  </p:par>
                  <p:par>
                    <p:cTn id="19" fill="hold">
                      <p:stCondLst>
                        <p:cond delay="indefinite"/>
                      </p:stCondLst>
                      <p:childTnLst>
                        <p:par>
                          <p:cTn id="20" fill="hold">
                            <p:stCondLst>
                              <p:cond delay="0"/>
                            </p:stCondLst>
                            <p:childTnLst>
                              <p:par>
                                <p:cTn id="21" presetID="1" presetClass="entr" presetSubtype="0" fill="hold" grpId="0" nodeType="clickEffect">
                                  <p:stCondLst>
                                    <p:cond delay="0"/>
                                  </p:stCondLst>
                                  <p:childTnLst>
                                    <p:set>
                                      <p:cBhvr>
                                        <p:cTn id="22" dur="1" fill="hold">
                                          <p:stCondLst>
                                            <p:cond delay="0"/>
                                          </p:stCondLst>
                                        </p:cTn>
                                        <p:tgtEl>
                                          <p:spTgt spid="3">
                                            <p:txEl>
                                              <p:pRg st="2" end="2"/>
                                            </p:txEl>
                                          </p:spTgt>
                                        </p:tgtEl>
                                        <p:attrNameLst>
                                          <p:attrName>style.visibility</p:attrName>
                                        </p:attrNameLst>
                                      </p:cBhvr>
                                      <p:to>
                                        <p:strVal val="visible"/>
                                      </p:to>
                                    </p:set>
                                  </p:childTnLst>
                                </p:cTn>
                              </p:par>
                            </p:childTnLst>
                          </p:cTn>
                        </p:par>
                      </p:childTnLst>
                    </p:cTn>
                  </p:par>
                </p:childTnLst>
              </p:cTn>
              <p:prevCondLst>
                <p:cond evt="onPrev" delay="0">
                  <p:tgtEl>
                    <p:sldTgt/>
                  </p:tgtEl>
                </p:cond>
              </p:prevCondLst>
              <p:nextCondLst>
                <p:cond evt="onNext" delay="0">
                  <p:tgtEl>
                    <p:sldTgt/>
                  </p:tgtEl>
                </p:cond>
              </p:nextCondLst>
            </p:seq>
          </p:childTnLst>
        </p:cTn>
      </p:par>
    </p:tnLst>
    <p:bldLst>
      <p:bldP spid="3" grpId="0" uiExpand="1" build="p"/>
      <p:bldP spid="10" grpId="0"/>
    </p:bldLst>
  </p:timing>
</p:sld>
</file>

<file path=ppt/slides/slide3.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4" name="Isosceles Triangle 23"/>
          <p:cNvSpPr/>
          <p:nvPr/>
        </p:nvSpPr>
        <p:spPr>
          <a:xfrm rot="10800000">
            <a:off x="4572000" y="4930310"/>
            <a:ext cx="1981200" cy="327489"/>
          </a:xfrm>
          <a:prstGeom prst="triangle">
            <a:avLst>
              <a:gd name="adj" fmla="val 0"/>
            </a:avLst>
          </a:prstGeom>
        </p:spPr>
        <p:style>
          <a:lnRef idx="1">
            <a:schemeClr val="dk1"/>
          </a:lnRef>
          <a:fillRef idx="2">
            <a:schemeClr val="dk1"/>
          </a:fillRef>
          <a:effectRef idx="1">
            <a:schemeClr val="dk1"/>
          </a:effectRef>
          <a:fontRef idx="minor">
            <a:schemeClr val="dk1"/>
          </a:fontRef>
        </p:style>
        <p:txBody>
          <a:bodyPr rtlCol="0" anchor="ctr"/>
          <a:lstStyle/>
          <a:p>
            <a:pPr algn="ctr"/>
            <a:endParaRPr lang="en-US"/>
          </a:p>
        </p:txBody>
      </p:sp>
      <p:sp>
        <p:nvSpPr>
          <p:cNvPr id="3" name="Content Placeholder 2"/>
          <p:cNvSpPr>
            <a:spLocks noGrp="1"/>
          </p:cNvSpPr>
          <p:nvPr>
            <p:ph idx="1"/>
          </p:nvPr>
        </p:nvSpPr>
        <p:spPr>
          <a:xfrm>
            <a:off x="457200" y="1378676"/>
            <a:ext cx="8229600" cy="1760220"/>
          </a:xfrm>
        </p:spPr>
        <p:txBody>
          <a:bodyPr>
            <a:normAutofit fontScale="92500" lnSpcReduction="10000"/>
          </a:bodyPr>
          <a:lstStyle/>
          <a:p>
            <a:r>
              <a:rPr lang="en-US" dirty="0"/>
              <a:t>If we imagine unwrapping the thread and nut from the shaft, we will have a wedge (representing the nut) being pushed up a long ramp (representing the thread).</a:t>
            </a:r>
          </a:p>
        </p:txBody>
      </p:sp>
      <p:sp>
        <p:nvSpPr>
          <p:cNvPr id="5" name="Rectangle 4"/>
          <p:cNvSpPr/>
          <p:nvPr/>
        </p:nvSpPr>
        <p:spPr>
          <a:xfrm rot="573550" flipH="1">
            <a:off x="2943740" y="5109377"/>
            <a:ext cx="4953000" cy="76200"/>
          </a:xfrm>
          <a:prstGeom prst="rect">
            <a:avLst/>
          </a:prstGeom>
        </p:spPr>
        <p:style>
          <a:lnRef idx="1">
            <a:schemeClr val="dk1"/>
          </a:lnRef>
          <a:fillRef idx="2">
            <a:schemeClr val="dk1"/>
          </a:fillRef>
          <a:effectRef idx="1">
            <a:schemeClr val="dk1"/>
          </a:effectRef>
          <a:fontRef idx="minor">
            <a:schemeClr val="dk1"/>
          </a:fontRef>
        </p:style>
        <p:txBody>
          <a:bodyPr rtlCol="0" anchor="ctr"/>
          <a:lstStyle/>
          <a:p>
            <a:pPr algn="ctr"/>
            <a:endParaRPr lang="en-US"/>
          </a:p>
        </p:txBody>
      </p:sp>
      <p:cxnSp>
        <p:nvCxnSpPr>
          <p:cNvPr id="25" name="Straight Arrow Connector 24"/>
          <p:cNvCxnSpPr>
            <a:cxnSpLocks/>
          </p:cNvCxnSpPr>
          <p:nvPr/>
        </p:nvCxnSpPr>
        <p:spPr>
          <a:xfrm flipH="1" flipV="1">
            <a:off x="6553200" y="5089210"/>
            <a:ext cx="990600" cy="11346"/>
          </a:xfrm>
          <a:prstGeom prst="straightConnector1">
            <a:avLst/>
          </a:prstGeom>
          <a:ln>
            <a:solidFill>
              <a:srgbClr val="FF0000"/>
            </a:solidFill>
            <a:prstDash val="solid"/>
            <a:tailEnd type="arrow"/>
          </a:ln>
        </p:spPr>
        <p:style>
          <a:lnRef idx="2">
            <a:schemeClr val="accent2"/>
          </a:lnRef>
          <a:fillRef idx="0">
            <a:schemeClr val="accent2"/>
          </a:fillRef>
          <a:effectRef idx="1">
            <a:schemeClr val="accent2"/>
          </a:effectRef>
          <a:fontRef idx="minor">
            <a:schemeClr val="tx1"/>
          </a:fontRef>
        </p:style>
      </p:cxnSp>
      <mc:AlternateContent xmlns:mc="http://schemas.openxmlformats.org/markup-compatibility/2006" xmlns:a14="http://schemas.microsoft.com/office/drawing/2010/main">
        <mc:Choice Requires="a14">
          <p:sp>
            <p:nvSpPr>
              <p:cNvPr id="26" name="Rectangle 25"/>
              <p:cNvSpPr/>
              <p:nvPr/>
            </p:nvSpPr>
            <p:spPr>
              <a:xfrm flipH="1">
                <a:off x="7607815" y="4854256"/>
                <a:ext cx="780406" cy="394019"/>
              </a:xfrm>
              <a:prstGeom prst="rect">
                <a:avLst/>
              </a:prstGeom>
            </p:spPr>
            <p:txBody>
              <a:bodyPr wrap="none">
                <a:spAutoFit/>
              </a:bodyPr>
              <a:lstStyle/>
              <a:p>
                <a:pPr/>
                <a14:m>
                  <m:oMathPara xmlns:m="http://schemas.openxmlformats.org/officeDocument/2006/math">
                    <m:oMathParaPr>
                      <m:jc m:val="centerGroup"/>
                    </m:oMathParaPr>
                    <m:oMath xmlns:m="http://schemas.openxmlformats.org/officeDocument/2006/math">
                      <m:sSub>
                        <m:sSubPr>
                          <m:ctrlPr>
                            <a:rPr lang="en-US" i="1" smtClean="0">
                              <a:solidFill>
                                <a:srgbClr val="FF0000"/>
                              </a:solidFill>
                              <a:latin typeface="Cambria Math" panose="02040503050406030204" pitchFamily="18" charset="0"/>
                            </a:rPr>
                          </m:ctrlPr>
                        </m:sSubPr>
                        <m:e>
                          <m:r>
                            <m:rPr>
                              <m:sty m:val="p"/>
                            </m:rPr>
                            <a:rPr lang="en-US">
                              <a:solidFill>
                                <a:srgbClr val="FF0000"/>
                              </a:solidFill>
                              <a:latin typeface="Cambria Math"/>
                            </a:rPr>
                            <m:t>F</m:t>
                          </m:r>
                        </m:e>
                        <m:sub>
                          <m:r>
                            <m:rPr>
                              <m:sty m:val="p"/>
                            </m:rPr>
                            <a:rPr lang="en-US" b="0" i="0" smtClean="0">
                              <a:solidFill>
                                <a:srgbClr val="FF0000"/>
                              </a:solidFill>
                              <a:latin typeface="Cambria Math"/>
                            </a:rPr>
                            <m:t>push</m:t>
                          </m:r>
                        </m:sub>
                      </m:sSub>
                    </m:oMath>
                  </m:oMathPara>
                </a14:m>
                <a:endParaRPr lang="en-US" dirty="0"/>
              </a:p>
            </p:txBody>
          </p:sp>
        </mc:Choice>
        <mc:Fallback xmlns="">
          <p:sp>
            <p:nvSpPr>
              <p:cNvPr id="26" name="Rectangle 25"/>
              <p:cNvSpPr>
                <a:spLocks noRot="1" noChangeAspect="1" noMove="1" noResize="1" noEditPoints="1" noAdjustHandles="1" noChangeArrowheads="1" noChangeShapeType="1" noTextEdit="1"/>
              </p:cNvSpPr>
              <p:nvPr/>
            </p:nvSpPr>
            <p:spPr>
              <a:xfrm flipH="1">
                <a:off x="7607815" y="4854256"/>
                <a:ext cx="780406" cy="394019"/>
              </a:xfrm>
              <a:prstGeom prst="rect">
                <a:avLst/>
              </a:prstGeom>
              <a:blipFill>
                <a:blip r:embed="rId3"/>
                <a:stretch>
                  <a:fillRect b="-9231"/>
                </a:stretch>
              </a:blipFill>
            </p:spPr>
            <p:txBody>
              <a:bodyPr/>
              <a:lstStyle/>
              <a:p>
                <a:r>
                  <a:rPr lang="en-US">
                    <a:noFill/>
                  </a:rPr>
                  <a:t> </a:t>
                </a:r>
              </a:p>
            </p:txBody>
          </p:sp>
        </mc:Fallback>
      </mc:AlternateContent>
      <p:cxnSp>
        <p:nvCxnSpPr>
          <p:cNvPr id="20" name="Straight Arrow Connector 19"/>
          <p:cNvCxnSpPr>
            <a:cxnSpLocks/>
          </p:cNvCxnSpPr>
          <p:nvPr/>
        </p:nvCxnSpPr>
        <p:spPr>
          <a:xfrm flipH="1">
            <a:off x="5334000" y="3951056"/>
            <a:ext cx="0" cy="979254"/>
          </a:xfrm>
          <a:prstGeom prst="straightConnector1">
            <a:avLst/>
          </a:prstGeom>
          <a:ln>
            <a:solidFill>
              <a:srgbClr val="FF0000"/>
            </a:solidFill>
            <a:prstDash val="solid"/>
            <a:tailEnd type="arrow"/>
          </a:ln>
        </p:spPr>
        <p:style>
          <a:lnRef idx="2">
            <a:schemeClr val="accent2"/>
          </a:lnRef>
          <a:fillRef idx="0">
            <a:schemeClr val="accent2"/>
          </a:fillRef>
          <a:effectRef idx="1">
            <a:schemeClr val="accent2"/>
          </a:effectRef>
          <a:fontRef idx="minor">
            <a:schemeClr val="tx1"/>
          </a:fontRef>
        </p:style>
      </p:cxnSp>
      <mc:AlternateContent xmlns:mc="http://schemas.openxmlformats.org/markup-compatibility/2006" xmlns:a14="http://schemas.microsoft.com/office/drawing/2010/main">
        <mc:Choice Requires="a14">
          <p:sp>
            <p:nvSpPr>
              <p:cNvPr id="27" name="Rectangle 26"/>
              <p:cNvSpPr/>
              <p:nvPr/>
            </p:nvSpPr>
            <p:spPr>
              <a:xfrm flipH="1">
                <a:off x="4826345" y="5885128"/>
                <a:ext cx="497187" cy="369332"/>
              </a:xfrm>
              <a:prstGeom prst="rect">
                <a:avLst/>
              </a:prstGeom>
            </p:spPr>
            <p:txBody>
              <a:bodyPr wrap="none">
                <a:spAutoFit/>
              </a:bodyPr>
              <a:lstStyle/>
              <a:p>
                <a:pPr/>
                <a14:m>
                  <m:oMathPara xmlns:m="http://schemas.openxmlformats.org/officeDocument/2006/math">
                    <m:oMathParaPr>
                      <m:jc m:val="centerGroup"/>
                    </m:oMathParaPr>
                    <m:oMath xmlns:m="http://schemas.openxmlformats.org/officeDocument/2006/math">
                      <m:sSub>
                        <m:sSubPr>
                          <m:ctrlPr>
                            <a:rPr lang="en-US" i="1" smtClean="0">
                              <a:solidFill>
                                <a:srgbClr val="FF0000"/>
                              </a:solidFill>
                              <a:latin typeface="Cambria Math" panose="02040503050406030204" pitchFamily="18" charset="0"/>
                            </a:rPr>
                          </m:ctrlPr>
                        </m:sSubPr>
                        <m:e>
                          <m:r>
                            <m:rPr>
                              <m:sty m:val="p"/>
                            </m:rPr>
                            <a:rPr lang="en-US">
                              <a:solidFill>
                                <a:srgbClr val="FF0000"/>
                              </a:solidFill>
                              <a:latin typeface="Cambria Math"/>
                            </a:rPr>
                            <m:t>F</m:t>
                          </m:r>
                        </m:e>
                        <m:sub>
                          <m:r>
                            <m:rPr>
                              <m:sty m:val="p"/>
                            </m:rPr>
                            <a:rPr lang="en-US" b="0" i="0" smtClean="0">
                              <a:solidFill>
                                <a:srgbClr val="FF0000"/>
                              </a:solidFill>
                              <a:latin typeface="Cambria Math"/>
                            </a:rPr>
                            <m:t>N</m:t>
                          </m:r>
                        </m:sub>
                      </m:sSub>
                    </m:oMath>
                  </m:oMathPara>
                </a14:m>
                <a:endParaRPr lang="en-US" dirty="0"/>
              </a:p>
            </p:txBody>
          </p:sp>
        </mc:Choice>
        <mc:Fallback xmlns="">
          <p:sp>
            <p:nvSpPr>
              <p:cNvPr id="27" name="Rectangle 26"/>
              <p:cNvSpPr>
                <a:spLocks noRot="1" noChangeAspect="1" noMove="1" noResize="1" noEditPoints="1" noAdjustHandles="1" noChangeArrowheads="1" noChangeShapeType="1" noTextEdit="1"/>
              </p:cNvSpPr>
              <p:nvPr/>
            </p:nvSpPr>
            <p:spPr>
              <a:xfrm flipH="1">
                <a:off x="4826345" y="5885128"/>
                <a:ext cx="497187" cy="369332"/>
              </a:xfrm>
              <a:prstGeom prst="rect">
                <a:avLst/>
              </a:prstGeom>
              <a:blipFill>
                <a:blip r:embed="rId4"/>
                <a:stretch>
                  <a:fillRect/>
                </a:stretch>
              </a:blipFill>
            </p:spPr>
            <p:txBody>
              <a:bodyPr/>
              <a:lstStyle/>
              <a:p>
                <a:r>
                  <a:rPr lang="en-US">
                    <a:noFill/>
                  </a:rPr>
                  <a:t> </a:t>
                </a:r>
              </a:p>
            </p:txBody>
          </p:sp>
        </mc:Fallback>
      </mc:AlternateContent>
      <mc:AlternateContent xmlns:mc="http://schemas.openxmlformats.org/markup-compatibility/2006" xmlns:a14="http://schemas.microsoft.com/office/drawing/2010/main">
        <mc:Choice Requires="a14">
          <p:sp>
            <p:nvSpPr>
              <p:cNvPr id="28" name="Rectangle 27"/>
              <p:cNvSpPr/>
              <p:nvPr/>
            </p:nvSpPr>
            <p:spPr>
              <a:xfrm flipH="1">
                <a:off x="4985656" y="3592284"/>
                <a:ext cx="723211" cy="369332"/>
              </a:xfrm>
              <a:prstGeom prst="rect">
                <a:avLst/>
              </a:prstGeom>
            </p:spPr>
            <p:txBody>
              <a:bodyPr wrap="none">
                <a:spAutoFit/>
              </a:bodyPr>
              <a:lstStyle/>
              <a:p>
                <a:pPr/>
                <a14:m>
                  <m:oMathPara xmlns:m="http://schemas.openxmlformats.org/officeDocument/2006/math">
                    <m:oMathParaPr>
                      <m:jc m:val="centerGroup"/>
                    </m:oMathParaPr>
                    <m:oMath xmlns:m="http://schemas.openxmlformats.org/officeDocument/2006/math">
                      <m:sSub>
                        <m:sSubPr>
                          <m:ctrlPr>
                            <a:rPr lang="en-US" i="1" smtClean="0">
                              <a:solidFill>
                                <a:srgbClr val="FF0000"/>
                              </a:solidFill>
                              <a:latin typeface="Cambria Math" panose="02040503050406030204" pitchFamily="18" charset="0"/>
                            </a:rPr>
                          </m:ctrlPr>
                        </m:sSubPr>
                        <m:e>
                          <m:r>
                            <m:rPr>
                              <m:sty m:val="p"/>
                            </m:rPr>
                            <a:rPr lang="en-US">
                              <a:solidFill>
                                <a:srgbClr val="FF0000"/>
                              </a:solidFill>
                              <a:latin typeface="Cambria Math"/>
                            </a:rPr>
                            <m:t>F</m:t>
                          </m:r>
                        </m:e>
                        <m:sub>
                          <m:r>
                            <m:rPr>
                              <m:sty m:val="p"/>
                            </m:rPr>
                            <a:rPr lang="en-US" b="0" i="0" smtClean="0">
                              <a:solidFill>
                                <a:srgbClr val="FF0000"/>
                              </a:solidFill>
                              <a:latin typeface="Cambria Math"/>
                            </a:rPr>
                            <m:t>load</m:t>
                          </m:r>
                        </m:sub>
                      </m:sSub>
                    </m:oMath>
                  </m:oMathPara>
                </a14:m>
                <a:endParaRPr lang="en-US" dirty="0"/>
              </a:p>
            </p:txBody>
          </p:sp>
        </mc:Choice>
        <mc:Fallback xmlns="">
          <p:sp>
            <p:nvSpPr>
              <p:cNvPr id="28" name="Rectangle 27"/>
              <p:cNvSpPr>
                <a:spLocks noRot="1" noChangeAspect="1" noMove="1" noResize="1" noEditPoints="1" noAdjustHandles="1" noChangeArrowheads="1" noChangeShapeType="1" noTextEdit="1"/>
              </p:cNvSpPr>
              <p:nvPr/>
            </p:nvSpPr>
            <p:spPr>
              <a:xfrm flipH="1">
                <a:off x="4985656" y="3592284"/>
                <a:ext cx="723211" cy="369332"/>
              </a:xfrm>
              <a:prstGeom prst="rect">
                <a:avLst/>
              </a:prstGeom>
              <a:blipFill>
                <a:blip r:embed="rId5"/>
                <a:stretch>
                  <a:fillRect/>
                </a:stretch>
              </a:blipFill>
            </p:spPr>
            <p:txBody>
              <a:bodyPr/>
              <a:lstStyle/>
              <a:p>
                <a:r>
                  <a:rPr lang="en-US">
                    <a:noFill/>
                  </a:rPr>
                  <a:t> </a:t>
                </a:r>
              </a:p>
            </p:txBody>
          </p:sp>
        </mc:Fallback>
      </mc:AlternateContent>
      <mc:AlternateContent xmlns:mc="http://schemas.openxmlformats.org/markup-compatibility/2006" xmlns:a14="http://schemas.microsoft.com/office/drawing/2010/main">
        <mc:Choice Requires="a14">
          <p:sp>
            <p:nvSpPr>
              <p:cNvPr id="31" name="Rectangle 30"/>
              <p:cNvSpPr/>
              <p:nvPr/>
            </p:nvSpPr>
            <p:spPr>
              <a:xfrm flipH="1">
                <a:off x="5658036" y="5286007"/>
                <a:ext cx="429861" cy="369332"/>
              </a:xfrm>
              <a:prstGeom prst="rect">
                <a:avLst/>
              </a:prstGeom>
            </p:spPr>
            <p:txBody>
              <a:bodyPr wrap="none">
                <a:spAutoFit/>
              </a:bodyPr>
              <a:lstStyle/>
              <a:p>
                <a:pPr/>
                <a14:m>
                  <m:oMathPara xmlns:m="http://schemas.openxmlformats.org/officeDocument/2006/math">
                    <m:oMathParaPr>
                      <m:jc m:val="centerGroup"/>
                    </m:oMathParaPr>
                    <m:oMath xmlns:m="http://schemas.openxmlformats.org/officeDocument/2006/math">
                      <m:sSub>
                        <m:sSubPr>
                          <m:ctrlPr>
                            <a:rPr lang="en-US" i="1" smtClean="0">
                              <a:solidFill>
                                <a:srgbClr val="FF0000"/>
                              </a:solidFill>
                              <a:latin typeface="Cambria Math" panose="02040503050406030204" pitchFamily="18" charset="0"/>
                            </a:rPr>
                          </m:ctrlPr>
                        </m:sSubPr>
                        <m:e>
                          <m:r>
                            <m:rPr>
                              <m:sty m:val="p"/>
                            </m:rPr>
                            <a:rPr lang="en-US">
                              <a:solidFill>
                                <a:srgbClr val="FF0000"/>
                              </a:solidFill>
                              <a:latin typeface="Cambria Math"/>
                            </a:rPr>
                            <m:t>F</m:t>
                          </m:r>
                        </m:e>
                        <m:sub>
                          <m:r>
                            <m:rPr>
                              <m:sty m:val="p"/>
                            </m:rPr>
                            <a:rPr lang="en-US" b="0" i="0" smtClean="0">
                              <a:solidFill>
                                <a:srgbClr val="FF0000"/>
                              </a:solidFill>
                              <a:latin typeface="Cambria Math"/>
                            </a:rPr>
                            <m:t>f</m:t>
                          </m:r>
                        </m:sub>
                      </m:sSub>
                    </m:oMath>
                  </m:oMathPara>
                </a14:m>
                <a:endParaRPr lang="en-US" dirty="0"/>
              </a:p>
            </p:txBody>
          </p:sp>
        </mc:Choice>
        <mc:Fallback xmlns="">
          <p:sp>
            <p:nvSpPr>
              <p:cNvPr id="31" name="Rectangle 30"/>
              <p:cNvSpPr>
                <a:spLocks noRot="1" noChangeAspect="1" noMove="1" noResize="1" noEditPoints="1" noAdjustHandles="1" noChangeArrowheads="1" noChangeShapeType="1" noTextEdit="1"/>
              </p:cNvSpPr>
              <p:nvPr/>
            </p:nvSpPr>
            <p:spPr>
              <a:xfrm flipH="1">
                <a:off x="5658036" y="5286007"/>
                <a:ext cx="429861" cy="369332"/>
              </a:xfrm>
              <a:prstGeom prst="rect">
                <a:avLst/>
              </a:prstGeom>
              <a:blipFill>
                <a:blip r:embed="rId6"/>
                <a:stretch>
                  <a:fillRect/>
                </a:stretch>
              </a:blipFill>
            </p:spPr>
            <p:txBody>
              <a:bodyPr/>
              <a:lstStyle/>
              <a:p>
                <a:r>
                  <a:rPr lang="en-US">
                    <a:noFill/>
                  </a:rPr>
                  <a:t> </a:t>
                </a:r>
              </a:p>
            </p:txBody>
          </p:sp>
        </mc:Fallback>
      </mc:AlternateContent>
      <p:cxnSp>
        <p:nvCxnSpPr>
          <p:cNvPr id="33" name="Straight Arrow Connector 32"/>
          <p:cNvCxnSpPr>
            <a:cxnSpLocks/>
          </p:cNvCxnSpPr>
          <p:nvPr/>
        </p:nvCxnSpPr>
        <p:spPr>
          <a:xfrm flipV="1">
            <a:off x="5181600" y="5110975"/>
            <a:ext cx="155182" cy="717003"/>
          </a:xfrm>
          <a:prstGeom prst="straightConnector1">
            <a:avLst/>
          </a:prstGeom>
          <a:ln>
            <a:solidFill>
              <a:srgbClr val="FF0000"/>
            </a:solidFill>
            <a:prstDash val="solid"/>
            <a:tailEnd type="arrow"/>
          </a:ln>
        </p:spPr>
        <p:style>
          <a:lnRef idx="2">
            <a:schemeClr val="accent2"/>
          </a:lnRef>
          <a:fillRef idx="0">
            <a:schemeClr val="accent2"/>
          </a:fillRef>
          <a:effectRef idx="1">
            <a:schemeClr val="accent2"/>
          </a:effectRef>
          <a:fontRef idx="minor">
            <a:schemeClr val="tx1"/>
          </a:fontRef>
        </p:style>
      </p:cxnSp>
      <p:cxnSp>
        <p:nvCxnSpPr>
          <p:cNvPr id="34" name="Straight Arrow Connector 33"/>
          <p:cNvCxnSpPr>
            <a:cxnSpLocks/>
          </p:cNvCxnSpPr>
          <p:nvPr/>
        </p:nvCxnSpPr>
        <p:spPr>
          <a:xfrm>
            <a:off x="4953000" y="5029200"/>
            <a:ext cx="848239" cy="157917"/>
          </a:xfrm>
          <a:prstGeom prst="straightConnector1">
            <a:avLst/>
          </a:prstGeom>
          <a:ln>
            <a:solidFill>
              <a:srgbClr val="FF0000"/>
            </a:solidFill>
            <a:prstDash val="solid"/>
            <a:tailEnd type="arrow"/>
          </a:ln>
        </p:spPr>
        <p:style>
          <a:lnRef idx="2">
            <a:schemeClr val="accent2"/>
          </a:lnRef>
          <a:fillRef idx="0">
            <a:schemeClr val="accent2"/>
          </a:fillRef>
          <a:effectRef idx="1">
            <a:schemeClr val="accent2"/>
          </a:effectRef>
          <a:fontRef idx="minor">
            <a:schemeClr val="tx1"/>
          </a:fontRef>
        </p:style>
      </p:cxnSp>
      <p:sp>
        <p:nvSpPr>
          <p:cNvPr id="7" name="Title 6"/>
          <p:cNvSpPr>
            <a:spLocks noGrp="1"/>
          </p:cNvSpPr>
          <p:nvPr>
            <p:ph type="title"/>
          </p:nvPr>
        </p:nvSpPr>
        <p:spPr/>
        <p:txBody>
          <a:bodyPr/>
          <a:lstStyle/>
          <a:p>
            <a:r>
              <a:rPr lang="en-US" dirty="0"/>
              <a:t>Power Screws and Wedges</a:t>
            </a:r>
          </a:p>
        </p:txBody>
      </p:sp>
      <p:pic>
        <p:nvPicPr>
          <p:cNvPr id="6" name="Picture 5" descr="Chart, funnel chart&#10;&#10;Description automatically generated">
            <a:extLst>
              <a:ext uri="{FF2B5EF4-FFF2-40B4-BE49-F238E27FC236}">
                <a16:creationId xmlns:a16="http://schemas.microsoft.com/office/drawing/2014/main" id="{2677E925-22C6-4D0C-922D-D2063256CE06}"/>
              </a:ext>
            </a:extLst>
          </p:cNvPr>
          <p:cNvPicPr>
            <a:picLocks noChangeAspect="1"/>
          </p:cNvPicPr>
          <p:nvPr/>
        </p:nvPicPr>
        <p:blipFill>
          <a:blip r:embed="rId7">
            <a:extLst>
              <a:ext uri="{28A0092B-C50C-407E-A947-70E740481C1C}">
                <a14:useLocalDpi xmlns:a14="http://schemas.microsoft.com/office/drawing/2010/main" val="0"/>
              </a:ext>
            </a:extLst>
          </a:blip>
          <a:stretch>
            <a:fillRect/>
          </a:stretch>
        </p:blipFill>
        <p:spPr>
          <a:xfrm>
            <a:off x="241689" y="3746586"/>
            <a:ext cx="2697454" cy="2723144"/>
          </a:xfrm>
          <a:prstGeom prst="rect">
            <a:avLst/>
          </a:prstGeom>
        </p:spPr>
      </p:pic>
    </p:spTree>
    <p:extLst>
      <p:ext uri="{BB962C8B-B14F-4D97-AF65-F5344CB8AC3E}">
        <p14:creationId xmlns:p14="http://schemas.microsoft.com/office/powerpoint/2010/main" val="3653698240"/>
      </p:ext>
    </p:extLst>
  </p:cSld>
  <p:clrMapOvr>
    <a:masterClrMapping/>
  </p:clrMapOvr>
  <p:timing>
    <p:tnLst>
      <p:par>
        <p:cTn id="1" dur="indefinite" restart="never" nodeType="tmRoot">
          <p:childTnLst>
            <p:seq concurrent="1" nextAc="seek">
              <p:cTn id="2" dur="indefinite" nodeType="mainSeq">
                <p:childTnLst>
                  <p:par>
                    <p:cTn id="3" fill="hold">
                      <p:stCondLst>
                        <p:cond delay="indefinite"/>
                      </p:stCondLst>
                      <p:childTnLst>
                        <p:par>
                          <p:cTn id="4" fill="hold">
                            <p:stCondLst>
                              <p:cond delay="0"/>
                            </p:stCondLst>
                            <p:childTnLst>
                              <p:par>
                                <p:cTn id="5" presetID="10" presetClass="entr" presetSubtype="0" fill="hold" grpId="0" nodeType="clickEffect">
                                  <p:stCondLst>
                                    <p:cond delay="0"/>
                                  </p:stCondLst>
                                  <p:childTnLst>
                                    <p:set>
                                      <p:cBhvr>
                                        <p:cTn id="6" dur="1" fill="hold">
                                          <p:stCondLst>
                                            <p:cond delay="0"/>
                                          </p:stCondLst>
                                        </p:cTn>
                                        <p:tgtEl>
                                          <p:spTgt spid="24"/>
                                        </p:tgtEl>
                                        <p:attrNameLst>
                                          <p:attrName>style.visibility</p:attrName>
                                        </p:attrNameLst>
                                      </p:cBhvr>
                                      <p:to>
                                        <p:strVal val="visible"/>
                                      </p:to>
                                    </p:set>
                                    <p:animEffect transition="in" filter="fade">
                                      <p:cBhvr>
                                        <p:cTn id="7" dur="500"/>
                                        <p:tgtEl>
                                          <p:spTgt spid="24"/>
                                        </p:tgtEl>
                                      </p:cBhvr>
                                    </p:animEffect>
                                  </p:childTnLst>
                                </p:cTn>
                              </p:par>
                            </p:childTnLst>
                          </p:cTn>
                        </p:par>
                      </p:childTnLst>
                    </p:cTn>
                  </p:par>
                  <p:par>
                    <p:cTn id="8" fill="hold">
                      <p:stCondLst>
                        <p:cond delay="indefinite"/>
                      </p:stCondLst>
                      <p:childTnLst>
                        <p:par>
                          <p:cTn id="9" fill="hold">
                            <p:stCondLst>
                              <p:cond delay="0"/>
                            </p:stCondLst>
                            <p:childTnLst>
                              <p:par>
                                <p:cTn id="10" presetID="10" presetClass="entr" presetSubtype="0" fill="hold" grpId="0" nodeType="clickEffect">
                                  <p:stCondLst>
                                    <p:cond delay="0"/>
                                  </p:stCondLst>
                                  <p:childTnLst>
                                    <p:set>
                                      <p:cBhvr>
                                        <p:cTn id="11" dur="1" fill="hold">
                                          <p:stCondLst>
                                            <p:cond delay="0"/>
                                          </p:stCondLst>
                                        </p:cTn>
                                        <p:tgtEl>
                                          <p:spTgt spid="5"/>
                                        </p:tgtEl>
                                        <p:attrNameLst>
                                          <p:attrName>style.visibility</p:attrName>
                                        </p:attrNameLst>
                                      </p:cBhvr>
                                      <p:to>
                                        <p:strVal val="visible"/>
                                      </p:to>
                                    </p:set>
                                    <p:animEffect transition="in" filter="fade">
                                      <p:cBhvr>
                                        <p:cTn id="12" dur="500"/>
                                        <p:tgtEl>
                                          <p:spTgt spid="5"/>
                                        </p:tgtEl>
                                      </p:cBhvr>
                                    </p:animEffect>
                                  </p:childTnLst>
                                </p:cTn>
                              </p:par>
                            </p:childTnLst>
                          </p:cTn>
                        </p:par>
                      </p:childTnLst>
                    </p:cTn>
                  </p:par>
                  <p:par>
                    <p:cTn id="13" fill="hold">
                      <p:stCondLst>
                        <p:cond delay="indefinite"/>
                      </p:stCondLst>
                      <p:childTnLst>
                        <p:par>
                          <p:cTn id="14" fill="hold">
                            <p:stCondLst>
                              <p:cond delay="0"/>
                            </p:stCondLst>
                            <p:childTnLst>
                              <p:par>
                                <p:cTn id="15" presetID="10" presetClass="entr" presetSubtype="0" fill="hold" grpId="0" nodeType="clickEffect">
                                  <p:stCondLst>
                                    <p:cond delay="0"/>
                                  </p:stCondLst>
                                  <p:childTnLst>
                                    <p:set>
                                      <p:cBhvr>
                                        <p:cTn id="16" dur="1" fill="hold">
                                          <p:stCondLst>
                                            <p:cond delay="0"/>
                                          </p:stCondLst>
                                        </p:cTn>
                                        <p:tgtEl>
                                          <p:spTgt spid="26"/>
                                        </p:tgtEl>
                                        <p:attrNameLst>
                                          <p:attrName>style.visibility</p:attrName>
                                        </p:attrNameLst>
                                      </p:cBhvr>
                                      <p:to>
                                        <p:strVal val="visible"/>
                                      </p:to>
                                    </p:set>
                                    <p:animEffect transition="in" filter="fade">
                                      <p:cBhvr>
                                        <p:cTn id="17" dur="500"/>
                                        <p:tgtEl>
                                          <p:spTgt spid="26"/>
                                        </p:tgtEl>
                                      </p:cBhvr>
                                    </p:animEffect>
                                  </p:childTnLst>
                                </p:cTn>
                              </p:par>
                              <p:par>
                                <p:cTn id="18" presetID="10" presetClass="entr" presetSubtype="0" fill="hold" nodeType="withEffect">
                                  <p:stCondLst>
                                    <p:cond delay="0"/>
                                  </p:stCondLst>
                                  <p:childTnLst>
                                    <p:set>
                                      <p:cBhvr>
                                        <p:cTn id="19" dur="1" fill="hold">
                                          <p:stCondLst>
                                            <p:cond delay="0"/>
                                          </p:stCondLst>
                                        </p:cTn>
                                        <p:tgtEl>
                                          <p:spTgt spid="25"/>
                                        </p:tgtEl>
                                        <p:attrNameLst>
                                          <p:attrName>style.visibility</p:attrName>
                                        </p:attrNameLst>
                                      </p:cBhvr>
                                      <p:to>
                                        <p:strVal val="visible"/>
                                      </p:to>
                                    </p:set>
                                    <p:animEffect transition="in" filter="fade">
                                      <p:cBhvr>
                                        <p:cTn id="20" dur="500"/>
                                        <p:tgtEl>
                                          <p:spTgt spid="25"/>
                                        </p:tgtEl>
                                      </p:cBhvr>
                                    </p:animEffect>
                                  </p:childTnLst>
                                </p:cTn>
                              </p:par>
                            </p:childTnLst>
                          </p:cTn>
                        </p:par>
                      </p:childTnLst>
                    </p:cTn>
                  </p:par>
                  <p:par>
                    <p:cTn id="21" fill="hold">
                      <p:stCondLst>
                        <p:cond delay="indefinite"/>
                      </p:stCondLst>
                      <p:childTnLst>
                        <p:par>
                          <p:cTn id="22" fill="hold">
                            <p:stCondLst>
                              <p:cond delay="0"/>
                            </p:stCondLst>
                            <p:childTnLst>
                              <p:par>
                                <p:cTn id="23" presetID="10" presetClass="entr" presetSubtype="0" fill="hold" nodeType="clickEffect">
                                  <p:stCondLst>
                                    <p:cond delay="0"/>
                                  </p:stCondLst>
                                  <p:childTnLst>
                                    <p:set>
                                      <p:cBhvr>
                                        <p:cTn id="24" dur="1" fill="hold">
                                          <p:stCondLst>
                                            <p:cond delay="0"/>
                                          </p:stCondLst>
                                        </p:cTn>
                                        <p:tgtEl>
                                          <p:spTgt spid="20"/>
                                        </p:tgtEl>
                                        <p:attrNameLst>
                                          <p:attrName>style.visibility</p:attrName>
                                        </p:attrNameLst>
                                      </p:cBhvr>
                                      <p:to>
                                        <p:strVal val="visible"/>
                                      </p:to>
                                    </p:set>
                                    <p:animEffect transition="in" filter="fade">
                                      <p:cBhvr>
                                        <p:cTn id="25" dur="500"/>
                                        <p:tgtEl>
                                          <p:spTgt spid="20"/>
                                        </p:tgtEl>
                                      </p:cBhvr>
                                    </p:animEffect>
                                  </p:childTnLst>
                                </p:cTn>
                              </p:par>
                              <p:par>
                                <p:cTn id="26" presetID="10" presetClass="entr" presetSubtype="0" fill="hold" grpId="0" nodeType="withEffect">
                                  <p:stCondLst>
                                    <p:cond delay="0"/>
                                  </p:stCondLst>
                                  <p:childTnLst>
                                    <p:set>
                                      <p:cBhvr>
                                        <p:cTn id="27" dur="1" fill="hold">
                                          <p:stCondLst>
                                            <p:cond delay="0"/>
                                          </p:stCondLst>
                                        </p:cTn>
                                        <p:tgtEl>
                                          <p:spTgt spid="28"/>
                                        </p:tgtEl>
                                        <p:attrNameLst>
                                          <p:attrName>style.visibility</p:attrName>
                                        </p:attrNameLst>
                                      </p:cBhvr>
                                      <p:to>
                                        <p:strVal val="visible"/>
                                      </p:to>
                                    </p:set>
                                    <p:animEffect transition="in" filter="fade">
                                      <p:cBhvr>
                                        <p:cTn id="28" dur="500"/>
                                        <p:tgtEl>
                                          <p:spTgt spid="28"/>
                                        </p:tgtEl>
                                      </p:cBhvr>
                                    </p:animEffect>
                                  </p:childTnLst>
                                </p:cTn>
                              </p:par>
                            </p:childTnLst>
                          </p:cTn>
                        </p:par>
                      </p:childTnLst>
                    </p:cTn>
                  </p:par>
                  <p:par>
                    <p:cTn id="29" fill="hold">
                      <p:stCondLst>
                        <p:cond delay="indefinite"/>
                      </p:stCondLst>
                      <p:childTnLst>
                        <p:par>
                          <p:cTn id="30" fill="hold">
                            <p:stCondLst>
                              <p:cond delay="0"/>
                            </p:stCondLst>
                            <p:childTnLst>
                              <p:par>
                                <p:cTn id="31" presetID="10" presetClass="entr" presetSubtype="0" fill="hold" nodeType="clickEffect">
                                  <p:stCondLst>
                                    <p:cond delay="0"/>
                                  </p:stCondLst>
                                  <p:childTnLst>
                                    <p:set>
                                      <p:cBhvr>
                                        <p:cTn id="32" dur="1" fill="hold">
                                          <p:stCondLst>
                                            <p:cond delay="0"/>
                                          </p:stCondLst>
                                        </p:cTn>
                                        <p:tgtEl>
                                          <p:spTgt spid="33"/>
                                        </p:tgtEl>
                                        <p:attrNameLst>
                                          <p:attrName>style.visibility</p:attrName>
                                        </p:attrNameLst>
                                      </p:cBhvr>
                                      <p:to>
                                        <p:strVal val="visible"/>
                                      </p:to>
                                    </p:set>
                                    <p:animEffect transition="in" filter="fade">
                                      <p:cBhvr>
                                        <p:cTn id="33" dur="500"/>
                                        <p:tgtEl>
                                          <p:spTgt spid="33"/>
                                        </p:tgtEl>
                                      </p:cBhvr>
                                    </p:animEffect>
                                  </p:childTnLst>
                                </p:cTn>
                              </p:par>
                              <p:par>
                                <p:cTn id="34" presetID="10" presetClass="entr" presetSubtype="0" fill="hold" grpId="0" nodeType="withEffect">
                                  <p:stCondLst>
                                    <p:cond delay="0"/>
                                  </p:stCondLst>
                                  <p:childTnLst>
                                    <p:set>
                                      <p:cBhvr>
                                        <p:cTn id="35" dur="1" fill="hold">
                                          <p:stCondLst>
                                            <p:cond delay="0"/>
                                          </p:stCondLst>
                                        </p:cTn>
                                        <p:tgtEl>
                                          <p:spTgt spid="27"/>
                                        </p:tgtEl>
                                        <p:attrNameLst>
                                          <p:attrName>style.visibility</p:attrName>
                                        </p:attrNameLst>
                                      </p:cBhvr>
                                      <p:to>
                                        <p:strVal val="visible"/>
                                      </p:to>
                                    </p:set>
                                    <p:animEffect transition="in" filter="fade">
                                      <p:cBhvr>
                                        <p:cTn id="36" dur="500"/>
                                        <p:tgtEl>
                                          <p:spTgt spid="27"/>
                                        </p:tgtEl>
                                      </p:cBhvr>
                                    </p:animEffect>
                                  </p:childTnLst>
                                </p:cTn>
                              </p:par>
                            </p:childTnLst>
                          </p:cTn>
                        </p:par>
                      </p:childTnLst>
                    </p:cTn>
                  </p:par>
                  <p:par>
                    <p:cTn id="37" fill="hold">
                      <p:stCondLst>
                        <p:cond delay="indefinite"/>
                      </p:stCondLst>
                      <p:childTnLst>
                        <p:par>
                          <p:cTn id="38" fill="hold">
                            <p:stCondLst>
                              <p:cond delay="0"/>
                            </p:stCondLst>
                            <p:childTnLst>
                              <p:par>
                                <p:cTn id="39" presetID="10" presetClass="entr" presetSubtype="0" fill="hold" nodeType="clickEffect">
                                  <p:stCondLst>
                                    <p:cond delay="0"/>
                                  </p:stCondLst>
                                  <p:childTnLst>
                                    <p:set>
                                      <p:cBhvr>
                                        <p:cTn id="40" dur="1" fill="hold">
                                          <p:stCondLst>
                                            <p:cond delay="0"/>
                                          </p:stCondLst>
                                        </p:cTn>
                                        <p:tgtEl>
                                          <p:spTgt spid="34"/>
                                        </p:tgtEl>
                                        <p:attrNameLst>
                                          <p:attrName>style.visibility</p:attrName>
                                        </p:attrNameLst>
                                      </p:cBhvr>
                                      <p:to>
                                        <p:strVal val="visible"/>
                                      </p:to>
                                    </p:set>
                                    <p:animEffect transition="in" filter="fade">
                                      <p:cBhvr>
                                        <p:cTn id="41" dur="500"/>
                                        <p:tgtEl>
                                          <p:spTgt spid="34"/>
                                        </p:tgtEl>
                                      </p:cBhvr>
                                    </p:animEffect>
                                  </p:childTnLst>
                                </p:cTn>
                              </p:par>
                              <p:par>
                                <p:cTn id="42" presetID="10" presetClass="entr" presetSubtype="0" fill="hold" grpId="0" nodeType="withEffect">
                                  <p:stCondLst>
                                    <p:cond delay="0"/>
                                  </p:stCondLst>
                                  <p:childTnLst>
                                    <p:set>
                                      <p:cBhvr>
                                        <p:cTn id="43" dur="1" fill="hold">
                                          <p:stCondLst>
                                            <p:cond delay="0"/>
                                          </p:stCondLst>
                                        </p:cTn>
                                        <p:tgtEl>
                                          <p:spTgt spid="31"/>
                                        </p:tgtEl>
                                        <p:attrNameLst>
                                          <p:attrName>style.visibility</p:attrName>
                                        </p:attrNameLst>
                                      </p:cBhvr>
                                      <p:to>
                                        <p:strVal val="visible"/>
                                      </p:to>
                                    </p:set>
                                    <p:animEffect transition="in" filter="fade">
                                      <p:cBhvr>
                                        <p:cTn id="44" dur="500"/>
                                        <p:tgtEl>
                                          <p:spTgt spid="31"/>
                                        </p:tgtEl>
                                      </p:cBhvr>
                                    </p:animEffect>
                                  </p:childTnLst>
                                </p:cTn>
                              </p:par>
                            </p:childTnLst>
                          </p:cTn>
                        </p:par>
                      </p:childTnLst>
                    </p:cTn>
                  </p:par>
                </p:childTnLst>
              </p:cTn>
              <p:prevCondLst>
                <p:cond evt="onPrev" delay="0">
                  <p:tgtEl>
                    <p:sldTgt/>
                  </p:tgtEl>
                </p:cond>
              </p:prevCondLst>
              <p:nextCondLst>
                <p:cond evt="onNext" delay="0">
                  <p:tgtEl>
                    <p:sldTgt/>
                  </p:tgtEl>
                </p:cond>
              </p:nextCondLst>
            </p:seq>
          </p:childTnLst>
        </p:cTn>
      </p:par>
    </p:tnLst>
    <p:bldLst>
      <p:bldP spid="24" grpId="0" animBg="1"/>
      <p:bldP spid="5" grpId="0" animBg="1"/>
      <p:bldP spid="26" grpId="0"/>
      <p:bldP spid="27" grpId="0"/>
      <p:bldP spid="28" grpId="0"/>
      <p:bldP spid="31" grpId="0"/>
    </p:bldLst>
  </p:timing>
</p:sld>
</file>

<file path=ppt/slides/slide4.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le 1"/>
          <p:cNvSpPr>
            <a:spLocks noGrp="1"/>
          </p:cNvSpPr>
          <p:nvPr>
            <p:ph type="title"/>
          </p:nvPr>
        </p:nvSpPr>
        <p:spPr/>
        <p:txBody>
          <a:bodyPr/>
          <a:lstStyle/>
          <a:p>
            <a:r>
              <a:rPr lang="en-US" dirty="0"/>
              <a:t>Power Screws and Wedges</a:t>
            </a:r>
          </a:p>
        </p:txBody>
      </p:sp>
      <p:sp>
        <p:nvSpPr>
          <p:cNvPr id="3" name="Content Placeholder 2"/>
          <p:cNvSpPr>
            <a:spLocks noGrp="1"/>
          </p:cNvSpPr>
          <p:nvPr>
            <p:ph idx="1"/>
          </p:nvPr>
        </p:nvSpPr>
        <p:spPr>
          <a:xfrm>
            <a:off x="457200" y="1600201"/>
            <a:ext cx="8229600" cy="1285365"/>
          </a:xfrm>
        </p:spPr>
        <p:txBody>
          <a:bodyPr>
            <a:normAutofit fontScale="92500" lnSpcReduction="20000"/>
          </a:bodyPr>
          <a:lstStyle/>
          <a:p>
            <a:r>
              <a:rPr lang="en-US" dirty="0"/>
              <a:t>One key aspect in analysis is to find the “lead angle” based on the “threads per inch”, or the “pitch”.</a:t>
            </a:r>
          </a:p>
        </p:txBody>
      </p:sp>
      <p:sp>
        <p:nvSpPr>
          <p:cNvPr id="4" name="Slide Number Placeholder 3"/>
          <p:cNvSpPr>
            <a:spLocks noGrp="1"/>
          </p:cNvSpPr>
          <p:nvPr>
            <p:ph type="sldNum" sz="quarter" idx="12"/>
          </p:nvPr>
        </p:nvSpPr>
        <p:spPr/>
        <p:txBody>
          <a:bodyPr/>
          <a:lstStyle/>
          <a:p>
            <a:fld id="{929262FE-7F58-4A1E-8AF3-5A510A86DEBD}" type="slidenum">
              <a:rPr lang="en-US" smtClean="0"/>
              <a:t>4</a:t>
            </a:fld>
            <a:endParaRPr lang="en-US" dirty="0"/>
          </a:p>
        </p:txBody>
      </p:sp>
      <p:sp>
        <p:nvSpPr>
          <p:cNvPr id="6" name="Isosceles Triangle 5"/>
          <p:cNvSpPr/>
          <p:nvPr/>
        </p:nvSpPr>
        <p:spPr>
          <a:xfrm rot="10800000" flipH="1">
            <a:off x="4572000" y="3334165"/>
            <a:ext cx="1981200" cy="327489"/>
          </a:xfrm>
          <a:prstGeom prst="triangle">
            <a:avLst>
              <a:gd name="adj" fmla="val 0"/>
            </a:avLst>
          </a:prstGeom>
        </p:spPr>
        <p:style>
          <a:lnRef idx="1">
            <a:schemeClr val="dk1"/>
          </a:lnRef>
          <a:fillRef idx="2">
            <a:schemeClr val="dk1"/>
          </a:fillRef>
          <a:effectRef idx="1">
            <a:schemeClr val="dk1"/>
          </a:effectRef>
          <a:fontRef idx="minor">
            <a:schemeClr val="dk1"/>
          </a:fontRef>
        </p:style>
        <p:txBody>
          <a:bodyPr rtlCol="0" anchor="ctr"/>
          <a:lstStyle/>
          <a:p>
            <a:pPr algn="ctr"/>
            <a:endParaRPr lang="en-US"/>
          </a:p>
        </p:txBody>
      </p:sp>
      <p:sp>
        <p:nvSpPr>
          <p:cNvPr id="7" name="Rectangle 6"/>
          <p:cNvSpPr/>
          <p:nvPr/>
        </p:nvSpPr>
        <p:spPr>
          <a:xfrm rot="21026450">
            <a:off x="2943740" y="3513232"/>
            <a:ext cx="4953000" cy="76200"/>
          </a:xfrm>
          <a:prstGeom prst="rect">
            <a:avLst/>
          </a:prstGeom>
        </p:spPr>
        <p:style>
          <a:lnRef idx="1">
            <a:schemeClr val="dk1"/>
          </a:lnRef>
          <a:fillRef idx="2">
            <a:schemeClr val="dk1"/>
          </a:fillRef>
          <a:effectRef idx="1">
            <a:schemeClr val="dk1"/>
          </a:effectRef>
          <a:fontRef idx="minor">
            <a:schemeClr val="dk1"/>
          </a:fontRef>
        </p:style>
        <p:txBody>
          <a:bodyPr rtlCol="0" anchor="ctr"/>
          <a:lstStyle/>
          <a:p>
            <a:pPr algn="ctr"/>
            <a:endParaRPr lang="en-US"/>
          </a:p>
        </p:txBody>
      </p:sp>
      <p:cxnSp>
        <p:nvCxnSpPr>
          <p:cNvPr id="8" name="Straight Connector 7"/>
          <p:cNvCxnSpPr/>
          <p:nvPr/>
        </p:nvCxnSpPr>
        <p:spPr>
          <a:xfrm>
            <a:off x="7868681" y="3128255"/>
            <a:ext cx="838200" cy="0"/>
          </a:xfrm>
          <a:prstGeom prst="line">
            <a:avLst/>
          </a:prstGeom>
        </p:spPr>
        <p:style>
          <a:lnRef idx="1">
            <a:schemeClr val="accent1"/>
          </a:lnRef>
          <a:fillRef idx="0">
            <a:schemeClr val="accent1"/>
          </a:fillRef>
          <a:effectRef idx="0">
            <a:schemeClr val="accent1"/>
          </a:effectRef>
          <a:fontRef idx="minor">
            <a:schemeClr val="tx1"/>
          </a:fontRef>
        </p:style>
      </p:cxnSp>
      <p:cxnSp>
        <p:nvCxnSpPr>
          <p:cNvPr id="9" name="Straight Connector 8"/>
          <p:cNvCxnSpPr/>
          <p:nvPr/>
        </p:nvCxnSpPr>
        <p:spPr>
          <a:xfrm>
            <a:off x="3048000" y="4000166"/>
            <a:ext cx="5658881" cy="0"/>
          </a:xfrm>
          <a:prstGeom prst="line">
            <a:avLst/>
          </a:prstGeom>
        </p:spPr>
        <p:style>
          <a:lnRef idx="1">
            <a:schemeClr val="accent1"/>
          </a:lnRef>
          <a:fillRef idx="0">
            <a:schemeClr val="accent1"/>
          </a:fillRef>
          <a:effectRef idx="0">
            <a:schemeClr val="accent1"/>
          </a:effectRef>
          <a:fontRef idx="minor">
            <a:schemeClr val="tx1"/>
          </a:fontRef>
        </p:style>
      </p:cxnSp>
      <p:cxnSp>
        <p:nvCxnSpPr>
          <p:cNvPr id="10" name="Straight Connector 9"/>
          <p:cNvCxnSpPr>
            <a:stCxn id="7" idx="1"/>
          </p:cNvCxnSpPr>
          <p:nvPr/>
        </p:nvCxnSpPr>
        <p:spPr>
          <a:xfrm flipH="1">
            <a:off x="2971799" y="3962594"/>
            <a:ext cx="6328" cy="790550"/>
          </a:xfrm>
          <a:prstGeom prst="line">
            <a:avLst/>
          </a:prstGeom>
        </p:spPr>
        <p:style>
          <a:lnRef idx="1">
            <a:schemeClr val="accent1"/>
          </a:lnRef>
          <a:fillRef idx="0">
            <a:schemeClr val="accent1"/>
          </a:fillRef>
          <a:effectRef idx="0">
            <a:schemeClr val="accent1"/>
          </a:effectRef>
          <a:fontRef idx="minor">
            <a:schemeClr val="tx1"/>
          </a:fontRef>
        </p:style>
      </p:cxnSp>
      <p:cxnSp>
        <p:nvCxnSpPr>
          <p:cNvPr id="11" name="Straight Connector 10"/>
          <p:cNvCxnSpPr/>
          <p:nvPr/>
        </p:nvCxnSpPr>
        <p:spPr>
          <a:xfrm>
            <a:off x="7832310" y="3189237"/>
            <a:ext cx="0" cy="1563907"/>
          </a:xfrm>
          <a:prstGeom prst="line">
            <a:avLst/>
          </a:prstGeom>
        </p:spPr>
        <p:style>
          <a:lnRef idx="1">
            <a:schemeClr val="accent1"/>
          </a:lnRef>
          <a:fillRef idx="0">
            <a:schemeClr val="accent1"/>
          </a:fillRef>
          <a:effectRef idx="0">
            <a:schemeClr val="accent1"/>
          </a:effectRef>
          <a:fontRef idx="minor">
            <a:schemeClr val="tx1"/>
          </a:fontRef>
        </p:style>
      </p:cxnSp>
      <p:cxnSp>
        <p:nvCxnSpPr>
          <p:cNvPr id="12" name="Straight Connector 11"/>
          <p:cNvCxnSpPr/>
          <p:nvPr/>
        </p:nvCxnSpPr>
        <p:spPr>
          <a:xfrm>
            <a:off x="8382000" y="3128255"/>
            <a:ext cx="0" cy="871911"/>
          </a:xfrm>
          <a:prstGeom prst="line">
            <a:avLst/>
          </a:prstGeom>
        </p:spPr>
        <p:style>
          <a:lnRef idx="1">
            <a:schemeClr val="accent1"/>
          </a:lnRef>
          <a:fillRef idx="0">
            <a:schemeClr val="accent1"/>
          </a:fillRef>
          <a:effectRef idx="0">
            <a:schemeClr val="accent1"/>
          </a:effectRef>
          <a:fontRef idx="minor">
            <a:schemeClr val="tx1"/>
          </a:fontRef>
        </p:style>
      </p:cxnSp>
      <p:cxnSp>
        <p:nvCxnSpPr>
          <p:cNvPr id="13" name="Straight Connector 12"/>
          <p:cNvCxnSpPr/>
          <p:nvPr/>
        </p:nvCxnSpPr>
        <p:spPr>
          <a:xfrm flipV="1">
            <a:off x="2978127" y="4576055"/>
            <a:ext cx="4854183" cy="1"/>
          </a:xfrm>
          <a:prstGeom prst="line">
            <a:avLst/>
          </a:prstGeom>
        </p:spPr>
        <p:style>
          <a:lnRef idx="1">
            <a:schemeClr val="accent1"/>
          </a:lnRef>
          <a:fillRef idx="0">
            <a:schemeClr val="accent1"/>
          </a:fillRef>
          <a:effectRef idx="0">
            <a:schemeClr val="accent1"/>
          </a:effectRef>
          <a:fontRef idx="minor">
            <a:schemeClr val="tx1"/>
          </a:fontRef>
        </p:style>
      </p:cxnSp>
      <p:sp>
        <p:nvSpPr>
          <p:cNvPr id="14" name="Rectangle 13"/>
          <p:cNvSpPr/>
          <p:nvPr/>
        </p:nvSpPr>
        <p:spPr>
          <a:xfrm>
            <a:off x="8195102" y="3379544"/>
            <a:ext cx="415498" cy="369332"/>
          </a:xfrm>
          <a:prstGeom prst="rect">
            <a:avLst/>
          </a:prstGeom>
          <a:solidFill>
            <a:schemeClr val="bg1"/>
          </a:solidFill>
        </p:spPr>
        <p:txBody>
          <a:bodyPr wrap="none">
            <a:spAutoFit/>
          </a:bodyPr>
          <a:lstStyle/>
          <a:p>
            <a:r>
              <a:rPr lang="en-US" dirty="0">
                <a:solidFill>
                  <a:srgbClr val="0070C0"/>
                </a:solidFill>
              </a:rPr>
              <a:t>1”</a:t>
            </a:r>
          </a:p>
        </p:txBody>
      </p:sp>
      <mc:AlternateContent xmlns:mc="http://schemas.openxmlformats.org/markup-compatibility/2006" xmlns:a14="http://schemas.microsoft.com/office/drawing/2010/main">
        <mc:Choice Requires="a14">
          <p:sp>
            <p:nvSpPr>
              <p:cNvPr id="15" name="Rectangle 14"/>
              <p:cNvSpPr/>
              <p:nvPr/>
            </p:nvSpPr>
            <p:spPr>
              <a:xfrm>
                <a:off x="3090580" y="4397828"/>
                <a:ext cx="4681603" cy="369332"/>
              </a:xfrm>
              <a:prstGeom prst="rect">
                <a:avLst/>
              </a:prstGeom>
              <a:solidFill>
                <a:schemeClr val="bg1"/>
              </a:solidFill>
            </p:spPr>
            <p:txBody>
              <a:bodyPr wrap="none">
                <a:spAutoFit/>
              </a:bodyPr>
              <a:lstStyle/>
              <a:p>
                <a:pPr/>
                <a14:m>
                  <m:oMathPara xmlns:m="http://schemas.openxmlformats.org/officeDocument/2006/math">
                    <m:oMathParaPr>
                      <m:jc m:val="centerGroup"/>
                    </m:oMathParaPr>
                    <m:oMath xmlns:m="http://schemas.openxmlformats.org/officeDocument/2006/math">
                      <m:r>
                        <a:rPr lang="en-US" b="0" i="1" smtClean="0">
                          <a:solidFill>
                            <a:srgbClr val="0070C0"/>
                          </a:solidFill>
                          <a:latin typeface="Cambria Math"/>
                        </a:rPr>
                        <m:t>𝑙</m:t>
                      </m:r>
                      <m:r>
                        <a:rPr lang="en-US" b="0" i="1" smtClean="0">
                          <a:solidFill>
                            <a:srgbClr val="0070C0"/>
                          </a:solidFill>
                          <a:latin typeface="Cambria Math"/>
                        </a:rPr>
                        <m:t>=</m:t>
                      </m:r>
                      <m:r>
                        <a:rPr lang="en-US" b="0" i="1" smtClean="0">
                          <a:solidFill>
                            <a:srgbClr val="0070C0"/>
                          </a:solidFill>
                          <a:latin typeface="Cambria Math"/>
                          <a:ea typeface="Cambria Math"/>
                        </a:rPr>
                        <m:t>𝜋</m:t>
                      </m:r>
                      <m:r>
                        <a:rPr lang="en-US" b="0" i="1" smtClean="0">
                          <a:solidFill>
                            <a:srgbClr val="0070C0"/>
                          </a:solidFill>
                          <a:latin typeface="Cambria Math"/>
                          <a:ea typeface="Cambria Math"/>
                        </a:rPr>
                        <m:t>∗</m:t>
                      </m:r>
                      <m:r>
                        <a:rPr lang="en-US" b="0" i="1" smtClean="0">
                          <a:solidFill>
                            <a:srgbClr val="0070C0"/>
                          </a:solidFill>
                          <a:latin typeface="Cambria Math"/>
                          <a:ea typeface="Cambria Math"/>
                        </a:rPr>
                        <m:t>𝑠h𝑎𝑓𝑡</m:t>
                      </m:r>
                      <m:r>
                        <a:rPr lang="en-US" b="0" i="1" smtClean="0">
                          <a:solidFill>
                            <a:srgbClr val="0070C0"/>
                          </a:solidFill>
                          <a:latin typeface="Cambria Math"/>
                          <a:ea typeface="Cambria Math"/>
                        </a:rPr>
                        <m:t> </m:t>
                      </m:r>
                      <m:r>
                        <a:rPr lang="en-US" b="0" i="1" smtClean="0">
                          <a:solidFill>
                            <a:srgbClr val="0070C0"/>
                          </a:solidFill>
                          <a:latin typeface="Cambria Math"/>
                          <a:ea typeface="Cambria Math"/>
                        </a:rPr>
                        <m:t>𝑑𝑖𝑎𝑚𝑒𝑡𝑒𝑟</m:t>
                      </m:r>
                      <m:r>
                        <a:rPr lang="en-US" b="0" i="1" smtClean="0">
                          <a:solidFill>
                            <a:srgbClr val="0070C0"/>
                          </a:solidFill>
                          <a:latin typeface="Cambria Math"/>
                          <a:ea typeface="Cambria Math"/>
                        </a:rPr>
                        <m:t>∗</m:t>
                      </m:r>
                      <m:r>
                        <a:rPr lang="en-US" b="1" i="1" smtClean="0">
                          <a:solidFill>
                            <a:srgbClr val="0070C0"/>
                          </a:solidFill>
                          <a:latin typeface="Cambria Math"/>
                          <a:ea typeface="Cambria Math"/>
                        </a:rPr>
                        <m:t>𝒕𝒉𝒓𝒆𝒂𝒅𝒔</m:t>
                      </m:r>
                      <m:r>
                        <a:rPr lang="en-US" b="1" i="1" smtClean="0">
                          <a:solidFill>
                            <a:srgbClr val="0070C0"/>
                          </a:solidFill>
                          <a:latin typeface="Cambria Math"/>
                          <a:ea typeface="Cambria Math"/>
                        </a:rPr>
                        <m:t> </m:t>
                      </m:r>
                      <m:r>
                        <a:rPr lang="en-US" b="1" i="1" smtClean="0">
                          <a:solidFill>
                            <a:srgbClr val="0070C0"/>
                          </a:solidFill>
                          <a:latin typeface="Cambria Math"/>
                          <a:ea typeface="Cambria Math"/>
                        </a:rPr>
                        <m:t>𝒑𝒆𝒓</m:t>
                      </m:r>
                      <m:r>
                        <a:rPr lang="en-US" b="1" i="1" smtClean="0">
                          <a:solidFill>
                            <a:srgbClr val="0070C0"/>
                          </a:solidFill>
                          <a:latin typeface="Cambria Math"/>
                          <a:ea typeface="Cambria Math"/>
                        </a:rPr>
                        <m:t> </m:t>
                      </m:r>
                      <m:r>
                        <a:rPr lang="en-US" b="1" i="1" smtClean="0">
                          <a:solidFill>
                            <a:srgbClr val="0070C0"/>
                          </a:solidFill>
                          <a:latin typeface="Cambria Math"/>
                          <a:ea typeface="Cambria Math"/>
                        </a:rPr>
                        <m:t>𝒊𝒏𝒄𝒉</m:t>
                      </m:r>
                    </m:oMath>
                  </m:oMathPara>
                </a14:m>
                <a:endParaRPr lang="en-US" b="1" dirty="0">
                  <a:solidFill>
                    <a:srgbClr val="0070C0"/>
                  </a:solidFill>
                </a:endParaRPr>
              </a:p>
            </p:txBody>
          </p:sp>
        </mc:Choice>
        <mc:Fallback xmlns="">
          <p:sp>
            <p:nvSpPr>
              <p:cNvPr id="15" name="Rectangle 14"/>
              <p:cNvSpPr>
                <a:spLocks noRot="1" noChangeAspect="1" noMove="1" noResize="1" noEditPoints="1" noAdjustHandles="1" noChangeArrowheads="1" noChangeShapeType="1" noTextEdit="1"/>
              </p:cNvSpPr>
              <p:nvPr/>
            </p:nvSpPr>
            <p:spPr>
              <a:xfrm>
                <a:off x="3090580" y="4397828"/>
                <a:ext cx="4681603" cy="369332"/>
              </a:xfrm>
              <a:prstGeom prst="rect">
                <a:avLst/>
              </a:prstGeom>
              <a:blipFill rotWithShape="1">
                <a:blip r:embed="rId4"/>
                <a:stretch>
                  <a:fillRect b="-11475"/>
                </a:stretch>
              </a:blipFill>
            </p:spPr>
            <p:txBody>
              <a:bodyPr/>
              <a:lstStyle/>
              <a:p>
                <a:r>
                  <a:rPr lang="en-US">
                    <a:noFill/>
                  </a:rPr>
                  <a:t> </a:t>
                </a:r>
              </a:p>
            </p:txBody>
          </p:sp>
        </mc:Fallback>
      </mc:AlternateContent>
      <p:sp>
        <p:nvSpPr>
          <p:cNvPr id="24" name="TextBox 23"/>
          <p:cNvSpPr txBox="1"/>
          <p:nvPr/>
        </p:nvSpPr>
        <p:spPr>
          <a:xfrm>
            <a:off x="1858574" y="3497910"/>
            <a:ext cx="808426" cy="369332"/>
          </a:xfrm>
          <a:prstGeom prst="rect">
            <a:avLst/>
          </a:prstGeom>
          <a:noFill/>
        </p:spPr>
        <p:txBody>
          <a:bodyPr wrap="none" rtlCol="0">
            <a:spAutoFit/>
          </a:bodyPr>
          <a:lstStyle/>
          <a:p>
            <a:r>
              <a:rPr lang="en-US" dirty="0"/>
              <a:t>thread</a:t>
            </a:r>
          </a:p>
        </p:txBody>
      </p:sp>
      <p:sp>
        <p:nvSpPr>
          <p:cNvPr id="25" name="TextBox 24"/>
          <p:cNvSpPr txBox="1"/>
          <p:nvPr/>
        </p:nvSpPr>
        <p:spPr>
          <a:xfrm>
            <a:off x="2009333" y="2971800"/>
            <a:ext cx="505267" cy="369332"/>
          </a:xfrm>
          <a:prstGeom prst="rect">
            <a:avLst/>
          </a:prstGeom>
          <a:noFill/>
        </p:spPr>
        <p:txBody>
          <a:bodyPr wrap="none" rtlCol="0">
            <a:spAutoFit/>
          </a:bodyPr>
          <a:lstStyle/>
          <a:p>
            <a:r>
              <a:rPr lang="en-US" dirty="0"/>
              <a:t>nut</a:t>
            </a:r>
          </a:p>
        </p:txBody>
      </p:sp>
      <p:cxnSp>
        <p:nvCxnSpPr>
          <p:cNvPr id="27" name="Straight Arrow Connector 26"/>
          <p:cNvCxnSpPr>
            <a:stCxn id="24" idx="3"/>
          </p:cNvCxnSpPr>
          <p:nvPr/>
        </p:nvCxnSpPr>
        <p:spPr>
          <a:xfrm>
            <a:off x="2667000" y="3682576"/>
            <a:ext cx="914400" cy="66300"/>
          </a:xfrm>
          <a:prstGeom prst="straightConnector1">
            <a:avLst/>
          </a:prstGeom>
          <a:ln>
            <a:tailEnd type="arrow"/>
          </a:ln>
        </p:spPr>
        <p:style>
          <a:lnRef idx="1">
            <a:schemeClr val="dk1"/>
          </a:lnRef>
          <a:fillRef idx="0">
            <a:schemeClr val="dk1"/>
          </a:fillRef>
          <a:effectRef idx="0">
            <a:schemeClr val="dk1"/>
          </a:effectRef>
          <a:fontRef idx="minor">
            <a:schemeClr val="tx1"/>
          </a:fontRef>
        </p:style>
      </p:cxnSp>
      <p:cxnSp>
        <p:nvCxnSpPr>
          <p:cNvPr id="28" name="Straight Arrow Connector 27"/>
          <p:cNvCxnSpPr>
            <a:stCxn id="25" idx="3"/>
            <a:endCxn id="6" idx="1"/>
          </p:cNvCxnSpPr>
          <p:nvPr/>
        </p:nvCxnSpPr>
        <p:spPr>
          <a:xfrm>
            <a:off x="2514600" y="3156466"/>
            <a:ext cx="2057400" cy="341443"/>
          </a:xfrm>
          <a:prstGeom prst="straightConnector1">
            <a:avLst/>
          </a:prstGeom>
          <a:ln>
            <a:tailEnd type="arrow"/>
          </a:ln>
        </p:spPr>
        <p:style>
          <a:lnRef idx="1">
            <a:schemeClr val="dk1"/>
          </a:lnRef>
          <a:fillRef idx="0">
            <a:schemeClr val="dk1"/>
          </a:fillRef>
          <a:effectRef idx="0">
            <a:schemeClr val="dk1"/>
          </a:effectRef>
          <a:fontRef idx="minor">
            <a:schemeClr val="tx1"/>
          </a:fontRef>
        </p:style>
      </p:cxnSp>
      <p:sp>
        <p:nvSpPr>
          <p:cNvPr id="31" name="Arc 30"/>
          <p:cNvSpPr/>
          <p:nvPr/>
        </p:nvSpPr>
        <p:spPr>
          <a:xfrm>
            <a:off x="685800" y="1719944"/>
            <a:ext cx="4572000" cy="4572000"/>
          </a:xfrm>
          <a:prstGeom prst="arc">
            <a:avLst>
              <a:gd name="adj1" fmla="val 20984732"/>
              <a:gd name="adj2" fmla="val 21567569"/>
            </a:avLst>
          </a:prstGeom>
        </p:spPr>
        <p:style>
          <a:lnRef idx="1">
            <a:schemeClr val="accent1"/>
          </a:lnRef>
          <a:fillRef idx="0">
            <a:schemeClr val="accent1"/>
          </a:fillRef>
          <a:effectRef idx="0">
            <a:schemeClr val="accent1"/>
          </a:effectRef>
          <a:fontRef idx="minor">
            <a:schemeClr val="tx1"/>
          </a:fontRef>
        </p:style>
        <p:txBody>
          <a:bodyPr rtlCol="0" anchor="ctr"/>
          <a:lstStyle/>
          <a:p>
            <a:pPr algn="ctr"/>
            <a:endParaRPr lang="en-US"/>
          </a:p>
        </p:txBody>
      </p:sp>
      <p:sp>
        <p:nvSpPr>
          <p:cNvPr id="32" name="Rectangle 31"/>
          <p:cNvSpPr/>
          <p:nvPr/>
        </p:nvSpPr>
        <p:spPr>
          <a:xfrm>
            <a:off x="5230957" y="3635046"/>
            <a:ext cx="1148071" cy="369332"/>
          </a:xfrm>
          <a:prstGeom prst="rect">
            <a:avLst/>
          </a:prstGeom>
          <a:noFill/>
        </p:spPr>
        <p:txBody>
          <a:bodyPr wrap="none">
            <a:spAutoFit/>
          </a:bodyPr>
          <a:lstStyle/>
          <a:p>
            <a:r>
              <a:rPr lang="en-US" dirty="0">
                <a:solidFill>
                  <a:srgbClr val="0070C0"/>
                </a:solidFill>
              </a:rPr>
              <a:t>lead angle</a:t>
            </a:r>
          </a:p>
        </p:txBody>
      </p:sp>
      <p:sp>
        <p:nvSpPr>
          <p:cNvPr id="33" name="Isosceles Triangle 32"/>
          <p:cNvSpPr/>
          <p:nvPr/>
        </p:nvSpPr>
        <p:spPr>
          <a:xfrm rot="10800000" flipH="1">
            <a:off x="4573689" y="5239165"/>
            <a:ext cx="1981200" cy="327489"/>
          </a:xfrm>
          <a:prstGeom prst="triangle">
            <a:avLst>
              <a:gd name="adj" fmla="val 0"/>
            </a:avLst>
          </a:prstGeom>
        </p:spPr>
        <p:style>
          <a:lnRef idx="1">
            <a:schemeClr val="dk1"/>
          </a:lnRef>
          <a:fillRef idx="2">
            <a:schemeClr val="dk1"/>
          </a:fillRef>
          <a:effectRef idx="1">
            <a:schemeClr val="dk1"/>
          </a:effectRef>
          <a:fontRef idx="minor">
            <a:schemeClr val="dk1"/>
          </a:fontRef>
        </p:style>
        <p:txBody>
          <a:bodyPr rtlCol="0" anchor="ctr"/>
          <a:lstStyle/>
          <a:p>
            <a:pPr algn="ctr"/>
            <a:endParaRPr lang="en-US"/>
          </a:p>
        </p:txBody>
      </p:sp>
      <p:sp>
        <p:nvSpPr>
          <p:cNvPr id="34" name="Rectangle 33"/>
          <p:cNvSpPr/>
          <p:nvPr/>
        </p:nvSpPr>
        <p:spPr>
          <a:xfrm rot="21026450">
            <a:off x="2945429" y="5418232"/>
            <a:ext cx="4953000" cy="76200"/>
          </a:xfrm>
          <a:prstGeom prst="rect">
            <a:avLst/>
          </a:prstGeom>
        </p:spPr>
        <p:style>
          <a:lnRef idx="1">
            <a:schemeClr val="dk1"/>
          </a:lnRef>
          <a:fillRef idx="2">
            <a:schemeClr val="dk1"/>
          </a:fillRef>
          <a:effectRef idx="1">
            <a:schemeClr val="dk1"/>
          </a:effectRef>
          <a:fontRef idx="minor">
            <a:schemeClr val="dk1"/>
          </a:fontRef>
        </p:style>
        <p:txBody>
          <a:bodyPr rtlCol="0" anchor="ctr"/>
          <a:lstStyle/>
          <a:p>
            <a:pPr algn="ctr"/>
            <a:endParaRPr lang="en-US"/>
          </a:p>
        </p:txBody>
      </p:sp>
      <p:cxnSp>
        <p:nvCxnSpPr>
          <p:cNvPr id="35" name="Straight Connector 34"/>
          <p:cNvCxnSpPr/>
          <p:nvPr/>
        </p:nvCxnSpPr>
        <p:spPr>
          <a:xfrm>
            <a:off x="7870370" y="5033255"/>
            <a:ext cx="838200" cy="0"/>
          </a:xfrm>
          <a:prstGeom prst="line">
            <a:avLst/>
          </a:prstGeom>
        </p:spPr>
        <p:style>
          <a:lnRef idx="1">
            <a:schemeClr val="accent1"/>
          </a:lnRef>
          <a:fillRef idx="0">
            <a:schemeClr val="accent1"/>
          </a:fillRef>
          <a:effectRef idx="0">
            <a:schemeClr val="accent1"/>
          </a:effectRef>
          <a:fontRef idx="minor">
            <a:schemeClr val="tx1"/>
          </a:fontRef>
        </p:style>
      </p:cxnSp>
      <p:cxnSp>
        <p:nvCxnSpPr>
          <p:cNvPr id="36" name="Straight Connector 35"/>
          <p:cNvCxnSpPr/>
          <p:nvPr/>
        </p:nvCxnSpPr>
        <p:spPr>
          <a:xfrm>
            <a:off x="3049689" y="5905166"/>
            <a:ext cx="5658881" cy="0"/>
          </a:xfrm>
          <a:prstGeom prst="line">
            <a:avLst/>
          </a:prstGeom>
        </p:spPr>
        <p:style>
          <a:lnRef idx="1">
            <a:schemeClr val="accent1"/>
          </a:lnRef>
          <a:fillRef idx="0">
            <a:schemeClr val="accent1"/>
          </a:fillRef>
          <a:effectRef idx="0">
            <a:schemeClr val="accent1"/>
          </a:effectRef>
          <a:fontRef idx="minor">
            <a:schemeClr val="tx1"/>
          </a:fontRef>
        </p:style>
      </p:cxnSp>
      <p:cxnSp>
        <p:nvCxnSpPr>
          <p:cNvPr id="37" name="Straight Connector 36"/>
          <p:cNvCxnSpPr>
            <a:stCxn id="34" idx="1"/>
          </p:cNvCxnSpPr>
          <p:nvPr/>
        </p:nvCxnSpPr>
        <p:spPr>
          <a:xfrm flipH="1">
            <a:off x="2973488" y="5867594"/>
            <a:ext cx="6328" cy="790550"/>
          </a:xfrm>
          <a:prstGeom prst="line">
            <a:avLst/>
          </a:prstGeom>
        </p:spPr>
        <p:style>
          <a:lnRef idx="1">
            <a:schemeClr val="accent1"/>
          </a:lnRef>
          <a:fillRef idx="0">
            <a:schemeClr val="accent1"/>
          </a:fillRef>
          <a:effectRef idx="0">
            <a:schemeClr val="accent1"/>
          </a:effectRef>
          <a:fontRef idx="minor">
            <a:schemeClr val="tx1"/>
          </a:fontRef>
        </p:style>
      </p:cxnSp>
      <p:cxnSp>
        <p:nvCxnSpPr>
          <p:cNvPr id="38" name="Straight Connector 37"/>
          <p:cNvCxnSpPr/>
          <p:nvPr/>
        </p:nvCxnSpPr>
        <p:spPr>
          <a:xfrm>
            <a:off x="7833999" y="5094237"/>
            <a:ext cx="0" cy="1563907"/>
          </a:xfrm>
          <a:prstGeom prst="line">
            <a:avLst/>
          </a:prstGeom>
        </p:spPr>
        <p:style>
          <a:lnRef idx="1">
            <a:schemeClr val="accent1"/>
          </a:lnRef>
          <a:fillRef idx="0">
            <a:schemeClr val="accent1"/>
          </a:fillRef>
          <a:effectRef idx="0">
            <a:schemeClr val="accent1"/>
          </a:effectRef>
          <a:fontRef idx="minor">
            <a:schemeClr val="tx1"/>
          </a:fontRef>
        </p:style>
      </p:cxnSp>
      <p:cxnSp>
        <p:nvCxnSpPr>
          <p:cNvPr id="39" name="Straight Connector 38"/>
          <p:cNvCxnSpPr/>
          <p:nvPr/>
        </p:nvCxnSpPr>
        <p:spPr>
          <a:xfrm>
            <a:off x="8383689" y="5033255"/>
            <a:ext cx="0" cy="871911"/>
          </a:xfrm>
          <a:prstGeom prst="line">
            <a:avLst/>
          </a:prstGeom>
        </p:spPr>
        <p:style>
          <a:lnRef idx="1">
            <a:schemeClr val="accent1"/>
          </a:lnRef>
          <a:fillRef idx="0">
            <a:schemeClr val="accent1"/>
          </a:fillRef>
          <a:effectRef idx="0">
            <a:schemeClr val="accent1"/>
          </a:effectRef>
          <a:fontRef idx="minor">
            <a:schemeClr val="tx1"/>
          </a:fontRef>
        </p:style>
      </p:cxnSp>
      <p:cxnSp>
        <p:nvCxnSpPr>
          <p:cNvPr id="40" name="Straight Connector 39"/>
          <p:cNvCxnSpPr/>
          <p:nvPr/>
        </p:nvCxnSpPr>
        <p:spPr>
          <a:xfrm flipV="1">
            <a:off x="2979816" y="6481055"/>
            <a:ext cx="4854183" cy="1"/>
          </a:xfrm>
          <a:prstGeom prst="line">
            <a:avLst/>
          </a:prstGeom>
        </p:spPr>
        <p:style>
          <a:lnRef idx="1">
            <a:schemeClr val="accent1"/>
          </a:lnRef>
          <a:fillRef idx="0">
            <a:schemeClr val="accent1"/>
          </a:fillRef>
          <a:effectRef idx="0">
            <a:schemeClr val="accent1"/>
          </a:effectRef>
          <a:fontRef idx="minor">
            <a:schemeClr val="tx1"/>
          </a:fontRef>
        </p:style>
      </p:cxnSp>
      <p:sp>
        <p:nvSpPr>
          <p:cNvPr id="41" name="Rectangle 40"/>
          <p:cNvSpPr/>
          <p:nvPr/>
        </p:nvSpPr>
        <p:spPr>
          <a:xfrm>
            <a:off x="8066314" y="5284544"/>
            <a:ext cx="660950" cy="369332"/>
          </a:xfrm>
          <a:prstGeom prst="rect">
            <a:avLst/>
          </a:prstGeom>
          <a:solidFill>
            <a:schemeClr val="bg1"/>
          </a:solidFill>
        </p:spPr>
        <p:txBody>
          <a:bodyPr wrap="none">
            <a:spAutoFit/>
          </a:bodyPr>
          <a:lstStyle/>
          <a:p>
            <a:r>
              <a:rPr lang="en-US" b="1" dirty="0">
                <a:solidFill>
                  <a:srgbClr val="0070C0"/>
                </a:solidFill>
              </a:rPr>
              <a:t>pitch</a:t>
            </a:r>
          </a:p>
        </p:txBody>
      </p:sp>
      <mc:AlternateContent xmlns:mc="http://schemas.openxmlformats.org/markup-compatibility/2006" xmlns:a14="http://schemas.microsoft.com/office/drawing/2010/main">
        <mc:Choice Requires="a14">
          <p:sp>
            <p:nvSpPr>
              <p:cNvPr id="42" name="Rectangle 41"/>
              <p:cNvSpPr/>
              <p:nvPr/>
            </p:nvSpPr>
            <p:spPr>
              <a:xfrm>
                <a:off x="3977944" y="6302828"/>
                <a:ext cx="2575256" cy="369332"/>
              </a:xfrm>
              <a:prstGeom prst="rect">
                <a:avLst/>
              </a:prstGeom>
              <a:solidFill>
                <a:schemeClr val="bg1"/>
              </a:solidFill>
            </p:spPr>
            <p:txBody>
              <a:bodyPr wrap="none">
                <a:spAutoFit/>
              </a:bodyPr>
              <a:lstStyle/>
              <a:p>
                <a:pPr/>
                <a14:m>
                  <m:oMathPara xmlns:m="http://schemas.openxmlformats.org/officeDocument/2006/math">
                    <m:oMathParaPr>
                      <m:jc m:val="centerGroup"/>
                    </m:oMathParaPr>
                    <m:oMath xmlns:m="http://schemas.openxmlformats.org/officeDocument/2006/math">
                      <m:r>
                        <a:rPr lang="en-US" b="0" i="1" smtClean="0">
                          <a:solidFill>
                            <a:srgbClr val="0070C0"/>
                          </a:solidFill>
                          <a:latin typeface="Cambria Math"/>
                        </a:rPr>
                        <m:t>𝑙</m:t>
                      </m:r>
                      <m:r>
                        <a:rPr lang="en-US" b="0" i="1" smtClean="0">
                          <a:solidFill>
                            <a:srgbClr val="0070C0"/>
                          </a:solidFill>
                          <a:latin typeface="Cambria Math"/>
                        </a:rPr>
                        <m:t>=</m:t>
                      </m:r>
                      <m:r>
                        <a:rPr lang="en-US" b="0" i="1" smtClean="0">
                          <a:solidFill>
                            <a:srgbClr val="0070C0"/>
                          </a:solidFill>
                          <a:latin typeface="Cambria Math"/>
                          <a:ea typeface="Cambria Math"/>
                        </a:rPr>
                        <m:t>𝜋</m:t>
                      </m:r>
                      <m:r>
                        <a:rPr lang="en-US" b="0" i="1" smtClean="0">
                          <a:solidFill>
                            <a:srgbClr val="0070C0"/>
                          </a:solidFill>
                          <a:latin typeface="Cambria Math"/>
                          <a:ea typeface="Cambria Math"/>
                        </a:rPr>
                        <m:t>∗</m:t>
                      </m:r>
                      <m:r>
                        <a:rPr lang="en-US" b="0" i="1" smtClean="0">
                          <a:solidFill>
                            <a:srgbClr val="0070C0"/>
                          </a:solidFill>
                          <a:latin typeface="Cambria Math"/>
                          <a:ea typeface="Cambria Math"/>
                        </a:rPr>
                        <m:t>𝑠h𝑎𝑓𝑡</m:t>
                      </m:r>
                      <m:r>
                        <a:rPr lang="en-US" b="0" i="1" smtClean="0">
                          <a:solidFill>
                            <a:srgbClr val="0070C0"/>
                          </a:solidFill>
                          <a:latin typeface="Cambria Math"/>
                          <a:ea typeface="Cambria Math"/>
                        </a:rPr>
                        <m:t> </m:t>
                      </m:r>
                      <m:r>
                        <a:rPr lang="en-US" b="0" i="1" smtClean="0">
                          <a:solidFill>
                            <a:srgbClr val="0070C0"/>
                          </a:solidFill>
                          <a:latin typeface="Cambria Math"/>
                          <a:ea typeface="Cambria Math"/>
                        </a:rPr>
                        <m:t>𝑑𝑖𝑎𝑚𝑒𝑡𝑒𝑟</m:t>
                      </m:r>
                    </m:oMath>
                  </m:oMathPara>
                </a14:m>
                <a:endParaRPr lang="en-US" dirty="0">
                  <a:solidFill>
                    <a:srgbClr val="0070C0"/>
                  </a:solidFill>
                </a:endParaRPr>
              </a:p>
            </p:txBody>
          </p:sp>
        </mc:Choice>
        <mc:Fallback xmlns="">
          <p:sp>
            <p:nvSpPr>
              <p:cNvPr id="42" name="Rectangle 41"/>
              <p:cNvSpPr>
                <a:spLocks noRot="1" noChangeAspect="1" noMove="1" noResize="1" noEditPoints="1" noAdjustHandles="1" noChangeArrowheads="1" noChangeShapeType="1" noTextEdit="1"/>
              </p:cNvSpPr>
              <p:nvPr/>
            </p:nvSpPr>
            <p:spPr>
              <a:xfrm>
                <a:off x="3977944" y="6302828"/>
                <a:ext cx="2575256" cy="369332"/>
              </a:xfrm>
              <a:prstGeom prst="rect">
                <a:avLst/>
              </a:prstGeom>
              <a:blipFill rotWithShape="1">
                <a:blip r:embed="rId5"/>
                <a:stretch>
                  <a:fillRect b="-11475"/>
                </a:stretch>
              </a:blipFill>
            </p:spPr>
            <p:txBody>
              <a:bodyPr/>
              <a:lstStyle/>
              <a:p>
                <a:r>
                  <a:rPr lang="en-US">
                    <a:noFill/>
                  </a:rPr>
                  <a:t> </a:t>
                </a:r>
              </a:p>
            </p:txBody>
          </p:sp>
        </mc:Fallback>
      </mc:AlternateContent>
      <p:sp>
        <p:nvSpPr>
          <p:cNvPr id="43" name="TextBox 42"/>
          <p:cNvSpPr txBox="1"/>
          <p:nvPr/>
        </p:nvSpPr>
        <p:spPr>
          <a:xfrm>
            <a:off x="1860263" y="5402910"/>
            <a:ext cx="808426" cy="369332"/>
          </a:xfrm>
          <a:prstGeom prst="rect">
            <a:avLst/>
          </a:prstGeom>
          <a:noFill/>
        </p:spPr>
        <p:txBody>
          <a:bodyPr wrap="none" rtlCol="0">
            <a:spAutoFit/>
          </a:bodyPr>
          <a:lstStyle/>
          <a:p>
            <a:r>
              <a:rPr lang="en-US" dirty="0"/>
              <a:t>thread</a:t>
            </a:r>
          </a:p>
        </p:txBody>
      </p:sp>
      <p:sp>
        <p:nvSpPr>
          <p:cNvPr id="44" name="TextBox 43"/>
          <p:cNvSpPr txBox="1"/>
          <p:nvPr/>
        </p:nvSpPr>
        <p:spPr>
          <a:xfrm>
            <a:off x="2011022" y="4876800"/>
            <a:ext cx="505267" cy="369332"/>
          </a:xfrm>
          <a:prstGeom prst="rect">
            <a:avLst/>
          </a:prstGeom>
          <a:noFill/>
        </p:spPr>
        <p:txBody>
          <a:bodyPr wrap="none" rtlCol="0">
            <a:spAutoFit/>
          </a:bodyPr>
          <a:lstStyle/>
          <a:p>
            <a:r>
              <a:rPr lang="en-US" dirty="0"/>
              <a:t>nut</a:t>
            </a:r>
          </a:p>
        </p:txBody>
      </p:sp>
      <p:cxnSp>
        <p:nvCxnSpPr>
          <p:cNvPr id="45" name="Straight Arrow Connector 44"/>
          <p:cNvCxnSpPr>
            <a:stCxn id="43" idx="3"/>
          </p:cNvCxnSpPr>
          <p:nvPr/>
        </p:nvCxnSpPr>
        <p:spPr>
          <a:xfrm>
            <a:off x="2668689" y="5587576"/>
            <a:ext cx="914400" cy="66300"/>
          </a:xfrm>
          <a:prstGeom prst="straightConnector1">
            <a:avLst/>
          </a:prstGeom>
          <a:ln>
            <a:tailEnd type="arrow"/>
          </a:ln>
        </p:spPr>
        <p:style>
          <a:lnRef idx="1">
            <a:schemeClr val="dk1"/>
          </a:lnRef>
          <a:fillRef idx="0">
            <a:schemeClr val="dk1"/>
          </a:fillRef>
          <a:effectRef idx="0">
            <a:schemeClr val="dk1"/>
          </a:effectRef>
          <a:fontRef idx="minor">
            <a:schemeClr val="tx1"/>
          </a:fontRef>
        </p:style>
      </p:cxnSp>
      <p:cxnSp>
        <p:nvCxnSpPr>
          <p:cNvPr id="46" name="Straight Arrow Connector 45"/>
          <p:cNvCxnSpPr>
            <a:stCxn id="44" idx="3"/>
            <a:endCxn id="33" idx="1"/>
          </p:cNvCxnSpPr>
          <p:nvPr/>
        </p:nvCxnSpPr>
        <p:spPr>
          <a:xfrm>
            <a:off x="2516289" y="5061466"/>
            <a:ext cx="2057400" cy="341443"/>
          </a:xfrm>
          <a:prstGeom prst="straightConnector1">
            <a:avLst/>
          </a:prstGeom>
          <a:ln>
            <a:tailEnd type="arrow"/>
          </a:ln>
        </p:spPr>
        <p:style>
          <a:lnRef idx="1">
            <a:schemeClr val="dk1"/>
          </a:lnRef>
          <a:fillRef idx="0">
            <a:schemeClr val="dk1"/>
          </a:fillRef>
          <a:effectRef idx="0">
            <a:schemeClr val="dk1"/>
          </a:effectRef>
          <a:fontRef idx="minor">
            <a:schemeClr val="tx1"/>
          </a:fontRef>
        </p:style>
      </p:cxnSp>
      <p:sp>
        <p:nvSpPr>
          <p:cNvPr id="47" name="Rectangle 46"/>
          <p:cNvSpPr/>
          <p:nvPr/>
        </p:nvSpPr>
        <p:spPr>
          <a:xfrm>
            <a:off x="5215947" y="5540046"/>
            <a:ext cx="1148071" cy="369332"/>
          </a:xfrm>
          <a:prstGeom prst="rect">
            <a:avLst/>
          </a:prstGeom>
          <a:noFill/>
        </p:spPr>
        <p:txBody>
          <a:bodyPr wrap="none">
            <a:spAutoFit/>
          </a:bodyPr>
          <a:lstStyle/>
          <a:p>
            <a:r>
              <a:rPr lang="en-US" dirty="0">
                <a:solidFill>
                  <a:srgbClr val="0070C0"/>
                </a:solidFill>
              </a:rPr>
              <a:t>lead angle</a:t>
            </a:r>
          </a:p>
        </p:txBody>
      </p:sp>
      <p:sp>
        <p:nvSpPr>
          <p:cNvPr id="48" name="Arc 47"/>
          <p:cNvSpPr/>
          <p:nvPr/>
        </p:nvSpPr>
        <p:spPr>
          <a:xfrm>
            <a:off x="685800" y="3624944"/>
            <a:ext cx="4572000" cy="4572000"/>
          </a:xfrm>
          <a:prstGeom prst="arc">
            <a:avLst>
              <a:gd name="adj1" fmla="val 20984732"/>
              <a:gd name="adj2" fmla="val 21567569"/>
            </a:avLst>
          </a:prstGeom>
        </p:spPr>
        <p:style>
          <a:lnRef idx="1">
            <a:schemeClr val="accent1"/>
          </a:lnRef>
          <a:fillRef idx="0">
            <a:schemeClr val="accent1"/>
          </a:fillRef>
          <a:effectRef idx="0">
            <a:schemeClr val="accent1"/>
          </a:effectRef>
          <a:fontRef idx="minor">
            <a:schemeClr val="tx1"/>
          </a:fontRef>
        </p:style>
        <p:txBody>
          <a:bodyPr rtlCol="0" anchor="ctr"/>
          <a:lstStyle/>
          <a:p>
            <a:pPr algn="ctr"/>
            <a:endParaRPr lang="en-US"/>
          </a:p>
        </p:txBody>
      </p:sp>
    </p:spTree>
    <p:extLst>
      <p:ext uri="{BB962C8B-B14F-4D97-AF65-F5344CB8AC3E}">
        <p14:creationId xmlns:p14="http://schemas.microsoft.com/office/powerpoint/2010/main" val="22456601"/>
      </p:ext>
    </p:extLst>
  </p:cSld>
  <p:clrMapOvr>
    <a:masterClrMapping/>
  </p:clrMapOvr>
  <p:timing>
    <p:tnLst>
      <p:par>
        <p:cTn id="1" dur="indefinite" restart="never" nodeType="tmRoot">
          <p:childTnLst>
            <p:seq concurrent="1" nextAc="seek">
              <p:cTn id="2" dur="indefinite" nodeType="mainSeq">
                <p:childTnLst>
                  <p:par>
                    <p:cTn id="3" fill="hold">
                      <p:stCondLst>
                        <p:cond delay="indefinite"/>
                      </p:stCondLst>
                      <p:childTnLst>
                        <p:par>
                          <p:cTn id="4" fill="hold">
                            <p:stCondLst>
                              <p:cond delay="0"/>
                            </p:stCondLst>
                            <p:childTnLst>
                              <p:par>
                                <p:cTn id="5" presetID="10" presetClass="entr" presetSubtype="0" fill="hold" grpId="0" nodeType="clickEffect">
                                  <p:stCondLst>
                                    <p:cond delay="0"/>
                                  </p:stCondLst>
                                  <p:childTnLst>
                                    <p:set>
                                      <p:cBhvr>
                                        <p:cTn id="6" dur="1" fill="hold">
                                          <p:stCondLst>
                                            <p:cond delay="0"/>
                                          </p:stCondLst>
                                        </p:cTn>
                                        <p:tgtEl>
                                          <p:spTgt spid="7"/>
                                        </p:tgtEl>
                                        <p:attrNameLst>
                                          <p:attrName>style.visibility</p:attrName>
                                        </p:attrNameLst>
                                      </p:cBhvr>
                                      <p:to>
                                        <p:strVal val="visible"/>
                                      </p:to>
                                    </p:set>
                                    <p:animEffect transition="in" filter="fade">
                                      <p:cBhvr>
                                        <p:cTn id="7" dur="500"/>
                                        <p:tgtEl>
                                          <p:spTgt spid="7"/>
                                        </p:tgtEl>
                                      </p:cBhvr>
                                    </p:animEffect>
                                  </p:childTnLst>
                                </p:cTn>
                              </p:par>
                              <p:par>
                                <p:cTn id="8" presetID="10" presetClass="entr" presetSubtype="0" fill="hold" grpId="0" nodeType="withEffect">
                                  <p:stCondLst>
                                    <p:cond delay="0"/>
                                  </p:stCondLst>
                                  <p:childTnLst>
                                    <p:set>
                                      <p:cBhvr>
                                        <p:cTn id="9" dur="1" fill="hold">
                                          <p:stCondLst>
                                            <p:cond delay="0"/>
                                          </p:stCondLst>
                                        </p:cTn>
                                        <p:tgtEl>
                                          <p:spTgt spid="24"/>
                                        </p:tgtEl>
                                        <p:attrNameLst>
                                          <p:attrName>style.visibility</p:attrName>
                                        </p:attrNameLst>
                                      </p:cBhvr>
                                      <p:to>
                                        <p:strVal val="visible"/>
                                      </p:to>
                                    </p:set>
                                    <p:animEffect transition="in" filter="fade">
                                      <p:cBhvr>
                                        <p:cTn id="10" dur="500"/>
                                        <p:tgtEl>
                                          <p:spTgt spid="24"/>
                                        </p:tgtEl>
                                      </p:cBhvr>
                                    </p:animEffect>
                                  </p:childTnLst>
                                </p:cTn>
                              </p:par>
                              <p:par>
                                <p:cTn id="11" presetID="10" presetClass="entr" presetSubtype="0" fill="hold" nodeType="withEffect">
                                  <p:stCondLst>
                                    <p:cond delay="0"/>
                                  </p:stCondLst>
                                  <p:childTnLst>
                                    <p:set>
                                      <p:cBhvr>
                                        <p:cTn id="12" dur="1" fill="hold">
                                          <p:stCondLst>
                                            <p:cond delay="0"/>
                                          </p:stCondLst>
                                        </p:cTn>
                                        <p:tgtEl>
                                          <p:spTgt spid="27"/>
                                        </p:tgtEl>
                                        <p:attrNameLst>
                                          <p:attrName>style.visibility</p:attrName>
                                        </p:attrNameLst>
                                      </p:cBhvr>
                                      <p:to>
                                        <p:strVal val="visible"/>
                                      </p:to>
                                    </p:set>
                                    <p:animEffect transition="in" filter="fade">
                                      <p:cBhvr>
                                        <p:cTn id="13" dur="500"/>
                                        <p:tgtEl>
                                          <p:spTgt spid="27"/>
                                        </p:tgtEl>
                                      </p:cBhvr>
                                    </p:animEffect>
                                  </p:childTnLst>
                                </p:cTn>
                              </p:par>
                            </p:childTnLst>
                          </p:cTn>
                        </p:par>
                      </p:childTnLst>
                    </p:cTn>
                  </p:par>
                  <p:par>
                    <p:cTn id="14" fill="hold">
                      <p:stCondLst>
                        <p:cond delay="indefinite"/>
                      </p:stCondLst>
                      <p:childTnLst>
                        <p:par>
                          <p:cTn id="15" fill="hold">
                            <p:stCondLst>
                              <p:cond delay="0"/>
                            </p:stCondLst>
                            <p:childTnLst>
                              <p:par>
                                <p:cTn id="16" presetID="10" presetClass="entr" presetSubtype="0" fill="hold" grpId="0" nodeType="clickEffect">
                                  <p:stCondLst>
                                    <p:cond delay="0"/>
                                  </p:stCondLst>
                                  <p:childTnLst>
                                    <p:set>
                                      <p:cBhvr>
                                        <p:cTn id="17" dur="1" fill="hold">
                                          <p:stCondLst>
                                            <p:cond delay="0"/>
                                          </p:stCondLst>
                                        </p:cTn>
                                        <p:tgtEl>
                                          <p:spTgt spid="25"/>
                                        </p:tgtEl>
                                        <p:attrNameLst>
                                          <p:attrName>style.visibility</p:attrName>
                                        </p:attrNameLst>
                                      </p:cBhvr>
                                      <p:to>
                                        <p:strVal val="visible"/>
                                      </p:to>
                                    </p:set>
                                    <p:animEffect transition="in" filter="fade">
                                      <p:cBhvr>
                                        <p:cTn id="18" dur="500"/>
                                        <p:tgtEl>
                                          <p:spTgt spid="25"/>
                                        </p:tgtEl>
                                      </p:cBhvr>
                                    </p:animEffect>
                                  </p:childTnLst>
                                </p:cTn>
                              </p:par>
                              <p:par>
                                <p:cTn id="19" presetID="10" presetClass="entr" presetSubtype="0" fill="hold" nodeType="withEffect">
                                  <p:stCondLst>
                                    <p:cond delay="0"/>
                                  </p:stCondLst>
                                  <p:childTnLst>
                                    <p:set>
                                      <p:cBhvr>
                                        <p:cTn id="20" dur="1" fill="hold">
                                          <p:stCondLst>
                                            <p:cond delay="0"/>
                                          </p:stCondLst>
                                        </p:cTn>
                                        <p:tgtEl>
                                          <p:spTgt spid="28"/>
                                        </p:tgtEl>
                                        <p:attrNameLst>
                                          <p:attrName>style.visibility</p:attrName>
                                        </p:attrNameLst>
                                      </p:cBhvr>
                                      <p:to>
                                        <p:strVal val="visible"/>
                                      </p:to>
                                    </p:set>
                                    <p:animEffect transition="in" filter="fade">
                                      <p:cBhvr>
                                        <p:cTn id="21" dur="500"/>
                                        <p:tgtEl>
                                          <p:spTgt spid="28"/>
                                        </p:tgtEl>
                                      </p:cBhvr>
                                    </p:animEffect>
                                  </p:childTnLst>
                                </p:cTn>
                              </p:par>
                              <p:par>
                                <p:cTn id="22" presetID="10" presetClass="entr" presetSubtype="0" fill="hold" grpId="0" nodeType="withEffect">
                                  <p:stCondLst>
                                    <p:cond delay="0"/>
                                  </p:stCondLst>
                                  <p:childTnLst>
                                    <p:set>
                                      <p:cBhvr>
                                        <p:cTn id="23" dur="1" fill="hold">
                                          <p:stCondLst>
                                            <p:cond delay="0"/>
                                          </p:stCondLst>
                                        </p:cTn>
                                        <p:tgtEl>
                                          <p:spTgt spid="6"/>
                                        </p:tgtEl>
                                        <p:attrNameLst>
                                          <p:attrName>style.visibility</p:attrName>
                                        </p:attrNameLst>
                                      </p:cBhvr>
                                      <p:to>
                                        <p:strVal val="visible"/>
                                      </p:to>
                                    </p:set>
                                    <p:animEffect transition="in" filter="fade">
                                      <p:cBhvr>
                                        <p:cTn id="24" dur="500"/>
                                        <p:tgtEl>
                                          <p:spTgt spid="6"/>
                                        </p:tgtEl>
                                      </p:cBhvr>
                                    </p:animEffect>
                                  </p:childTnLst>
                                </p:cTn>
                              </p:par>
                            </p:childTnLst>
                          </p:cTn>
                        </p:par>
                      </p:childTnLst>
                    </p:cTn>
                  </p:par>
                  <p:par>
                    <p:cTn id="25" fill="hold">
                      <p:stCondLst>
                        <p:cond delay="indefinite"/>
                      </p:stCondLst>
                      <p:childTnLst>
                        <p:par>
                          <p:cTn id="26" fill="hold">
                            <p:stCondLst>
                              <p:cond delay="0"/>
                            </p:stCondLst>
                            <p:childTnLst>
                              <p:par>
                                <p:cTn id="27" presetID="10" presetClass="entr" presetSubtype="0" fill="hold" grpId="0" nodeType="clickEffect">
                                  <p:stCondLst>
                                    <p:cond delay="0"/>
                                  </p:stCondLst>
                                  <p:childTnLst>
                                    <p:set>
                                      <p:cBhvr>
                                        <p:cTn id="28" dur="1" fill="hold">
                                          <p:stCondLst>
                                            <p:cond delay="0"/>
                                          </p:stCondLst>
                                        </p:cTn>
                                        <p:tgtEl>
                                          <p:spTgt spid="31"/>
                                        </p:tgtEl>
                                        <p:attrNameLst>
                                          <p:attrName>style.visibility</p:attrName>
                                        </p:attrNameLst>
                                      </p:cBhvr>
                                      <p:to>
                                        <p:strVal val="visible"/>
                                      </p:to>
                                    </p:set>
                                    <p:animEffect transition="in" filter="fade">
                                      <p:cBhvr>
                                        <p:cTn id="29" dur="500"/>
                                        <p:tgtEl>
                                          <p:spTgt spid="31"/>
                                        </p:tgtEl>
                                      </p:cBhvr>
                                    </p:animEffect>
                                  </p:childTnLst>
                                </p:cTn>
                              </p:par>
                              <p:par>
                                <p:cTn id="30" presetID="10" presetClass="entr" presetSubtype="0" fill="hold" grpId="0" nodeType="withEffect">
                                  <p:stCondLst>
                                    <p:cond delay="0"/>
                                  </p:stCondLst>
                                  <p:childTnLst>
                                    <p:set>
                                      <p:cBhvr>
                                        <p:cTn id="31" dur="1" fill="hold">
                                          <p:stCondLst>
                                            <p:cond delay="0"/>
                                          </p:stCondLst>
                                        </p:cTn>
                                        <p:tgtEl>
                                          <p:spTgt spid="32"/>
                                        </p:tgtEl>
                                        <p:attrNameLst>
                                          <p:attrName>style.visibility</p:attrName>
                                        </p:attrNameLst>
                                      </p:cBhvr>
                                      <p:to>
                                        <p:strVal val="visible"/>
                                      </p:to>
                                    </p:set>
                                    <p:animEffect transition="in" filter="fade">
                                      <p:cBhvr>
                                        <p:cTn id="32" dur="500"/>
                                        <p:tgtEl>
                                          <p:spTgt spid="32"/>
                                        </p:tgtEl>
                                      </p:cBhvr>
                                    </p:animEffect>
                                  </p:childTnLst>
                                </p:cTn>
                              </p:par>
                              <p:par>
                                <p:cTn id="33" presetID="10" presetClass="entr" presetSubtype="0" fill="hold" nodeType="withEffect">
                                  <p:stCondLst>
                                    <p:cond delay="0"/>
                                  </p:stCondLst>
                                  <p:childTnLst>
                                    <p:set>
                                      <p:cBhvr>
                                        <p:cTn id="34" dur="1" fill="hold">
                                          <p:stCondLst>
                                            <p:cond delay="0"/>
                                          </p:stCondLst>
                                        </p:cTn>
                                        <p:tgtEl>
                                          <p:spTgt spid="9"/>
                                        </p:tgtEl>
                                        <p:attrNameLst>
                                          <p:attrName>style.visibility</p:attrName>
                                        </p:attrNameLst>
                                      </p:cBhvr>
                                      <p:to>
                                        <p:strVal val="visible"/>
                                      </p:to>
                                    </p:set>
                                    <p:animEffect transition="in" filter="fade">
                                      <p:cBhvr>
                                        <p:cTn id="35" dur="500"/>
                                        <p:tgtEl>
                                          <p:spTgt spid="9"/>
                                        </p:tgtEl>
                                      </p:cBhvr>
                                    </p:animEffect>
                                  </p:childTnLst>
                                </p:cTn>
                              </p:par>
                            </p:childTnLst>
                          </p:cTn>
                        </p:par>
                      </p:childTnLst>
                    </p:cTn>
                  </p:par>
                  <p:par>
                    <p:cTn id="36" fill="hold">
                      <p:stCondLst>
                        <p:cond delay="indefinite"/>
                      </p:stCondLst>
                      <p:childTnLst>
                        <p:par>
                          <p:cTn id="37" fill="hold">
                            <p:stCondLst>
                              <p:cond delay="0"/>
                            </p:stCondLst>
                            <p:childTnLst>
                              <p:par>
                                <p:cTn id="38" presetID="10" presetClass="entr" presetSubtype="0" fill="hold" nodeType="clickEffect">
                                  <p:stCondLst>
                                    <p:cond delay="0"/>
                                  </p:stCondLst>
                                  <p:childTnLst>
                                    <p:set>
                                      <p:cBhvr>
                                        <p:cTn id="39" dur="1" fill="hold">
                                          <p:stCondLst>
                                            <p:cond delay="0"/>
                                          </p:stCondLst>
                                        </p:cTn>
                                        <p:tgtEl>
                                          <p:spTgt spid="12"/>
                                        </p:tgtEl>
                                        <p:attrNameLst>
                                          <p:attrName>style.visibility</p:attrName>
                                        </p:attrNameLst>
                                      </p:cBhvr>
                                      <p:to>
                                        <p:strVal val="visible"/>
                                      </p:to>
                                    </p:set>
                                    <p:animEffect transition="in" filter="fade">
                                      <p:cBhvr>
                                        <p:cTn id="40" dur="500"/>
                                        <p:tgtEl>
                                          <p:spTgt spid="12"/>
                                        </p:tgtEl>
                                      </p:cBhvr>
                                    </p:animEffect>
                                  </p:childTnLst>
                                </p:cTn>
                              </p:par>
                              <p:par>
                                <p:cTn id="41" presetID="10" presetClass="entr" presetSubtype="0" fill="hold" grpId="0" nodeType="withEffect">
                                  <p:stCondLst>
                                    <p:cond delay="0"/>
                                  </p:stCondLst>
                                  <p:childTnLst>
                                    <p:set>
                                      <p:cBhvr>
                                        <p:cTn id="42" dur="1" fill="hold">
                                          <p:stCondLst>
                                            <p:cond delay="0"/>
                                          </p:stCondLst>
                                        </p:cTn>
                                        <p:tgtEl>
                                          <p:spTgt spid="14"/>
                                        </p:tgtEl>
                                        <p:attrNameLst>
                                          <p:attrName>style.visibility</p:attrName>
                                        </p:attrNameLst>
                                      </p:cBhvr>
                                      <p:to>
                                        <p:strVal val="visible"/>
                                      </p:to>
                                    </p:set>
                                    <p:animEffect transition="in" filter="fade">
                                      <p:cBhvr>
                                        <p:cTn id="43" dur="500"/>
                                        <p:tgtEl>
                                          <p:spTgt spid="14"/>
                                        </p:tgtEl>
                                      </p:cBhvr>
                                    </p:animEffect>
                                  </p:childTnLst>
                                </p:cTn>
                              </p:par>
                              <p:par>
                                <p:cTn id="44" presetID="10" presetClass="entr" presetSubtype="0" fill="hold" nodeType="withEffect">
                                  <p:stCondLst>
                                    <p:cond delay="0"/>
                                  </p:stCondLst>
                                  <p:childTnLst>
                                    <p:set>
                                      <p:cBhvr>
                                        <p:cTn id="45" dur="1" fill="hold">
                                          <p:stCondLst>
                                            <p:cond delay="0"/>
                                          </p:stCondLst>
                                        </p:cTn>
                                        <p:tgtEl>
                                          <p:spTgt spid="8"/>
                                        </p:tgtEl>
                                        <p:attrNameLst>
                                          <p:attrName>style.visibility</p:attrName>
                                        </p:attrNameLst>
                                      </p:cBhvr>
                                      <p:to>
                                        <p:strVal val="visible"/>
                                      </p:to>
                                    </p:set>
                                    <p:animEffect transition="in" filter="fade">
                                      <p:cBhvr>
                                        <p:cTn id="46" dur="500"/>
                                        <p:tgtEl>
                                          <p:spTgt spid="8"/>
                                        </p:tgtEl>
                                      </p:cBhvr>
                                    </p:animEffect>
                                  </p:childTnLst>
                                </p:cTn>
                              </p:par>
                            </p:childTnLst>
                          </p:cTn>
                        </p:par>
                      </p:childTnLst>
                    </p:cTn>
                  </p:par>
                  <p:par>
                    <p:cTn id="47" fill="hold">
                      <p:stCondLst>
                        <p:cond delay="indefinite"/>
                      </p:stCondLst>
                      <p:childTnLst>
                        <p:par>
                          <p:cTn id="48" fill="hold">
                            <p:stCondLst>
                              <p:cond delay="0"/>
                            </p:stCondLst>
                            <p:childTnLst>
                              <p:par>
                                <p:cTn id="49" presetID="10" presetClass="entr" presetSubtype="0" fill="hold" nodeType="clickEffect">
                                  <p:stCondLst>
                                    <p:cond delay="0"/>
                                  </p:stCondLst>
                                  <p:childTnLst>
                                    <p:set>
                                      <p:cBhvr>
                                        <p:cTn id="50" dur="1" fill="hold">
                                          <p:stCondLst>
                                            <p:cond delay="0"/>
                                          </p:stCondLst>
                                        </p:cTn>
                                        <p:tgtEl>
                                          <p:spTgt spid="10"/>
                                        </p:tgtEl>
                                        <p:attrNameLst>
                                          <p:attrName>style.visibility</p:attrName>
                                        </p:attrNameLst>
                                      </p:cBhvr>
                                      <p:to>
                                        <p:strVal val="visible"/>
                                      </p:to>
                                    </p:set>
                                    <p:animEffect transition="in" filter="fade">
                                      <p:cBhvr>
                                        <p:cTn id="51" dur="500"/>
                                        <p:tgtEl>
                                          <p:spTgt spid="10"/>
                                        </p:tgtEl>
                                      </p:cBhvr>
                                    </p:animEffect>
                                  </p:childTnLst>
                                </p:cTn>
                              </p:par>
                              <p:par>
                                <p:cTn id="52" presetID="10" presetClass="entr" presetSubtype="0" fill="hold" grpId="0" nodeType="withEffect">
                                  <p:stCondLst>
                                    <p:cond delay="0"/>
                                  </p:stCondLst>
                                  <p:childTnLst>
                                    <p:set>
                                      <p:cBhvr>
                                        <p:cTn id="53" dur="1" fill="hold">
                                          <p:stCondLst>
                                            <p:cond delay="0"/>
                                          </p:stCondLst>
                                        </p:cTn>
                                        <p:tgtEl>
                                          <p:spTgt spid="15"/>
                                        </p:tgtEl>
                                        <p:attrNameLst>
                                          <p:attrName>style.visibility</p:attrName>
                                        </p:attrNameLst>
                                      </p:cBhvr>
                                      <p:to>
                                        <p:strVal val="visible"/>
                                      </p:to>
                                    </p:set>
                                    <p:animEffect transition="in" filter="fade">
                                      <p:cBhvr>
                                        <p:cTn id="54" dur="500"/>
                                        <p:tgtEl>
                                          <p:spTgt spid="15"/>
                                        </p:tgtEl>
                                      </p:cBhvr>
                                    </p:animEffect>
                                  </p:childTnLst>
                                </p:cTn>
                              </p:par>
                              <p:par>
                                <p:cTn id="55" presetID="10" presetClass="entr" presetSubtype="0" fill="hold" nodeType="withEffect">
                                  <p:stCondLst>
                                    <p:cond delay="0"/>
                                  </p:stCondLst>
                                  <p:childTnLst>
                                    <p:set>
                                      <p:cBhvr>
                                        <p:cTn id="56" dur="1" fill="hold">
                                          <p:stCondLst>
                                            <p:cond delay="0"/>
                                          </p:stCondLst>
                                        </p:cTn>
                                        <p:tgtEl>
                                          <p:spTgt spid="13"/>
                                        </p:tgtEl>
                                        <p:attrNameLst>
                                          <p:attrName>style.visibility</p:attrName>
                                        </p:attrNameLst>
                                      </p:cBhvr>
                                      <p:to>
                                        <p:strVal val="visible"/>
                                      </p:to>
                                    </p:set>
                                    <p:animEffect transition="in" filter="fade">
                                      <p:cBhvr>
                                        <p:cTn id="57" dur="500"/>
                                        <p:tgtEl>
                                          <p:spTgt spid="13"/>
                                        </p:tgtEl>
                                      </p:cBhvr>
                                    </p:animEffect>
                                  </p:childTnLst>
                                </p:cTn>
                              </p:par>
                              <p:par>
                                <p:cTn id="58" presetID="10" presetClass="entr" presetSubtype="0" fill="hold" nodeType="withEffect">
                                  <p:stCondLst>
                                    <p:cond delay="0"/>
                                  </p:stCondLst>
                                  <p:childTnLst>
                                    <p:set>
                                      <p:cBhvr>
                                        <p:cTn id="59" dur="1" fill="hold">
                                          <p:stCondLst>
                                            <p:cond delay="0"/>
                                          </p:stCondLst>
                                        </p:cTn>
                                        <p:tgtEl>
                                          <p:spTgt spid="11"/>
                                        </p:tgtEl>
                                        <p:attrNameLst>
                                          <p:attrName>style.visibility</p:attrName>
                                        </p:attrNameLst>
                                      </p:cBhvr>
                                      <p:to>
                                        <p:strVal val="visible"/>
                                      </p:to>
                                    </p:set>
                                    <p:animEffect transition="in" filter="fade">
                                      <p:cBhvr>
                                        <p:cTn id="60" dur="500"/>
                                        <p:tgtEl>
                                          <p:spTgt spid="11"/>
                                        </p:tgtEl>
                                      </p:cBhvr>
                                    </p:animEffect>
                                  </p:childTnLst>
                                </p:cTn>
                              </p:par>
                            </p:childTnLst>
                          </p:cTn>
                        </p:par>
                      </p:childTnLst>
                    </p:cTn>
                  </p:par>
                  <p:par>
                    <p:cTn id="61" fill="hold">
                      <p:stCondLst>
                        <p:cond delay="indefinite"/>
                      </p:stCondLst>
                      <p:childTnLst>
                        <p:par>
                          <p:cTn id="62" fill="hold">
                            <p:stCondLst>
                              <p:cond delay="0"/>
                            </p:stCondLst>
                            <p:childTnLst>
                              <p:par>
                                <p:cTn id="63" presetID="10" presetClass="entr" presetSubtype="0" fill="hold" grpId="0" nodeType="clickEffect">
                                  <p:stCondLst>
                                    <p:cond delay="0"/>
                                  </p:stCondLst>
                                  <p:childTnLst>
                                    <p:set>
                                      <p:cBhvr>
                                        <p:cTn id="64" dur="1" fill="hold">
                                          <p:stCondLst>
                                            <p:cond delay="0"/>
                                          </p:stCondLst>
                                        </p:cTn>
                                        <p:tgtEl>
                                          <p:spTgt spid="34"/>
                                        </p:tgtEl>
                                        <p:attrNameLst>
                                          <p:attrName>style.visibility</p:attrName>
                                        </p:attrNameLst>
                                      </p:cBhvr>
                                      <p:to>
                                        <p:strVal val="visible"/>
                                      </p:to>
                                    </p:set>
                                    <p:animEffect transition="in" filter="fade">
                                      <p:cBhvr>
                                        <p:cTn id="65" dur="500"/>
                                        <p:tgtEl>
                                          <p:spTgt spid="34"/>
                                        </p:tgtEl>
                                      </p:cBhvr>
                                    </p:animEffect>
                                  </p:childTnLst>
                                </p:cTn>
                              </p:par>
                              <p:par>
                                <p:cTn id="66" presetID="10" presetClass="entr" presetSubtype="0" fill="hold" grpId="0" nodeType="withEffect">
                                  <p:stCondLst>
                                    <p:cond delay="0"/>
                                  </p:stCondLst>
                                  <p:childTnLst>
                                    <p:set>
                                      <p:cBhvr>
                                        <p:cTn id="67" dur="1" fill="hold">
                                          <p:stCondLst>
                                            <p:cond delay="0"/>
                                          </p:stCondLst>
                                        </p:cTn>
                                        <p:tgtEl>
                                          <p:spTgt spid="33"/>
                                        </p:tgtEl>
                                        <p:attrNameLst>
                                          <p:attrName>style.visibility</p:attrName>
                                        </p:attrNameLst>
                                      </p:cBhvr>
                                      <p:to>
                                        <p:strVal val="visible"/>
                                      </p:to>
                                    </p:set>
                                    <p:animEffect transition="in" filter="fade">
                                      <p:cBhvr>
                                        <p:cTn id="68" dur="500"/>
                                        <p:tgtEl>
                                          <p:spTgt spid="33"/>
                                        </p:tgtEl>
                                      </p:cBhvr>
                                    </p:animEffect>
                                  </p:childTnLst>
                                </p:cTn>
                              </p:par>
                              <p:par>
                                <p:cTn id="69" presetID="10" presetClass="entr" presetSubtype="0" fill="hold" grpId="0" nodeType="withEffect">
                                  <p:stCondLst>
                                    <p:cond delay="0"/>
                                  </p:stCondLst>
                                  <p:childTnLst>
                                    <p:set>
                                      <p:cBhvr>
                                        <p:cTn id="70" dur="1" fill="hold">
                                          <p:stCondLst>
                                            <p:cond delay="0"/>
                                          </p:stCondLst>
                                        </p:cTn>
                                        <p:tgtEl>
                                          <p:spTgt spid="43"/>
                                        </p:tgtEl>
                                        <p:attrNameLst>
                                          <p:attrName>style.visibility</p:attrName>
                                        </p:attrNameLst>
                                      </p:cBhvr>
                                      <p:to>
                                        <p:strVal val="visible"/>
                                      </p:to>
                                    </p:set>
                                    <p:animEffect transition="in" filter="fade">
                                      <p:cBhvr>
                                        <p:cTn id="71" dur="500"/>
                                        <p:tgtEl>
                                          <p:spTgt spid="43"/>
                                        </p:tgtEl>
                                      </p:cBhvr>
                                    </p:animEffect>
                                  </p:childTnLst>
                                </p:cTn>
                              </p:par>
                              <p:par>
                                <p:cTn id="72" presetID="10" presetClass="entr" presetSubtype="0" fill="hold" nodeType="withEffect">
                                  <p:stCondLst>
                                    <p:cond delay="0"/>
                                  </p:stCondLst>
                                  <p:childTnLst>
                                    <p:set>
                                      <p:cBhvr>
                                        <p:cTn id="73" dur="1" fill="hold">
                                          <p:stCondLst>
                                            <p:cond delay="0"/>
                                          </p:stCondLst>
                                        </p:cTn>
                                        <p:tgtEl>
                                          <p:spTgt spid="45"/>
                                        </p:tgtEl>
                                        <p:attrNameLst>
                                          <p:attrName>style.visibility</p:attrName>
                                        </p:attrNameLst>
                                      </p:cBhvr>
                                      <p:to>
                                        <p:strVal val="visible"/>
                                      </p:to>
                                    </p:set>
                                    <p:animEffect transition="in" filter="fade">
                                      <p:cBhvr>
                                        <p:cTn id="74" dur="500"/>
                                        <p:tgtEl>
                                          <p:spTgt spid="45"/>
                                        </p:tgtEl>
                                      </p:cBhvr>
                                    </p:animEffect>
                                  </p:childTnLst>
                                </p:cTn>
                              </p:par>
                              <p:par>
                                <p:cTn id="75" presetID="10" presetClass="entr" presetSubtype="0" fill="hold" nodeType="withEffect">
                                  <p:stCondLst>
                                    <p:cond delay="0"/>
                                  </p:stCondLst>
                                  <p:childTnLst>
                                    <p:set>
                                      <p:cBhvr>
                                        <p:cTn id="76" dur="1" fill="hold">
                                          <p:stCondLst>
                                            <p:cond delay="0"/>
                                          </p:stCondLst>
                                        </p:cTn>
                                        <p:tgtEl>
                                          <p:spTgt spid="46"/>
                                        </p:tgtEl>
                                        <p:attrNameLst>
                                          <p:attrName>style.visibility</p:attrName>
                                        </p:attrNameLst>
                                      </p:cBhvr>
                                      <p:to>
                                        <p:strVal val="visible"/>
                                      </p:to>
                                    </p:set>
                                    <p:animEffect transition="in" filter="fade">
                                      <p:cBhvr>
                                        <p:cTn id="77" dur="500"/>
                                        <p:tgtEl>
                                          <p:spTgt spid="46"/>
                                        </p:tgtEl>
                                      </p:cBhvr>
                                    </p:animEffect>
                                  </p:childTnLst>
                                </p:cTn>
                              </p:par>
                              <p:par>
                                <p:cTn id="78" presetID="10" presetClass="entr" presetSubtype="0" fill="hold" grpId="0" nodeType="withEffect">
                                  <p:stCondLst>
                                    <p:cond delay="0"/>
                                  </p:stCondLst>
                                  <p:childTnLst>
                                    <p:set>
                                      <p:cBhvr>
                                        <p:cTn id="79" dur="1" fill="hold">
                                          <p:stCondLst>
                                            <p:cond delay="0"/>
                                          </p:stCondLst>
                                        </p:cTn>
                                        <p:tgtEl>
                                          <p:spTgt spid="44"/>
                                        </p:tgtEl>
                                        <p:attrNameLst>
                                          <p:attrName>style.visibility</p:attrName>
                                        </p:attrNameLst>
                                      </p:cBhvr>
                                      <p:to>
                                        <p:strVal val="visible"/>
                                      </p:to>
                                    </p:set>
                                    <p:animEffect transition="in" filter="fade">
                                      <p:cBhvr>
                                        <p:cTn id="80" dur="500"/>
                                        <p:tgtEl>
                                          <p:spTgt spid="44"/>
                                        </p:tgtEl>
                                      </p:cBhvr>
                                    </p:animEffect>
                                  </p:childTnLst>
                                </p:cTn>
                              </p:par>
                            </p:childTnLst>
                          </p:cTn>
                        </p:par>
                      </p:childTnLst>
                    </p:cTn>
                  </p:par>
                  <p:par>
                    <p:cTn id="81" fill="hold">
                      <p:stCondLst>
                        <p:cond delay="indefinite"/>
                      </p:stCondLst>
                      <p:childTnLst>
                        <p:par>
                          <p:cTn id="82" fill="hold">
                            <p:stCondLst>
                              <p:cond delay="0"/>
                            </p:stCondLst>
                            <p:childTnLst>
                              <p:par>
                                <p:cTn id="83" presetID="10" presetClass="entr" presetSubtype="0" fill="hold" grpId="0" nodeType="clickEffect">
                                  <p:stCondLst>
                                    <p:cond delay="0"/>
                                  </p:stCondLst>
                                  <p:childTnLst>
                                    <p:set>
                                      <p:cBhvr>
                                        <p:cTn id="84" dur="1" fill="hold">
                                          <p:stCondLst>
                                            <p:cond delay="0"/>
                                          </p:stCondLst>
                                        </p:cTn>
                                        <p:tgtEl>
                                          <p:spTgt spid="42"/>
                                        </p:tgtEl>
                                        <p:attrNameLst>
                                          <p:attrName>style.visibility</p:attrName>
                                        </p:attrNameLst>
                                      </p:cBhvr>
                                      <p:to>
                                        <p:strVal val="visible"/>
                                      </p:to>
                                    </p:set>
                                    <p:animEffect transition="in" filter="fade">
                                      <p:cBhvr>
                                        <p:cTn id="85" dur="500"/>
                                        <p:tgtEl>
                                          <p:spTgt spid="42"/>
                                        </p:tgtEl>
                                      </p:cBhvr>
                                    </p:animEffect>
                                  </p:childTnLst>
                                </p:cTn>
                              </p:par>
                              <p:par>
                                <p:cTn id="86" presetID="10" presetClass="entr" presetSubtype="0" fill="hold" nodeType="withEffect">
                                  <p:stCondLst>
                                    <p:cond delay="0"/>
                                  </p:stCondLst>
                                  <p:childTnLst>
                                    <p:set>
                                      <p:cBhvr>
                                        <p:cTn id="87" dur="1" fill="hold">
                                          <p:stCondLst>
                                            <p:cond delay="0"/>
                                          </p:stCondLst>
                                        </p:cTn>
                                        <p:tgtEl>
                                          <p:spTgt spid="37"/>
                                        </p:tgtEl>
                                        <p:attrNameLst>
                                          <p:attrName>style.visibility</p:attrName>
                                        </p:attrNameLst>
                                      </p:cBhvr>
                                      <p:to>
                                        <p:strVal val="visible"/>
                                      </p:to>
                                    </p:set>
                                    <p:animEffect transition="in" filter="fade">
                                      <p:cBhvr>
                                        <p:cTn id="88" dur="500"/>
                                        <p:tgtEl>
                                          <p:spTgt spid="37"/>
                                        </p:tgtEl>
                                      </p:cBhvr>
                                    </p:animEffect>
                                  </p:childTnLst>
                                </p:cTn>
                              </p:par>
                              <p:par>
                                <p:cTn id="89" presetID="10" presetClass="entr" presetSubtype="0" fill="hold" nodeType="withEffect">
                                  <p:stCondLst>
                                    <p:cond delay="0"/>
                                  </p:stCondLst>
                                  <p:childTnLst>
                                    <p:set>
                                      <p:cBhvr>
                                        <p:cTn id="90" dur="1" fill="hold">
                                          <p:stCondLst>
                                            <p:cond delay="0"/>
                                          </p:stCondLst>
                                        </p:cTn>
                                        <p:tgtEl>
                                          <p:spTgt spid="40"/>
                                        </p:tgtEl>
                                        <p:attrNameLst>
                                          <p:attrName>style.visibility</p:attrName>
                                        </p:attrNameLst>
                                      </p:cBhvr>
                                      <p:to>
                                        <p:strVal val="visible"/>
                                      </p:to>
                                    </p:set>
                                    <p:animEffect transition="in" filter="fade">
                                      <p:cBhvr>
                                        <p:cTn id="91" dur="500"/>
                                        <p:tgtEl>
                                          <p:spTgt spid="40"/>
                                        </p:tgtEl>
                                      </p:cBhvr>
                                    </p:animEffect>
                                  </p:childTnLst>
                                </p:cTn>
                              </p:par>
                              <p:par>
                                <p:cTn id="92" presetID="10" presetClass="entr" presetSubtype="0" fill="hold" nodeType="withEffect">
                                  <p:stCondLst>
                                    <p:cond delay="0"/>
                                  </p:stCondLst>
                                  <p:childTnLst>
                                    <p:set>
                                      <p:cBhvr>
                                        <p:cTn id="93" dur="1" fill="hold">
                                          <p:stCondLst>
                                            <p:cond delay="0"/>
                                          </p:stCondLst>
                                        </p:cTn>
                                        <p:tgtEl>
                                          <p:spTgt spid="38"/>
                                        </p:tgtEl>
                                        <p:attrNameLst>
                                          <p:attrName>style.visibility</p:attrName>
                                        </p:attrNameLst>
                                      </p:cBhvr>
                                      <p:to>
                                        <p:strVal val="visible"/>
                                      </p:to>
                                    </p:set>
                                    <p:animEffect transition="in" filter="fade">
                                      <p:cBhvr>
                                        <p:cTn id="94" dur="500"/>
                                        <p:tgtEl>
                                          <p:spTgt spid="38"/>
                                        </p:tgtEl>
                                      </p:cBhvr>
                                    </p:animEffect>
                                  </p:childTnLst>
                                </p:cTn>
                              </p:par>
                              <p:par>
                                <p:cTn id="95" presetID="10" presetClass="entr" presetSubtype="0" fill="hold" grpId="0" nodeType="withEffect">
                                  <p:stCondLst>
                                    <p:cond delay="0"/>
                                  </p:stCondLst>
                                  <p:childTnLst>
                                    <p:set>
                                      <p:cBhvr>
                                        <p:cTn id="96" dur="1" fill="hold">
                                          <p:stCondLst>
                                            <p:cond delay="0"/>
                                          </p:stCondLst>
                                        </p:cTn>
                                        <p:tgtEl>
                                          <p:spTgt spid="47"/>
                                        </p:tgtEl>
                                        <p:attrNameLst>
                                          <p:attrName>style.visibility</p:attrName>
                                        </p:attrNameLst>
                                      </p:cBhvr>
                                      <p:to>
                                        <p:strVal val="visible"/>
                                      </p:to>
                                    </p:set>
                                    <p:animEffect transition="in" filter="fade">
                                      <p:cBhvr>
                                        <p:cTn id="97" dur="500"/>
                                        <p:tgtEl>
                                          <p:spTgt spid="47"/>
                                        </p:tgtEl>
                                      </p:cBhvr>
                                    </p:animEffect>
                                  </p:childTnLst>
                                </p:cTn>
                              </p:par>
                              <p:par>
                                <p:cTn id="98" presetID="10" presetClass="entr" presetSubtype="0" fill="hold" grpId="0" nodeType="withEffect">
                                  <p:stCondLst>
                                    <p:cond delay="0"/>
                                  </p:stCondLst>
                                  <p:childTnLst>
                                    <p:set>
                                      <p:cBhvr>
                                        <p:cTn id="99" dur="1" fill="hold">
                                          <p:stCondLst>
                                            <p:cond delay="0"/>
                                          </p:stCondLst>
                                        </p:cTn>
                                        <p:tgtEl>
                                          <p:spTgt spid="48"/>
                                        </p:tgtEl>
                                        <p:attrNameLst>
                                          <p:attrName>style.visibility</p:attrName>
                                        </p:attrNameLst>
                                      </p:cBhvr>
                                      <p:to>
                                        <p:strVal val="visible"/>
                                      </p:to>
                                    </p:set>
                                    <p:animEffect transition="in" filter="fade">
                                      <p:cBhvr>
                                        <p:cTn id="100" dur="500"/>
                                        <p:tgtEl>
                                          <p:spTgt spid="48"/>
                                        </p:tgtEl>
                                      </p:cBhvr>
                                    </p:animEffect>
                                  </p:childTnLst>
                                </p:cTn>
                              </p:par>
                              <p:par>
                                <p:cTn id="101" presetID="10" presetClass="entr" presetSubtype="0" fill="hold" nodeType="withEffect">
                                  <p:stCondLst>
                                    <p:cond delay="0"/>
                                  </p:stCondLst>
                                  <p:childTnLst>
                                    <p:set>
                                      <p:cBhvr>
                                        <p:cTn id="102" dur="1" fill="hold">
                                          <p:stCondLst>
                                            <p:cond delay="0"/>
                                          </p:stCondLst>
                                        </p:cTn>
                                        <p:tgtEl>
                                          <p:spTgt spid="36"/>
                                        </p:tgtEl>
                                        <p:attrNameLst>
                                          <p:attrName>style.visibility</p:attrName>
                                        </p:attrNameLst>
                                      </p:cBhvr>
                                      <p:to>
                                        <p:strVal val="visible"/>
                                      </p:to>
                                    </p:set>
                                    <p:animEffect transition="in" filter="fade">
                                      <p:cBhvr>
                                        <p:cTn id="103" dur="500"/>
                                        <p:tgtEl>
                                          <p:spTgt spid="36"/>
                                        </p:tgtEl>
                                      </p:cBhvr>
                                    </p:animEffect>
                                  </p:childTnLst>
                                </p:cTn>
                              </p:par>
                            </p:childTnLst>
                          </p:cTn>
                        </p:par>
                      </p:childTnLst>
                    </p:cTn>
                  </p:par>
                  <p:par>
                    <p:cTn id="104" fill="hold">
                      <p:stCondLst>
                        <p:cond delay="indefinite"/>
                      </p:stCondLst>
                      <p:childTnLst>
                        <p:par>
                          <p:cTn id="105" fill="hold">
                            <p:stCondLst>
                              <p:cond delay="0"/>
                            </p:stCondLst>
                            <p:childTnLst>
                              <p:par>
                                <p:cTn id="106" presetID="10" presetClass="entr" presetSubtype="0" fill="hold" nodeType="clickEffect">
                                  <p:stCondLst>
                                    <p:cond delay="0"/>
                                  </p:stCondLst>
                                  <p:childTnLst>
                                    <p:set>
                                      <p:cBhvr>
                                        <p:cTn id="107" dur="1" fill="hold">
                                          <p:stCondLst>
                                            <p:cond delay="0"/>
                                          </p:stCondLst>
                                        </p:cTn>
                                        <p:tgtEl>
                                          <p:spTgt spid="39"/>
                                        </p:tgtEl>
                                        <p:attrNameLst>
                                          <p:attrName>style.visibility</p:attrName>
                                        </p:attrNameLst>
                                      </p:cBhvr>
                                      <p:to>
                                        <p:strVal val="visible"/>
                                      </p:to>
                                    </p:set>
                                    <p:animEffect transition="in" filter="fade">
                                      <p:cBhvr>
                                        <p:cTn id="108" dur="500"/>
                                        <p:tgtEl>
                                          <p:spTgt spid="39"/>
                                        </p:tgtEl>
                                      </p:cBhvr>
                                    </p:animEffect>
                                  </p:childTnLst>
                                </p:cTn>
                              </p:par>
                              <p:par>
                                <p:cTn id="109" presetID="10" presetClass="entr" presetSubtype="0" fill="hold" grpId="0" nodeType="withEffect">
                                  <p:stCondLst>
                                    <p:cond delay="0"/>
                                  </p:stCondLst>
                                  <p:childTnLst>
                                    <p:set>
                                      <p:cBhvr>
                                        <p:cTn id="110" dur="1" fill="hold">
                                          <p:stCondLst>
                                            <p:cond delay="0"/>
                                          </p:stCondLst>
                                        </p:cTn>
                                        <p:tgtEl>
                                          <p:spTgt spid="41"/>
                                        </p:tgtEl>
                                        <p:attrNameLst>
                                          <p:attrName>style.visibility</p:attrName>
                                        </p:attrNameLst>
                                      </p:cBhvr>
                                      <p:to>
                                        <p:strVal val="visible"/>
                                      </p:to>
                                    </p:set>
                                    <p:animEffect transition="in" filter="fade">
                                      <p:cBhvr>
                                        <p:cTn id="111" dur="500"/>
                                        <p:tgtEl>
                                          <p:spTgt spid="41"/>
                                        </p:tgtEl>
                                      </p:cBhvr>
                                    </p:animEffect>
                                  </p:childTnLst>
                                </p:cTn>
                              </p:par>
                              <p:par>
                                <p:cTn id="112" presetID="10" presetClass="entr" presetSubtype="0" fill="hold" nodeType="withEffect">
                                  <p:stCondLst>
                                    <p:cond delay="0"/>
                                  </p:stCondLst>
                                  <p:childTnLst>
                                    <p:set>
                                      <p:cBhvr>
                                        <p:cTn id="113" dur="1" fill="hold">
                                          <p:stCondLst>
                                            <p:cond delay="0"/>
                                          </p:stCondLst>
                                        </p:cTn>
                                        <p:tgtEl>
                                          <p:spTgt spid="35"/>
                                        </p:tgtEl>
                                        <p:attrNameLst>
                                          <p:attrName>style.visibility</p:attrName>
                                        </p:attrNameLst>
                                      </p:cBhvr>
                                      <p:to>
                                        <p:strVal val="visible"/>
                                      </p:to>
                                    </p:set>
                                    <p:animEffect transition="in" filter="fade">
                                      <p:cBhvr>
                                        <p:cTn id="114" dur="500"/>
                                        <p:tgtEl>
                                          <p:spTgt spid="35"/>
                                        </p:tgtEl>
                                      </p:cBhvr>
                                    </p:animEffect>
                                  </p:childTnLst>
                                </p:cTn>
                              </p:par>
                            </p:childTnLst>
                          </p:cTn>
                        </p:par>
                      </p:childTnLst>
                    </p:cTn>
                  </p:par>
                </p:childTnLst>
              </p:cTn>
              <p:prevCondLst>
                <p:cond evt="onPrev" delay="0">
                  <p:tgtEl>
                    <p:sldTgt/>
                  </p:tgtEl>
                </p:cond>
              </p:prevCondLst>
              <p:nextCondLst>
                <p:cond evt="onNext" delay="0">
                  <p:tgtEl>
                    <p:sldTgt/>
                  </p:tgtEl>
                </p:cond>
              </p:nextCondLst>
            </p:seq>
          </p:childTnLst>
        </p:cTn>
      </p:par>
    </p:tnLst>
    <p:bldLst>
      <p:bldP spid="6" grpId="0" animBg="1"/>
      <p:bldP spid="7" grpId="0" animBg="1"/>
      <p:bldP spid="14" grpId="0" animBg="1"/>
      <p:bldP spid="15" grpId="0" animBg="1"/>
      <p:bldP spid="24" grpId="0"/>
      <p:bldP spid="25" grpId="0"/>
      <p:bldP spid="31" grpId="0" animBg="1"/>
      <p:bldP spid="32" grpId="0"/>
      <p:bldP spid="33" grpId="0" animBg="1"/>
      <p:bldP spid="34" grpId="0" animBg="1"/>
      <p:bldP spid="41" grpId="0" animBg="1"/>
      <p:bldP spid="42" grpId="0" animBg="1"/>
      <p:bldP spid="43" grpId="0"/>
      <p:bldP spid="44" grpId="0"/>
      <p:bldP spid="47" grpId="0"/>
      <p:bldP spid="48" grpId="0" animBg="1"/>
    </p:bldLst>
  </p:timing>
</p:sld>
</file>

<file path=ppt/slides/slide5.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le 1"/>
          <p:cNvSpPr>
            <a:spLocks noGrp="1"/>
          </p:cNvSpPr>
          <p:nvPr>
            <p:ph type="title"/>
          </p:nvPr>
        </p:nvSpPr>
        <p:spPr/>
        <p:txBody>
          <a:bodyPr/>
          <a:lstStyle/>
          <a:p>
            <a:r>
              <a:rPr lang="en-US" dirty="0"/>
              <a:t>Power Screws</a:t>
            </a:r>
          </a:p>
        </p:txBody>
      </p:sp>
      <p:sp>
        <p:nvSpPr>
          <p:cNvPr id="3" name="Content Placeholder 2"/>
          <p:cNvSpPr>
            <a:spLocks noGrp="1"/>
          </p:cNvSpPr>
          <p:nvPr>
            <p:ph idx="1"/>
          </p:nvPr>
        </p:nvSpPr>
        <p:spPr>
          <a:xfrm>
            <a:off x="457200" y="1600200"/>
            <a:ext cx="4648200" cy="2521903"/>
          </a:xfrm>
        </p:spPr>
        <p:txBody>
          <a:bodyPr>
            <a:normAutofit fontScale="85000" lnSpcReduction="10000"/>
          </a:bodyPr>
          <a:lstStyle/>
          <a:p>
            <a:r>
              <a:rPr lang="en-US" dirty="0"/>
              <a:t>If we write out the equilibrium equations for the nut, and we relate the friction force to the normal force then we will wind up with the following equations.</a:t>
            </a:r>
          </a:p>
        </p:txBody>
      </p:sp>
      <p:sp>
        <p:nvSpPr>
          <p:cNvPr id="4" name="Slide Number Placeholder 3"/>
          <p:cNvSpPr>
            <a:spLocks noGrp="1"/>
          </p:cNvSpPr>
          <p:nvPr>
            <p:ph type="sldNum" sz="quarter" idx="12"/>
          </p:nvPr>
        </p:nvSpPr>
        <p:spPr/>
        <p:txBody>
          <a:bodyPr/>
          <a:lstStyle/>
          <a:p>
            <a:fld id="{929262FE-7F58-4A1E-8AF3-5A510A86DEBD}" type="slidenum">
              <a:rPr lang="en-US" smtClean="0"/>
              <a:t>5</a:t>
            </a:fld>
            <a:endParaRPr lang="en-US" dirty="0"/>
          </a:p>
        </p:txBody>
      </p:sp>
      <mc:AlternateContent xmlns:mc="http://schemas.openxmlformats.org/markup-compatibility/2006" xmlns:a14="http://schemas.microsoft.com/office/drawing/2010/main">
        <mc:Choice Requires="a14">
          <p:sp>
            <p:nvSpPr>
              <p:cNvPr id="6" name="TextBox 5"/>
              <p:cNvSpPr txBox="1"/>
              <p:nvPr/>
            </p:nvSpPr>
            <p:spPr>
              <a:xfrm>
                <a:off x="609600" y="4122104"/>
                <a:ext cx="8113375" cy="1135696"/>
              </a:xfrm>
              <a:prstGeom prst="rect">
                <a:avLst/>
              </a:prstGeom>
              <a:noFill/>
            </p:spPr>
            <p:txBody>
              <a:bodyPr wrap="none" rtlCol="0">
                <a:spAutoFit/>
              </a:bodyPr>
              <a:lstStyle/>
              <a:p>
                <a:pPr/>
                <a14:m>
                  <m:oMathPara xmlns:m="http://schemas.openxmlformats.org/officeDocument/2006/math">
                    <m:oMathParaPr>
                      <m:jc m:val="centerGroup"/>
                    </m:oMathParaPr>
                    <m:oMath xmlns:m="http://schemas.openxmlformats.org/officeDocument/2006/math">
                      <m:nary>
                        <m:naryPr>
                          <m:chr m:val="∑"/>
                          <m:subHide m:val="on"/>
                          <m:supHide m:val="on"/>
                          <m:ctrlPr>
                            <a:rPr lang="en-US" sz="2800" i="1" smtClean="0">
                              <a:latin typeface="Cambria Math" panose="02040503050406030204" pitchFamily="18" charset="0"/>
                            </a:rPr>
                          </m:ctrlPr>
                        </m:naryPr>
                        <m:sub/>
                        <m:sup/>
                        <m:e>
                          <m:sSub>
                            <m:sSubPr>
                              <m:ctrlPr>
                                <a:rPr lang="en-US" sz="2800" i="1" smtClean="0">
                                  <a:latin typeface="Cambria Math" panose="02040503050406030204" pitchFamily="18" charset="0"/>
                                </a:rPr>
                              </m:ctrlPr>
                            </m:sSubPr>
                            <m:e>
                              <m:r>
                                <m:rPr>
                                  <m:sty m:val="p"/>
                                </m:rPr>
                                <a:rPr lang="en-US" sz="2800" b="0" i="0" smtClean="0">
                                  <a:latin typeface="Cambria Math"/>
                                </a:rPr>
                                <m:t>F</m:t>
                              </m:r>
                            </m:e>
                            <m:sub>
                              <m:r>
                                <m:rPr>
                                  <m:sty m:val="p"/>
                                </m:rPr>
                                <a:rPr lang="en-US" sz="2800" b="0" i="0" smtClean="0">
                                  <a:latin typeface="Cambria Math"/>
                                </a:rPr>
                                <m:t>X</m:t>
                              </m:r>
                            </m:sub>
                          </m:sSub>
                          <m:r>
                            <a:rPr lang="en-US" sz="2800" b="0" i="0" smtClean="0">
                              <a:latin typeface="Cambria Math"/>
                            </a:rPr>
                            <m:t>=</m:t>
                          </m:r>
                          <m:sSub>
                            <m:sSubPr>
                              <m:ctrlPr>
                                <a:rPr lang="en-US" sz="2800" b="0" i="1" smtClean="0">
                                  <a:latin typeface="Cambria Math" panose="02040503050406030204" pitchFamily="18" charset="0"/>
                                </a:rPr>
                              </m:ctrlPr>
                            </m:sSubPr>
                            <m:e>
                              <m:r>
                                <m:rPr>
                                  <m:sty m:val="p"/>
                                </m:rPr>
                                <a:rPr lang="en-US" sz="2800" b="0" i="0" smtClean="0">
                                  <a:latin typeface="Cambria Math"/>
                                </a:rPr>
                                <m:t>F</m:t>
                              </m:r>
                            </m:e>
                            <m:sub>
                              <m:r>
                                <m:rPr>
                                  <m:sty m:val="p"/>
                                </m:rPr>
                                <a:rPr lang="en-US" sz="2800" b="0" i="0" smtClean="0">
                                  <a:latin typeface="Cambria Math"/>
                                </a:rPr>
                                <m:t>push</m:t>
                              </m:r>
                            </m:sub>
                          </m:sSub>
                          <m:r>
                            <a:rPr lang="en-US" sz="2800" b="0" i="0" smtClean="0">
                              <a:latin typeface="Cambria Math"/>
                            </a:rPr>
                            <m:t>−</m:t>
                          </m:r>
                          <m:sSub>
                            <m:sSubPr>
                              <m:ctrlPr>
                                <a:rPr lang="en-US" sz="2800" b="0" i="1" smtClean="0">
                                  <a:latin typeface="Cambria Math" panose="02040503050406030204" pitchFamily="18" charset="0"/>
                                </a:rPr>
                              </m:ctrlPr>
                            </m:sSubPr>
                            <m:e>
                              <m:r>
                                <m:rPr>
                                  <m:sty m:val="p"/>
                                </m:rPr>
                                <a:rPr lang="en-US" sz="2800" b="0" i="0" smtClean="0">
                                  <a:latin typeface="Cambria Math"/>
                                </a:rPr>
                                <m:t>F</m:t>
                              </m:r>
                            </m:e>
                            <m:sub>
                              <m:r>
                                <m:rPr>
                                  <m:sty m:val="p"/>
                                </m:rPr>
                                <a:rPr lang="en-US" sz="2800" b="0" i="0" smtClean="0">
                                  <a:latin typeface="Cambria Math"/>
                                </a:rPr>
                                <m:t>N</m:t>
                              </m:r>
                            </m:sub>
                          </m:sSub>
                          <m:r>
                            <a:rPr lang="en-US" sz="2800" b="0" i="0" smtClean="0">
                              <a:latin typeface="Cambria Math"/>
                            </a:rPr>
                            <m:t>∗</m:t>
                          </m:r>
                          <m:func>
                            <m:funcPr>
                              <m:ctrlPr>
                                <a:rPr lang="en-US" sz="2800" b="0" i="1" smtClean="0">
                                  <a:latin typeface="Cambria Math" panose="02040503050406030204" pitchFamily="18" charset="0"/>
                                </a:rPr>
                              </m:ctrlPr>
                            </m:funcPr>
                            <m:fName>
                              <m:r>
                                <m:rPr>
                                  <m:sty m:val="p"/>
                                </m:rPr>
                                <a:rPr lang="en-US" sz="2800" b="0" i="0" smtClean="0">
                                  <a:latin typeface="Cambria Math"/>
                                </a:rPr>
                                <m:t>sin</m:t>
                              </m:r>
                            </m:fName>
                            <m:e>
                              <m:d>
                                <m:dPr>
                                  <m:ctrlPr>
                                    <a:rPr lang="en-US" sz="2800" b="0" i="1" smtClean="0">
                                      <a:latin typeface="Cambria Math" panose="02040503050406030204" pitchFamily="18" charset="0"/>
                                    </a:rPr>
                                  </m:ctrlPr>
                                </m:dPr>
                                <m:e>
                                  <m:r>
                                    <m:rPr>
                                      <m:sty m:val="p"/>
                                    </m:rPr>
                                    <a:rPr lang="en-US" sz="2800" b="0" i="0" smtClean="0">
                                      <a:latin typeface="Cambria Math"/>
                                      <a:ea typeface="Cambria Math"/>
                                    </a:rPr>
                                    <m:t>θ</m:t>
                                  </m:r>
                                </m:e>
                              </m:d>
                            </m:e>
                          </m:func>
                          <m:r>
                            <a:rPr lang="en-US" sz="2800" b="0" i="0" smtClean="0">
                              <a:latin typeface="Cambria Math"/>
                            </a:rPr>
                            <m:t>−</m:t>
                          </m:r>
                          <m:sSub>
                            <m:sSubPr>
                              <m:ctrlPr>
                                <a:rPr lang="en-US" sz="2800" i="1">
                                  <a:latin typeface="Cambria Math" panose="02040503050406030204" pitchFamily="18" charset="0"/>
                                </a:rPr>
                              </m:ctrlPr>
                            </m:sSubPr>
                            <m:e>
                              <m:r>
                                <m:rPr>
                                  <m:sty m:val="p"/>
                                </m:rPr>
                                <a:rPr lang="en-US" sz="2800" i="0">
                                  <a:latin typeface="Cambria Math"/>
                                  <a:ea typeface="Cambria Math"/>
                                </a:rPr>
                                <m:t>μ</m:t>
                              </m:r>
                            </m:e>
                            <m:sub>
                              <m:r>
                                <m:rPr>
                                  <m:sty m:val="p"/>
                                </m:rPr>
                                <a:rPr lang="en-US" sz="2800" i="0">
                                  <a:latin typeface="Cambria Math"/>
                                </a:rPr>
                                <m:t>k</m:t>
                              </m:r>
                            </m:sub>
                          </m:sSub>
                          <m:r>
                            <a:rPr lang="en-US" sz="2800" i="0">
                              <a:latin typeface="Cambria Math"/>
                            </a:rPr>
                            <m:t>∗</m:t>
                          </m:r>
                          <m:sSub>
                            <m:sSubPr>
                              <m:ctrlPr>
                                <a:rPr lang="en-US" sz="2800" i="1">
                                  <a:latin typeface="Cambria Math" panose="02040503050406030204" pitchFamily="18" charset="0"/>
                                </a:rPr>
                              </m:ctrlPr>
                            </m:sSubPr>
                            <m:e>
                              <m:r>
                                <m:rPr>
                                  <m:sty m:val="p"/>
                                </m:rPr>
                                <a:rPr lang="en-US" sz="2800" i="0">
                                  <a:latin typeface="Cambria Math"/>
                                </a:rPr>
                                <m:t>F</m:t>
                              </m:r>
                            </m:e>
                            <m:sub>
                              <m:r>
                                <m:rPr>
                                  <m:sty m:val="p"/>
                                </m:rPr>
                                <a:rPr lang="en-US" sz="2800" i="0">
                                  <a:latin typeface="Cambria Math"/>
                                </a:rPr>
                                <m:t>N</m:t>
                              </m:r>
                            </m:sub>
                          </m:sSub>
                          <m:r>
                            <a:rPr lang="en-US" sz="2800" b="0" i="0" smtClean="0">
                              <a:latin typeface="Cambria Math"/>
                            </a:rPr>
                            <m:t>∗</m:t>
                          </m:r>
                          <m:r>
                            <m:rPr>
                              <m:sty m:val="p"/>
                            </m:rPr>
                            <a:rPr lang="en-US" sz="2800" b="0" i="0" smtClean="0">
                              <a:latin typeface="Cambria Math"/>
                            </a:rPr>
                            <m:t>cos</m:t>
                          </m:r>
                          <m:r>
                            <a:rPr lang="en-US" sz="2800" b="0" i="0" smtClean="0">
                              <a:latin typeface="Cambria Math"/>
                            </a:rPr>
                            <m:t>⁡(</m:t>
                          </m:r>
                          <m:r>
                            <m:rPr>
                              <m:sty m:val="p"/>
                            </m:rPr>
                            <a:rPr lang="en-US" sz="2800" b="0" i="0" smtClean="0">
                              <a:latin typeface="Cambria Math"/>
                              <a:ea typeface="Cambria Math"/>
                            </a:rPr>
                            <m:t>θ</m:t>
                          </m:r>
                          <m:r>
                            <a:rPr lang="en-US" sz="2800" b="0" i="0" smtClean="0">
                              <a:latin typeface="Cambria Math"/>
                              <a:ea typeface="Cambria Math"/>
                            </a:rPr>
                            <m:t>)</m:t>
                          </m:r>
                        </m:e>
                      </m:nary>
                      <m:r>
                        <a:rPr lang="en-US" sz="2800" b="0" i="0" smtClean="0">
                          <a:latin typeface="Cambria Math"/>
                        </a:rPr>
                        <m:t>=0</m:t>
                      </m:r>
                    </m:oMath>
                  </m:oMathPara>
                </a14:m>
                <a:endParaRPr lang="en-US" sz="2800" dirty="0"/>
              </a:p>
            </p:txBody>
          </p:sp>
        </mc:Choice>
        <mc:Fallback xmlns="">
          <p:sp>
            <p:nvSpPr>
              <p:cNvPr id="6" name="TextBox 5"/>
              <p:cNvSpPr txBox="1">
                <a:spLocks noRot="1" noChangeAspect="1" noMove="1" noResize="1" noEditPoints="1" noAdjustHandles="1" noChangeArrowheads="1" noChangeShapeType="1" noTextEdit="1"/>
              </p:cNvSpPr>
              <p:nvPr/>
            </p:nvSpPr>
            <p:spPr>
              <a:xfrm>
                <a:off x="609600" y="4122104"/>
                <a:ext cx="8113375" cy="1135696"/>
              </a:xfrm>
              <a:prstGeom prst="rect">
                <a:avLst/>
              </a:prstGeom>
              <a:blipFill rotWithShape="1">
                <a:blip r:embed="rId2"/>
                <a:stretch>
                  <a:fillRect/>
                </a:stretch>
              </a:blipFill>
            </p:spPr>
            <p:txBody>
              <a:bodyPr/>
              <a:lstStyle/>
              <a:p>
                <a:r>
                  <a:rPr lang="en-US">
                    <a:noFill/>
                  </a:rPr>
                  <a:t> </a:t>
                </a:r>
              </a:p>
            </p:txBody>
          </p:sp>
        </mc:Fallback>
      </mc:AlternateContent>
      <mc:AlternateContent xmlns:mc="http://schemas.openxmlformats.org/markup-compatibility/2006" xmlns:a14="http://schemas.microsoft.com/office/drawing/2010/main">
        <mc:Choice Requires="a14">
          <p:sp>
            <p:nvSpPr>
              <p:cNvPr id="8" name="TextBox 7"/>
              <p:cNvSpPr txBox="1"/>
              <p:nvPr/>
            </p:nvSpPr>
            <p:spPr>
              <a:xfrm>
                <a:off x="519831" y="5188904"/>
                <a:ext cx="8292911" cy="1135696"/>
              </a:xfrm>
              <a:prstGeom prst="rect">
                <a:avLst/>
              </a:prstGeom>
              <a:noFill/>
            </p:spPr>
            <p:txBody>
              <a:bodyPr wrap="none" rtlCol="0">
                <a:spAutoFit/>
              </a:bodyPr>
              <a:lstStyle/>
              <a:p>
                <a:pPr/>
                <a14:m>
                  <m:oMathPara xmlns:m="http://schemas.openxmlformats.org/officeDocument/2006/math">
                    <m:oMathParaPr>
                      <m:jc m:val="centerGroup"/>
                    </m:oMathParaPr>
                    <m:oMath xmlns:m="http://schemas.openxmlformats.org/officeDocument/2006/math">
                      <m:nary>
                        <m:naryPr>
                          <m:chr m:val="∑"/>
                          <m:subHide m:val="on"/>
                          <m:supHide m:val="on"/>
                          <m:ctrlPr>
                            <a:rPr lang="en-US" sz="2800" i="1" smtClean="0">
                              <a:latin typeface="Cambria Math" panose="02040503050406030204" pitchFamily="18" charset="0"/>
                            </a:rPr>
                          </m:ctrlPr>
                        </m:naryPr>
                        <m:sub/>
                        <m:sup/>
                        <m:e>
                          <m:sSub>
                            <m:sSubPr>
                              <m:ctrlPr>
                                <a:rPr lang="en-US" sz="2800" i="1" smtClean="0">
                                  <a:latin typeface="Cambria Math" panose="02040503050406030204" pitchFamily="18" charset="0"/>
                                </a:rPr>
                              </m:ctrlPr>
                            </m:sSubPr>
                            <m:e>
                              <m:r>
                                <m:rPr>
                                  <m:sty m:val="p"/>
                                </m:rPr>
                                <a:rPr lang="en-US" sz="2800" b="0" i="0" smtClean="0">
                                  <a:latin typeface="Cambria Math"/>
                                </a:rPr>
                                <m:t>F</m:t>
                              </m:r>
                            </m:e>
                            <m:sub>
                              <m:r>
                                <m:rPr>
                                  <m:sty m:val="p"/>
                                </m:rPr>
                                <a:rPr lang="en-US" sz="2800" b="0" i="0" smtClean="0">
                                  <a:latin typeface="Cambria Math"/>
                                </a:rPr>
                                <m:t>y</m:t>
                              </m:r>
                            </m:sub>
                          </m:sSub>
                          <m:r>
                            <a:rPr lang="en-US" sz="2800" b="0" i="0" smtClean="0">
                              <a:latin typeface="Cambria Math"/>
                            </a:rPr>
                            <m:t>=−</m:t>
                          </m:r>
                          <m:sSub>
                            <m:sSubPr>
                              <m:ctrlPr>
                                <a:rPr lang="en-US" sz="2800" b="0" i="1" smtClean="0">
                                  <a:latin typeface="Cambria Math" panose="02040503050406030204" pitchFamily="18" charset="0"/>
                                </a:rPr>
                              </m:ctrlPr>
                            </m:sSubPr>
                            <m:e>
                              <m:r>
                                <m:rPr>
                                  <m:sty m:val="p"/>
                                </m:rPr>
                                <a:rPr lang="en-US" sz="2800" b="0" i="0" smtClean="0">
                                  <a:latin typeface="Cambria Math"/>
                                </a:rPr>
                                <m:t>F</m:t>
                              </m:r>
                            </m:e>
                            <m:sub>
                              <m:r>
                                <m:rPr>
                                  <m:sty m:val="p"/>
                                </m:rPr>
                                <a:rPr lang="en-US" sz="2800" b="0" i="0" smtClean="0">
                                  <a:latin typeface="Cambria Math"/>
                                </a:rPr>
                                <m:t>load</m:t>
                              </m:r>
                            </m:sub>
                          </m:sSub>
                          <m:r>
                            <a:rPr lang="en-US" sz="2800" b="0" i="0" smtClean="0">
                              <a:latin typeface="Cambria Math"/>
                            </a:rPr>
                            <m:t>+</m:t>
                          </m:r>
                          <m:sSub>
                            <m:sSubPr>
                              <m:ctrlPr>
                                <a:rPr lang="en-US" sz="2800" b="0" i="1" smtClean="0">
                                  <a:latin typeface="Cambria Math" panose="02040503050406030204" pitchFamily="18" charset="0"/>
                                </a:rPr>
                              </m:ctrlPr>
                            </m:sSubPr>
                            <m:e>
                              <m:r>
                                <m:rPr>
                                  <m:sty m:val="p"/>
                                </m:rPr>
                                <a:rPr lang="en-US" sz="2800" b="0" i="0" smtClean="0">
                                  <a:latin typeface="Cambria Math"/>
                                </a:rPr>
                                <m:t>F</m:t>
                              </m:r>
                            </m:e>
                            <m:sub>
                              <m:r>
                                <m:rPr>
                                  <m:sty m:val="p"/>
                                </m:rPr>
                                <a:rPr lang="en-US" sz="2800" b="0" i="0" smtClean="0">
                                  <a:latin typeface="Cambria Math"/>
                                </a:rPr>
                                <m:t>N</m:t>
                              </m:r>
                            </m:sub>
                          </m:sSub>
                          <m:r>
                            <a:rPr lang="en-US" sz="2800" b="0" i="0" smtClean="0">
                              <a:latin typeface="Cambria Math"/>
                            </a:rPr>
                            <m:t>∗</m:t>
                          </m:r>
                          <m:r>
                            <m:rPr>
                              <m:sty m:val="p"/>
                            </m:rPr>
                            <a:rPr lang="en-US" sz="2800" b="0" i="0" smtClean="0">
                              <a:latin typeface="Cambria Math"/>
                            </a:rPr>
                            <m:t>cos</m:t>
                          </m:r>
                          <m:r>
                            <a:rPr lang="en-US" sz="2800" b="0" i="0" smtClean="0">
                              <a:latin typeface="Cambria Math"/>
                            </a:rPr>
                            <m:t>(</m:t>
                          </m:r>
                          <m:r>
                            <m:rPr>
                              <m:sty m:val="p"/>
                            </m:rPr>
                            <a:rPr lang="el-GR" sz="2800" b="0" i="1" smtClean="0">
                              <a:latin typeface="Cambria Math"/>
                              <a:ea typeface="Cambria Math"/>
                            </a:rPr>
                            <m:t>θ</m:t>
                          </m:r>
                          <m:r>
                            <a:rPr lang="en-US" sz="2800" b="0" i="1" smtClean="0">
                              <a:latin typeface="Cambria Math"/>
                              <a:ea typeface="Cambria Math"/>
                            </a:rPr>
                            <m:t>)</m:t>
                          </m:r>
                          <m:r>
                            <a:rPr lang="en-US" sz="2800" b="0" i="0" smtClean="0">
                              <a:latin typeface="Cambria Math"/>
                            </a:rPr>
                            <m:t>−</m:t>
                          </m:r>
                          <m:sSub>
                            <m:sSubPr>
                              <m:ctrlPr>
                                <a:rPr lang="en-US" sz="2800" i="1">
                                  <a:latin typeface="Cambria Math" panose="02040503050406030204" pitchFamily="18" charset="0"/>
                                </a:rPr>
                              </m:ctrlPr>
                            </m:sSubPr>
                            <m:e>
                              <m:r>
                                <m:rPr>
                                  <m:sty m:val="p"/>
                                </m:rPr>
                                <a:rPr lang="en-US" sz="2800" i="0">
                                  <a:latin typeface="Cambria Math"/>
                                  <a:ea typeface="Cambria Math"/>
                                </a:rPr>
                                <m:t>μ</m:t>
                              </m:r>
                            </m:e>
                            <m:sub>
                              <m:r>
                                <m:rPr>
                                  <m:sty m:val="p"/>
                                </m:rPr>
                                <a:rPr lang="en-US" sz="2800" i="0">
                                  <a:latin typeface="Cambria Math"/>
                                </a:rPr>
                                <m:t>k</m:t>
                              </m:r>
                            </m:sub>
                          </m:sSub>
                          <m:r>
                            <a:rPr lang="en-US" sz="2800" i="0">
                              <a:latin typeface="Cambria Math"/>
                            </a:rPr>
                            <m:t>∗</m:t>
                          </m:r>
                          <m:sSub>
                            <m:sSubPr>
                              <m:ctrlPr>
                                <a:rPr lang="en-US" sz="2800" i="1">
                                  <a:latin typeface="Cambria Math" panose="02040503050406030204" pitchFamily="18" charset="0"/>
                                </a:rPr>
                              </m:ctrlPr>
                            </m:sSubPr>
                            <m:e>
                              <m:r>
                                <m:rPr>
                                  <m:sty m:val="p"/>
                                </m:rPr>
                                <a:rPr lang="en-US" sz="2800" i="0">
                                  <a:latin typeface="Cambria Math"/>
                                </a:rPr>
                                <m:t>F</m:t>
                              </m:r>
                            </m:e>
                            <m:sub>
                              <m:r>
                                <m:rPr>
                                  <m:sty m:val="p"/>
                                </m:rPr>
                                <a:rPr lang="en-US" sz="2800" i="0">
                                  <a:latin typeface="Cambria Math"/>
                                </a:rPr>
                                <m:t>N</m:t>
                              </m:r>
                            </m:sub>
                          </m:sSub>
                          <m:r>
                            <a:rPr lang="en-US" sz="2800" b="0" i="0" smtClean="0">
                              <a:latin typeface="Cambria Math"/>
                            </a:rPr>
                            <m:t>∗</m:t>
                          </m:r>
                          <m:func>
                            <m:funcPr>
                              <m:ctrlPr>
                                <a:rPr lang="en-US" sz="2800" b="0" i="1" smtClean="0">
                                  <a:latin typeface="Cambria Math" panose="02040503050406030204" pitchFamily="18" charset="0"/>
                                </a:rPr>
                              </m:ctrlPr>
                            </m:funcPr>
                            <m:fName>
                              <m:r>
                                <m:rPr>
                                  <m:sty m:val="p"/>
                                </m:rPr>
                                <a:rPr lang="en-US" sz="2800" b="0" i="0" smtClean="0">
                                  <a:latin typeface="Cambria Math"/>
                                </a:rPr>
                                <m:t>sin</m:t>
                              </m:r>
                            </m:fName>
                            <m:e>
                              <m:d>
                                <m:dPr>
                                  <m:ctrlPr>
                                    <a:rPr lang="en-US" sz="2800" b="0" i="1" smtClean="0">
                                      <a:latin typeface="Cambria Math" panose="02040503050406030204" pitchFamily="18" charset="0"/>
                                    </a:rPr>
                                  </m:ctrlPr>
                                </m:dPr>
                                <m:e>
                                  <m:r>
                                    <m:rPr>
                                      <m:sty m:val="p"/>
                                    </m:rPr>
                                    <a:rPr lang="en-US" sz="2800" b="0" i="0" smtClean="0">
                                      <a:latin typeface="Cambria Math"/>
                                      <a:ea typeface="Cambria Math"/>
                                    </a:rPr>
                                    <m:t>θ</m:t>
                                  </m:r>
                                </m:e>
                              </m:d>
                            </m:e>
                          </m:func>
                          <m:r>
                            <a:rPr lang="en-US" sz="2800" b="0" i="0" smtClean="0">
                              <a:latin typeface="Cambria Math"/>
                              <a:ea typeface="Cambria Math"/>
                            </a:rPr>
                            <m:t>=0</m:t>
                          </m:r>
                        </m:e>
                      </m:nary>
                    </m:oMath>
                  </m:oMathPara>
                </a14:m>
                <a:endParaRPr lang="en-US" sz="2800" dirty="0"/>
              </a:p>
            </p:txBody>
          </p:sp>
        </mc:Choice>
        <mc:Fallback xmlns="">
          <p:sp>
            <p:nvSpPr>
              <p:cNvPr id="8" name="TextBox 7"/>
              <p:cNvSpPr txBox="1">
                <a:spLocks noRot="1" noChangeAspect="1" noMove="1" noResize="1" noEditPoints="1" noAdjustHandles="1" noChangeArrowheads="1" noChangeShapeType="1" noTextEdit="1"/>
              </p:cNvSpPr>
              <p:nvPr/>
            </p:nvSpPr>
            <p:spPr>
              <a:xfrm>
                <a:off x="519831" y="5188904"/>
                <a:ext cx="8292911" cy="1135696"/>
              </a:xfrm>
              <a:prstGeom prst="rect">
                <a:avLst/>
              </a:prstGeom>
              <a:blipFill rotWithShape="1">
                <a:blip r:embed="rId4"/>
                <a:stretch>
                  <a:fillRect/>
                </a:stretch>
              </a:blipFill>
            </p:spPr>
            <p:txBody>
              <a:bodyPr/>
              <a:lstStyle/>
              <a:p>
                <a:r>
                  <a:rPr lang="en-US">
                    <a:noFill/>
                  </a:rPr>
                  <a:t> </a:t>
                </a:r>
              </a:p>
            </p:txBody>
          </p:sp>
        </mc:Fallback>
      </mc:AlternateContent>
      <p:sp>
        <p:nvSpPr>
          <p:cNvPr id="9" name="Isosceles Triangle 8"/>
          <p:cNvSpPr/>
          <p:nvPr/>
        </p:nvSpPr>
        <p:spPr>
          <a:xfrm rot="10800000" flipH="1">
            <a:off x="6781801" y="2557226"/>
            <a:ext cx="1981200" cy="327489"/>
          </a:xfrm>
          <a:prstGeom prst="triangle">
            <a:avLst>
              <a:gd name="adj" fmla="val 0"/>
            </a:avLst>
          </a:prstGeom>
        </p:spPr>
        <p:style>
          <a:lnRef idx="1">
            <a:schemeClr val="dk1"/>
          </a:lnRef>
          <a:fillRef idx="2">
            <a:schemeClr val="dk1"/>
          </a:fillRef>
          <a:effectRef idx="1">
            <a:schemeClr val="dk1"/>
          </a:effectRef>
          <a:fontRef idx="minor">
            <a:schemeClr val="dk1"/>
          </a:fontRef>
        </p:style>
        <p:txBody>
          <a:bodyPr rtlCol="0" anchor="ctr"/>
          <a:lstStyle/>
          <a:p>
            <a:pPr algn="ctr"/>
            <a:endParaRPr lang="en-US"/>
          </a:p>
        </p:txBody>
      </p:sp>
      <p:sp>
        <p:nvSpPr>
          <p:cNvPr id="10" name="Rectangle 9"/>
          <p:cNvSpPr/>
          <p:nvPr/>
        </p:nvSpPr>
        <p:spPr>
          <a:xfrm rot="21026450">
            <a:off x="5158992" y="2827626"/>
            <a:ext cx="3855217" cy="50057"/>
          </a:xfrm>
          <a:prstGeom prst="rect">
            <a:avLst/>
          </a:prstGeom>
        </p:spPr>
        <p:style>
          <a:lnRef idx="1">
            <a:schemeClr val="dk1"/>
          </a:lnRef>
          <a:fillRef idx="2">
            <a:schemeClr val="dk1"/>
          </a:fillRef>
          <a:effectRef idx="1">
            <a:schemeClr val="dk1"/>
          </a:effectRef>
          <a:fontRef idx="minor">
            <a:schemeClr val="dk1"/>
          </a:fontRef>
        </p:style>
        <p:txBody>
          <a:bodyPr rtlCol="0" anchor="ctr"/>
          <a:lstStyle/>
          <a:p>
            <a:pPr algn="ctr"/>
            <a:endParaRPr lang="en-US"/>
          </a:p>
        </p:txBody>
      </p:sp>
      <p:cxnSp>
        <p:nvCxnSpPr>
          <p:cNvPr id="11" name="Straight Arrow Connector 10"/>
          <p:cNvCxnSpPr>
            <a:endCxn id="9" idx="1"/>
          </p:cNvCxnSpPr>
          <p:nvPr/>
        </p:nvCxnSpPr>
        <p:spPr>
          <a:xfrm>
            <a:off x="6248401" y="2720970"/>
            <a:ext cx="533400" cy="0"/>
          </a:xfrm>
          <a:prstGeom prst="straightConnector1">
            <a:avLst/>
          </a:prstGeom>
          <a:ln>
            <a:solidFill>
              <a:srgbClr val="FF0000"/>
            </a:solidFill>
            <a:prstDash val="solid"/>
            <a:tailEnd type="arrow"/>
          </a:ln>
        </p:spPr>
        <p:style>
          <a:lnRef idx="2">
            <a:schemeClr val="accent2"/>
          </a:lnRef>
          <a:fillRef idx="0">
            <a:schemeClr val="accent2"/>
          </a:fillRef>
          <a:effectRef idx="1">
            <a:schemeClr val="accent2"/>
          </a:effectRef>
          <a:fontRef idx="minor">
            <a:schemeClr val="tx1"/>
          </a:fontRef>
        </p:style>
      </p:cxnSp>
      <mc:AlternateContent xmlns:mc="http://schemas.openxmlformats.org/markup-compatibility/2006" xmlns:a14="http://schemas.microsoft.com/office/drawing/2010/main">
        <mc:Choice Requires="a14">
          <p:sp>
            <p:nvSpPr>
              <p:cNvPr id="12" name="Rectangle 11"/>
              <p:cNvSpPr/>
              <p:nvPr/>
            </p:nvSpPr>
            <p:spPr>
              <a:xfrm>
                <a:off x="5562601" y="2523961"/>
                <a:ext cx="780406" cy="394019"/>
              </a:xfrm>
              <a:prstGeom prst="rect">
                <a:avLst/>
              </a:prstGeom>
            </p:spPr>
            <p:txBody>
              <a:bodyPr wrap="none">
                <a:spAutoFit/>
              </a:bodyPr>
              <a:lstStyle/>
              <a:p>
                <a:pPr/>
                <a14:m>
                  <m:oMathPara xmlns:m="http://schemas.openxmlformats.org/officeDocument/2006/math">
                    <m:oMathParaPr>
                      <m:jc m:val="centerGroup"/>
                    </m:oMathParaPr>
                    <m:oMath xmlns:m="http://schemas.openxmlformats.org/officeDocument/2006/math">
                      <m:sSub>
                        <m:sSubPr>
                          <m:ctrlPr>
                            <a:rPr lang="en-US" i="1" smtClean="0">
                              <a:solidFill>
                                <a:srgbClr val="FF0000"/>
                              </a:solidFill>
                              <a:latin typeface="Cambria Math" panose="02040503050406030204" pitchFamily="18" charset="0"/>
                            </a:rPr>
                          </m:ctrlPr>
                        </m:sSubPr>
                        <m:e>
                          <m:r>
                            <m:rPr>
                              <m:sty m:val="p"/>
                            </m:rPr>
                            <a:rPr lang="en-US">
                              <a:solidFill>
                                <a:srgbClr val="FF0000"/>
                              </a:solidFill>
                              <a:latin typeface="Cambria Math"/>
                            </a:rPr>
                            <m:t>F</m:t>
                          </m:r>
                        </m:e>
                        <m:sub>
                          <m:r>
                            <m:rPr>
                              <m:sty m:val="p"/>
                            </m:rPr>
                            <a:rPr lang="en-US" b="0" i="0" smtClean="0">
                              <a:solidFill>
                                <a:srgbClr val="FF0000"/>
                              </a:solidFill>
                              <a:latin typeface="Cambria Math"/>
                            </a:rPr>
                            <m:t>push</m:t>
                          </m:r>
                        </m:sub>
                      </m:sSub>
                    </m:oMath>
                  </m:oMathPara>
                </a14:m>
                <a:endParaRPr lang="en-US" dirty="0"/>
              </a:p>
            </p:txBody>
          </p:sp>
        </mc:Choice>
        <mc:Fallback xmlns="">
          <p:sp>
            <p:nvSpPr>
              <p:cNvPr id="12" name="Rectangle 11"/>
              <p:cNvSpPr>
                <a:spLocks noRot="1" noChangeAspect="1" noMove="1" noResize="1" noEditPoints="1" noAdjustHandles="1" noChangeArrowheads="1" noChangeShapeType="1" noTextEdit="1"/>
              </p:cNvSpPr>
              <p:nvPr/>
            </p:nvSpPr>
            <p:spPr>
              <a:xfrm>
                <a:off x="5562601" y="2523961"/>
                <a:ext cx="780406" cy="394019"/>
              </a:xfrm>
              <a:prstGeom prst="rect">
                <a:avLst/>
              </a:prstGeom>
              <a:blipFill rotWithShape="1">
                <a:blip r:embed="rId5"/>
                <a:stretch>
                  <a:fillRect b="-9231"/>
                </a:stretch>
              </a:blipFill>
            </p:spPr>
            <p:txBody>
              <a:bodyPr/>
              <a:lstStyle/>
              <a:p>
                <a:r>
                  <a:rPr lang="en-US">
                    <a:noFill/>
                  </a:rPr>
                  <a:t> </a:t>
                </a:r>
              </a:p>
            </p:txBody>
          </p:sp>
        </mc:Fallback>
      </mc:AlternateContent>
      <p:cxnSp>
        <p:nvCxnSpPr>
          <p:cNvPr id="13" name="Straight Arrow Connector 12"/>
          <p:cNvCxnSpPr/>
          <p:nvPr/>
        </p:nvCxnSpPr>
        <p:spPr>
          <a:xfrm>
            <a:off x="7543801" y="1577972"/>
            <a:ext cx="0" cy="979254"/>
          </a:xfrm>
          <a:prstGeom prst="straightConnector1">
            <a:avLst/>
          </a:prstGeom>
          <a:ln>
            <a:solidFill>
              <a:srgbClr val="FF0000"/>
            </a:solidFill>
            <a:prstDash val="solid"/>
            <a:tailEnd type="arrow"/>
          </a:ln>
        </p:spPr>
        <p:style>
          <a:lnRef idx="2">
            <a:schemeClr val="accent2"/>
          </a:lnRef>
          <a:fillRef idx="0">
            <a:schemeClr val="accent2"/>
          </a:fillRef>
          <a:effectRef idx="1">
            <a:schemeClr val="accent2"/>
          </a:effectRef>
          <a:fontRef idx="minor">
            <a:schemeClr val="tx1"/>
          </a:fontRef>
        </p:style>
      </p:cxnSp>
      <mc:AlternateContent xmlns:mc="http://schemas.openxmlformats.org/markup-compatibility/2006" xmlns:a14="http://schemas.microsoft.com/office/drawing/2010/main">
        <mc:Choice Requires="a14">
          <p:sp>
            <p:nvSpPr>
              <p:cNvPr id="14" name="Rectangle 13"/>
              <p:cNvSpPr/>
              <p:nvPr/>
            </p:nvSpPr>
            <p:spPr>
              <a:xfrm>
                <a:off x="7609115" y="3243946"/>
                <a:ext cx="497187" cy="369332"/>
              </a:xfrm>
              <a:prstGeom prst="rect">
                <a:avLst/>
              </a:prstGeom>
            </p:spPr>
            <p:txBody>
              <a:bodyPr wrap="none">
                <a:spAutoFit/>
              </a:bodyPr>
              <a:lstStyle/>
              <a:p>
                <a:pPr/>
                <a14:m>
                  <m:oMathPara xmlns:m="http://schemas.openxmlformats.org/officeDocument/2006/math">
                    <m:oMathParaPr>
                      <m:jc m:val="centerGroup"/>
                    </m:oMathParaPr>
                    <m:oMath xmlns:m="http://schemas.openxmlformats.org/officeDocument/2006/math">
                      <m:sSub>
                        <m:sSubPr>
                          <m:ctrlPr>
                            <a:rPr lang="en-US" i="1" smtClean="0">
                              <a:solidFill>
                                <a:srgbClr val="FF0000"/>
                              </a:solidFill>
                              <a:latin typeface="Cambria Math" panose="02040503050406030204" pitchFamily="18" charset="0"/>
                            </a:rPr>
                          </m:ctrlPr>
                        </m:sSubPr>
                        <m:e>
                          <m:r>
                            <m:rPr>
                              <m:sty m:val="p"/>
                            </m:rPr>
                            <a:rPr lang="en-US">
                              <a:solidFill>
                                <a:srgbClr val="FF0000"/>
                              </a:solidFill>
                              <a:latin typeface="Cambria Math"/>
                            </a:rPr>
                            <m:t>F</m:t>
                          </m:r>
                        </m:e>
                        <m:sub>
                          <m:r>
                            <m:rPr>
                              <m:sty m:val="p"/>
                            </m:rPr>
                            <a:rPr lang="en-US" b="0" i="0" smtClean="0">
                              <a:solidFill>
                                <a:srgbClr val="FF0000"/>
                              </a:solidFill>
                              <a:latin typeface="Cambria Math"/>
                            </a:rPr>
                            <m:t>N</m:t>
                          </m:r>
                        </m:sub>
                      </m:sSub>
                    </m:oMath>
                  </m:oMathPara>
                </a14:m>
                <a:endParaRPr lang="en-US" dirty="0"/>
              </a:p>
            </p:txBody>
          </p:sp>
        </mc:Choice>
        <mc:Fallback xmlns="">
          <p:sp>
            <p:nvSpPr>
              <p:cNvPr id="14" name="Rectangle 13"/>
              <p:cNvSpPr>
                <a:spLocks noRot="1" noChangeAspect="1" noMove="1" noResize="1" noEditPoints="1" noAdjustHandles="1" noChangeArrowheads="1" noChangeShapeType="1" noTextEdit="1"/>
              </p:cNvSpPr>
              <p:nvPr/>
            </p:nvSpPr>
            <p:spPr>
              <a:xfrm>
                <a:off x="7609115" y="3243946"/>
                <a:ext cx="497187" cy="369332"/>
              </a:xfrm>
              <a:prstGeom prst="rect">
                <a:avLst/>
              </a:prstGeom>
              <a:blipFill rotWithShape="1">
                <a:blip r:embed="rId6"/>
                <a:stretch>
                  <a:fillRect/>
                </a:stretch>
              </a:blipFill>
            </p:spPr>
            <p:txBody>
              <a:bodyPr/>
              <a:lstStyle/>
              <a:p>
                <a:r>
                  <a:rPr lang="en-US">
                    <a:noFill/>
                  </a:rPr>
                  <a:t> </a:t>
                </a:r>
              </a:p>
            </p:txBody>
          </p:sp>
        </mc:Fallback>
      </mc:AlternateContent>
      <mc:AlternateContent xmlns:mc="http://schemas.openxmlformats.org/markup-compatibility/2006" xmlns:a14="http://schemas.microsoft.com/office/drawing/2010/main">
        <mc:Choice Requires="a14">
          <p:sp>
            <p:nvSpPr>
              <p:cNvPr id="15" name="Rectangle 14"/>
              <p:cNvSpPr/>
              <p:nvPr/>
            </p:nvSpPr>
            <p:spPr>
              <a:xfrm>
                <a:off x="7195457" y="1219200"/>
                <a:ext cx="723211" cy="369332"/>
              </a:xfrm>
              <a:prstGeom prst="rect">
                <a:avLst/>
              </a:prstGeom>
            </p:spPr>
            <p:txBody>
              <a:bodyPr wrap="none">
                <a:spAutoFit/>
              </a:bodyPr>
              <a:lstStyle/>
              <a:p>
                <a:pPr/>
                <a14:m>
                  <m:oMathPara xmlns:m="http://schemas.openxmlformats.org/officeDocument/2006/math">
                    <m:oMathParaPr>
                      <m:jc m:val="centerGroup"/>
                    </m:oMathParaPr>
                    <m:oMath xmlns:m="http://schemas.openxmlformats.org/officeDocument/2006/math">
                      <m:sSub>
                        <m:sSubPr>
                          <m:ctrlPr>
                            <a:rPr lang="en-US" i="1" smtClean="0">
                              <a:solidFill>
                                <a:srgbClr val="FF0000"/>
                              </a:solidFill>
                              <a:latin typeface="Cambria Math" panose="02040503050406030204" pitchFamily="18" charset="0"/>
                            </a:rPr>
                          </m:ctrlPr>
                        </m:sSubPr>
                        <m:e>
                          <m:r>
                            <m:rPr>
                              <m:sty m:val="p"/>
                            </m:rPr>
                            <a:rPr lang="en-US">
                              <a:solidFill>
                                <a:srgbClr val="FF0000"/>
                              </a:solidFill>
                              <a:latin typeface="Cambria Math"/>
                            </a:rPr>
                            <m:t>F</m:t>
                          </m:r>
                        </m:e>
                        <m:sub>
                          <m:r>
                            <m:rPr>
                              <m:sty m:val="p"/>
                            </m:rPr>
                            <a:rPr lang="en-US" b="0" i="0" smtClean="0">
                              <a:solidFill>
                                <a:srgbClr val="FF0000"/>
                              </a:solidFill>
                              <a:latin typeface="Cambria Math"/>
                            </a:rPr>
                            <m:t>load</m:t>
                          </m:r>
                        </m:sub>
                      </m:sSub>
                    </m:oMath>
                  </m:oMathPara>
                </a14:m>
                <a:endParaRPr lang="en-US" dirty="0"/>
              </a:p>
            </p:txBody>
          </p:sp>
        </mc:Choice>
        <mc:Fallback xmlns="">
          <p:sp>
            <p:nvSpPr>
              <p:cNvPr id="15" name="Rectangle 14"/>
              <p:cNvSpPr>
                <a:spLocks noRot="1" noChangeAspect="1" noMove="1" noResize="1" noEditPoints="1" noAdjustHandles="1" noChangeArrowheads="1" noChangeShapeType="1" noTextEdit="1"/>
              </p:cNvSpPr>
              <p:nvPr/>
            </p:nvSpPr>
            <p:spPr>
              <a:xfrm>
                <a:off x="7195457" y="1219200"/>
                <a:ext cx="723211" cy="369332"/>
              </a:xfrm>
              <a:prstGeom prst="rect">
                <a:avLst/>
              </a:prstGeom>
              <a:blipFill rotWithShape="1">
                <a:blip r:embed="rId7"/>
                <a:stretch>
                  <a:fillRect/>
                </a:stretch>
              </a:blipFill>
            </p:spPr>
            <p:txBody>
              <a:bodyPr/>
              <a:lstStyle/>
              <a:p>
                <a:r>
                  <a:rPr lang="en-US">
                    <a:noFill/>
                  </a:rPr>
                  <a:t> </a:t>
                </a:r>
              </a:p>
            </p:txBody>
          </p:sp>
        </mc:Fallback>
      </mc:AlternateContent>
      <mc:AlternateContent xmlns:mc="http://schemas.openxmlformats.org/markup-compatibility/2006" xmlns:a14="http://schemas.microsoft.com/office/drawing/2010/main">
        <mc:Choice Requires="a14">
          <p:sp>
            <p:nvSpPr>
              <p:cNvPr id="16" name="Rectangle 15"/>
              <p:cNvSpPr/>
              <p:nvPr/>
            </p:nvSpPr>
            <p:spPr>
              <a:xfrm>
                <a:off x="7872309" y="2667784"/>
                <a:ext cx="429861" cy="369332"/>
              </a:xfrm>
              <a:prstGeom prst="rect">
                <a:avLst/>
              </a:prstGeom>
            </p:spPr>
            <p:txBody>
              <a:bodyPr wrap="none">
                <a:spAutoFit/>
              </a:bodyPr>
              <a:lstStyle/>
              <a:p>
                <a:pPr/>
                <a14:m>
                  <m:oMathPara xmlns:m="http://schemas.openxmlformats.org/officeDocument/2006/math">
                    <m:oMathParaPr>
                      <m:jc m:val="centerGroup"/>
                    </m:oMathParaPr>
                    <m:oMath xmlns:m="http://schemas.openxmlformats.org/officeDocument/2006/math">
                      <m:sSub>
                        <m:sSubPr>
                          <m:ctrlPr>
                            <a:rPr lang="en-US" i="1" smtClean="0">
                              <a:solidFill>
                                <a:srgbClr val="FF0000"/>
                              </a:solidFill>
                              <a:latin typeface="Cambria Math" panose="02040503050406030204" pitchFamily="18" charset="0"/>
                            </a:rPr>
                          </m:ctrlPr>
                        </m:sSubPr>
                        <m:e>
                          <m:r>
                            <m:rPr>
                              <m:sty m:val="p"/>
                            </m:rPr>
                            <a:rPr lang="en-US">
                              <a:solidFill>
                                <a:srgbClr val="FF0000"/>
                              </a:solidFill>
                              <a:latin typeface="Cambria Math"/>
                            </a:rPr>
                            <m:t>F</m:t>
                          </m:r>
                        </m:e>
                        <m:sub>
                          <m:r>
                            <m:rPr>
                              <m:sty m:val="p"/>
                            </m:rPr>
                            <a:rPr lang="en-US" b="0" i="0" smtClean="0">
                              <a:solidFill>
                                <a:srgbClr val="FF0000"/>
                              </a:solidFill>
                              <a:latin typeface="Cambria Math"/>
                            </a:rPr>
                            <m:t>f</m:t>
                          </m:r>
                        </m:sub>
                      </m:sSub>
                    </m:oMath>
                  </m:oMathPara>
                </a14:m>
                <a:endParaRPr lang="en-US" dirty="0"/>
              </a:p>
            </p:txBody>
          </p:sp>
        </mc:Choice>
        <mc:Fallback xmlns="">
          <p:sp>
            <p:nvSpPr>
              <p:cNvPr id="16" name="Rectangle 15"/>
              <p:cNvSpPr>
                <a:spLocks noRot="1" noChangeAspect="1" noMove="1" noResize="1" noEditPoints="1" noAdjustHandles="1" noChangeArrowheads="1" noChangeShapeType="1" noTextEdit="1"/>
              </p:cNvSpPr>
              <p:nvPr/>
            </p:nvSpPr>
            <p:spPr>
              <a:xfrm>
                <a:off x="7872309" y="2667784"/>
                <a:ext cx="429861" cy="369332"/>
              </a:xfrm>
              <a:prstGeom prst="rect">
                <a:avLst/>
              </a:prstGeom>
              <a:blipFill rotWithShape="1">
                <a:blip r:embed="rId8"/>
                <a:stretch>
                  <a:fillRect b="-1667"/>
                </a:stretch>
              </a:blipFill>
            </p:spPr>
            <p:txBody>
              <a:bodyPr/>
              <a:lstStyle/>
              <a:p>
                <a:r>
                  <a:rPr lang="en-US">
                    <a:noFill/>
                  </a:rPr>
                  <a:t> </a:t>
                </a:r>
              </a:p>
            </p:txBody>
          </p:sp>
        </mc:Fallback>
      </mc:AlternateContent>
      <p:cxnSp>
        <p:nvCxnSpPr>
          <p:cNvPr id="17" name="Straight Arrow Connector 16"/>
          <p:cNvCxnSpPr/>
          <p:nvPr/>
        </p:nvCxnSpPr>
        <p:spPr>
          <a:xfrm flipH="1" flipV="1">
            <a:off x="7543802" y="2727472"/>
            <a:ext cx="228598" cy="1387330"/>
          </a:xfrm>
          <a:prstGeom prst="straightConnector1">
            <a:avLst/>
          </a:prstGeom>
          <a:ln>
            <a:solidFill>
              <a:srgbClr val="FF0000"/>
            </a:solidFill>
            <a:prstDash val="solid"/>
            <a:tailEnd type="arrow"/>
          </a:ln>
        </p:spPr>
        <p:style>
          <a:lnRef idx="2">
            <a:schemeClr val="accent2"/>
          </a:lnRef>
          <a:fillRef idx="0">
            <a:schemeClr val="accent2"/>
          </a:fillRef>
          <a:effectRef idx="1">
            <a:schemeClr val="accent2"/>
          </a:effectRef>
          <a:fontRef idx="minor">
            <a:schemeClr val="tx1"/>
          </a:fontRef>
        </p:style>
      </p:cxnSp>
      <p:cxnSp>
        <p:nvCxnSpPr>
          <p:cNvPr id="18" name="Straight Arrow Connector 17"/>
          <p:cNvCxnSpPr/>
          <p:nvPr/>
        </p:nvCxnSpPr>
        <p:spPr>
          <a:xfrm flipH="1">
            <a:off x="7162801" y="2656116"/>
            <a:ext cx="848239" cy="157917"/>
          </a:xfrm>
          <a:prstGeom prst="straightConnector1">
            <a:avLst/>
          </a:prstGeom>
          <a:ln>
            <a:solidFill>
              <a:srgbClr val="FF0000"/>
            </a:solidFill>
            <a:prstDash val="solid"/>
            <a:tailEnd type="arrow"/>
          </a:ln>
        </p:spPr>
        <p:style>
          <a:lnRef idx="2">
            <a:schemeClr val="accent2"/>
          </a:lnRef>
          <a:fillRef idx="0">
            <a:schemeClr val="accent2"/>
          </a:fillRef>
          <a:effectRef idx="1">
            <a:schemeClr val="accent2"/>
          </a:effectRef>
          <a:fontRef idx="minor">
            <a:schemeClr val="tx1"/>
          </a:fontRef>
        </p:style>
      </p:cxnSp>
      <p:sp>
        <p:nvSpPr>
          <p:cNvPr id="19" name="Rectangle 18"/>
          <p:cNvSpPr/>
          <p:nvPr/>
        </p:nvSpPr>
        <p:spPr>
          <a:xfrm>
            <a:off x="5486401" y="3188735"/>
            <a:ext cx="1148071" cy="369332"/>
          </a:xfrm>
          <a:prstGeom prst="rect">
            <a:avLst/>
          </a:prstGeom>
          <a:noFill/>
        </p:spPr>
        <p:txBody>
          <a:bodyPr wrap="none">
            <a:spAutoFit/>
          </a:bodyPr>
          <a:lstStyle/>
          <a:p>
            <a:r>
              <a:rPr lang="en-US" dirty="0">
                <a:solidFill>
                  <a:srgbClr val="0070C0"/>
                </a:solidFill>
              </a:rPr>
              <a:t>lead angle</a:t>
            </a:r>
          </a:p>
        </p:txBody>
      </p:sp>
      <p:cxnSp>
        <p:nvCxnSpPr>
          <p:cNvPr id="20" name="Straight Connector 19"/>
          <p:cNvCxnSpPr>
            <a:stCxn id="10" idx="1"/>
          </p:cNvCxnSpPr>
          <p:nvPr/>
        </p:nvCxnSpPr>
        <p:spPr>
          <a:xfrm>
            <a:off x="5185758" y="3172765"/>
            <a:ext cx="1372514" cy="12890"/>
          </a:xfrm>
          <a:prstGeom prst="line">
            <a:avLst/>
          </a:prstGeom>
        </p:spPr>
        <p:style>
          <a:lnRef idx="1">
            <a:schemeClr val="accent1"/>
          </a:lnRef>
          <a:fillRef idx="0">
            <a:schemeClr val="accent1"/>
          </a:fillRef>
          <a:effectRef idx="0">
            <a:schemeClr val="accent1"/>
          </a:effectRef>
          <a:fontRef idx="minor">
            <a:schemeClr val="tx1"/>
          </a:fontRef>
        </p:style>
      </p:cxnSp>
      <p:cxnSp>
        <p:nvCxnSpPr>
          <p:cNvPr id="21" name="Straight Connector 20"/>
          <p:cNvCxnSpPr/>
          <p:nvPr/>
        </p:nvCxnSpPr>
        <p:spPr>
          <a:xfrm flipH="1">
            <a:off x="7543801" y="2750228"/>
            <a:ext cx="2375" cy="1225977"/>
          </a:xfrm>
          <a:prstGeom prst="line">
            <a:avLst/>
          </a:prstGeom>
        </p:spPr>
        <p:style>
          <a:lnRef idx="1">
            <a:schemeClr val="accent1"/>
          </a:lnRef>
          <a:fillRef idx="0">
            <a:schemeClr val="accent1"/>
          </a:fillRef>
          <a:effectRef idx="0">
            <a:schemeClr val="accent1"/>
          </a:effectRef>
          <a:fontRef idx="minor">
            <a:schemeClr val="tx1"/>
          </a:fontRef>
        </p:style>
      </p:cxnSp>
      <p:sp>
        <p:nvSpPr>
          <p:cNvPr id="22" name="Arc 21"/>
          <p:cNvSpPr/>
          <p:nvPr/>
        </p:nvSpPr>
        <p:spPr>
          <a:xfrm rot="5400000">
            <a:off x="6629401" y="2046516"/>
            <a:ext cx="1828800" cy="1828800"/>
          </a:xfrm>
          <a:prstGeom prst="arc">
            <a:avLst>
              <a:gd name="adj1" fmla="val 20984732"/>
              <a:gd name="adj2" fmla="val 21567569"/>
            </a:avLst>
          </a:prstGeom>
        </p:spPr>
        <p:style>
          <a:lnRef idx="1">
            <a:schemeClr val="accent1"/>
          </a:lnRef>
          <a:fillRef idx="0">
            <a:schemeClr val="accent1"/>
          </a:fillRef>
          <a:effectRef idx="0">
            <a:schemeClr val="accent1"/>
          </a:effectRef>
          <a:fontRef idx="minor">
            <a:schemeClr val="tx1"/>
          </a:fontRef>
        </p:style>
        <p:txBody>
          <a:bodyPr rtlCol="0" anchor="ctr"/>
          <a:lstStyle/>
          <a:p>
            <a:pPr algn="ctr"/>
            <a:endParaRPr lang="en-US"/>
          </a:p>
        </p:txBody>
      </p:sp>
      <p:sp>
        <p:nvSpPr>
          <p:cNvPr id="23" name="Rectangle 22"/>
          <p:cNvSpPr/>
          <p:nvPr/>
        </p:nvSpPr>
        <p:spPr>
          <a:xfrm>
            <a:off x="7010401" y="4027716"/>
            <a:ext cx="1148071" cy="369332"/>
          </a:xfrm>
          <a:prstGeom prst="rect">
            <a:avLst/>
          </a:prstGeom>
          <a:noFill/>
        </p:spPr>
        <p:txBody>
          <a:bodyPr wrap="none">
            <a:spAutoFit/>
          </a:bodyPr>
          <a:lstStyle/>
          <a:p>
            <a:r>
              <a:rPr lang="en-US" dirty="0">
                <a:solidFill>
                  <a:srgbClr val="0070C0"/>
                </a:solidFill>
              </a:rPr>
              <a:t>lead angle</a:t>
            </a:r>
          </a:p>
        </p:txBody>
      </p:sp>
    </p:spTree>
    <p:extLst>
      <p:ext uri="{BB962C8B-B14F-4D97-AF65-F5344CB8AC3E}">
        <p14:creationId xmlns:p14="http://schemas.microsoft.com/office/powerpoint/2010/main" val="1240446552"/>
      </p:ext>
    </p:extLst>
  </p:cSld>
  <p:clrMapOvr>
    <a:masterClrMapping/>
  </p:clrMapOvr>
  <p:timing>
    <p:tnLst>
      <p:par>
        <p:cTn id="1" dur="indefinite" restart="never" nodeType="tmRoot">
          <p:childTnLst>
            <p:seq concurrent="1" nextAc="seek">
              <p:cTn id="2" dur="indefinite" nodeType="mainSeq">
                <p:childTnLst>
                  <p:par>
                    <p:cTn id="3" fill="hold">
                      <p:stCondLst>
                        <p:cond delay="indefinite"/>
                      </p:stCondLst>
                      <p:childTnLst>
                        <p:par>
                          <p:cTn id="4" fill="hold">
                            <p:stCondLst>
                              <p:cond delay="0"/>
                            </p:stCondLst>
                            <p:childTnLst>
                              <p:par>
                                <p:cTn id="5" presetID="1" presetClass="entr" presetSubtype="0" fill="hold" grpId="0" nodeType="clickEffect">
                                  <p:stCondLst>
                                    <p:cond delay="0"/>
                                  </p:stCondLst>
                                  <p:childTnLst>
                                    <p:set>
                                      <p:cBhvr>
                                        <p:cTn id="6" dur="1" fill="hold">
                                          <p:stCondLst>
                                            <p:cond delay="0"/>
                                          </p:stCondLst>
                                        </p:cTn>
                                        <p:tgtEl>
                                          <p:spTgt spid="3">
                                            <p:txEl>
                                              <p:pRg st="0" end="0"/>
                                            </p:txEl>
                                          </p:spTgt>
                                        </p:tgtEl>
                                        <p:attrNameLst>
                                          <p:attrName>style.visibility</p:attrName>
                                        </p:attrNameLst>
                                      </p:cBhvr>
                                      <p:to>
                                        <p:strVal val="visible"/>
                                      </p:to>
                                    </p:set>
                                  </p:childTnLst>
                                </p:cTn>
                              </p:par>
                            </p:childTnLst>
                          </p:cTn>
                        </p:par>
                      </p:childTnLst>
                    </p:cTn>
                  </p:par>
                  <p:par>
                    <p:cTn id="7" fill="hold">
                      <p:stCondLst>
                        <p:cond delay="indefinite"/>
                      </p:stCondLst>
                      <p:childTnLst>
                        <p:par>
                          <p:cTn id="8" fill="hold">
                            <p:stCondLst>
                              <p:cond delay="0"/>
                            </p:stCondLst>
                            <p:childTnLst>
                              <p:par>
                                <p:cTn id="9" presetID="10" presetClass="entr" presetSubtype="0" fill="hold" grpId="0" nodeType="clickEffect">
                                  <p:stCondLst>
                                    <p:cond delay="0"/>
                                  </p:stCondLst>
                                  <p:childTnLst>
                                    <p:set>
                                      <p:cBhvr>
                                        <p:cTn id="10" dur="1" fill="hold">
                                          <p:stCondLst>
                                            <p:cond delay="0"/>
                                          </p:stCondLst>
                                        </p:cTn>
                                        <p:tgtEl>
                                          <p:spTgt spid="6"/>
                                        </p:tgtEl>
                                        <p:attrNameLst>
                                          <p:attrName>style.visibility</p:attrName>
                                        </p:attrNameLst>
                                      </p:cBhvr>
                                      <p:to>
                                        <p:strVal val="visible"/>
                                      </p:to>
                                    </p:set>
                                    <p:animEffect transition="in" filter="fade">
                                      <p:cBhvr>
                                        <p:cTn id="11" dur="500"/>
                                        <p:tgtEl>
                                          <p:spTgt spid="6"/>
                                        </p:tgtEl>
                                      </p:cBhvr>
                                    </p:animEffect>
                                  </p:childTnLst>
                                </p:cTn>
                              </p:par>
                            </p:childTnLst>
                          </p:cTn>
                        </p:par>
                      </p:childTnLst>
                    </p:cTn>
                  </p:par>
                  <p:par>
                    <p:cTn id="12" fill="hold">
                      <p:stCondLst>
                        <p:cond delay="indefinite"/>
                      </p:stCondLst>
                      <p:childTnLst>
                        <p:par>
                          <p:cTn id="13" fill="hold">
                            <p:stCondLst>
                              <p:cond delay="0"/>
                            </p:stCondLst>
                            <p:childTnLst>
                              <p:par>
                                <p:cTn id="14" presetID="10" presetClass="entr" presetSubtype="0" fill="hold" grpId="0" nodeType="clickEffect">
                                  <p:stCondLst>
                                    <p:cond delay="0"/>
                                  </p:stCondLst>
                                  <p:childTnLst>
                                    <p:set>
                                      <p:cBhvr>
                                        <p:cTn id="15" dur="1" fill="hold">
                                          <p:stCondLst>
                                            <p:cond delay="0"/>
                                          </p:stCondLst>
                                        </p:cTn>
                                        <p:tgtEl>
                                          <p:spTgt spid="8"/>
                                        </p:tgtEl>
                                        <p:attrNameLst>
                                          <p:attrName>style.visibility</p:attrName>
                                        </p:attrNameLst>
                                      </p:cBhvr>
                                      <p:to>
                                        <p:strVal val="visible"/>
                                      </p:to>
                                    </p:set>
                                    <p:animEffect transition="in" filter="fade">
                                      <p:cBhvr>
                                        <p:cTn id="16" dur="500"/>
                                        <p:tgtEl>
                                          <p:spTgt spid="8"/>
                                        </p:tgtEl>
                                      </p:cBhvr>
                                    </p:animEffect>
                                  </p:childTnLst>
                                </p:cTn>
                              </p:par>
                            </p:childTnLst>
                          </p:cTn>
                        </p:par>
                      </p:childTnLst>
                    </p:cTn>
                  </p:par>
                </p:childTnLst>
              </p:cTn>
              <p:prevCondLst>
                <p:cond evt="onPrev" delay="0">
                  <p:tgtEl>
                    <p:sldTgt/>
                  </p:tgtEl>
                </p:cond>
              </p:prevCondLst>
              <p:nextCondLst>
                <p:cond evt="onNext" delay="0">
                  <p:tgtEl>
                    <p:sldTgt/>
                  </p:tgtEl>
                </p:cond>
              </p:nextCondLst>
            </p:seq>
          </p:childTnLst>
        </p:cTn>
      </p:par>
    </p:tnLst>
    <p:bldLst>
      <p:bldP spid="3" grpId="0" build="p"/>
      <p:bldP spid="6" grpId="0"/>
      <p:bldP spid="8" grpId="0"/>
    </p:bldLst>
  </p:timing>
</p:sld>
</file>

<file path=ppt/slides/slide6.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le 1"/>
          <p:cNvSpPr>
            <a:spLocks noGrp="1"/>
          </p:cNvSpPr>
          <p:nvPr>
            <p:ph type="title"/>
          </p:nvPr>
        </p:nvSpPr>
        <p:spPr/>
        <p:txBody>
          <a:bodyPr/>
          <a:lstStyle/>
          <a:p>
            <a:r>
              <a:rPr lang="en-US" dirty="0"/>
              <a:t>Power Screws</a:t>
            </a:r>
          </a:p>
        </p:txBody>
      </p:sp>
      <p:sp>
        <p:nvSpPr>
          <p:cNvPr id="3" name="Content Placeholder 2"/>
          <p:cNvSpPr>
            <a:spLocks noGrp="1"/>
          </p:cNvSpPr>
          <p:nvPr>
            <p:ph idx="1"/>
          </p:nvPr>
        </p:nvSpPr>
        <p:spPr>
          <a:xfrm>
            <a:off x="457200" y="1600200"/>
            <a:ext cx="8229600" cy="4495800"/>
          </a:xfrm>
        </p:spPr>
        <p:txBody>
          <a:bodyPr>
            <a:normAutofit fontScale="92500" lnSpcReduction="10000"/>
          </a:bodyPr>
          <a:lstStyle/>
          <a:p>
            <a:r>
              <a:rPr lang="en-US" dirty="0"/>
              <a:t>The equations on the previous slide can be reduced to a single equation relating the pushing force and the load force.</a:t>
            </a:r>
          </a:p>
          <a:p>
            <a:endParaRPr lang="en-US" dirty="0"/>
          </a:p>
          <a:p>
            <a:endParaRPr lang="en-US" dirty="0"/>
          </a:p>
          <a:p>
            <a:endParaRPr lang="en-US" dirty="0"/>
          </a:p>
          <a:p>
            <a:r>
              <a:rPr lang="en-US" dirty="0"/>
              <a:t>We still need to relate the “pushing force” on the nut through to the actual input, the torque on our power screw.</a:t>
            </a:r>
          </a:p>
        </p:txBody>
      </p:sp>
      <p:sp>
        <p:nvSpPr>
          <p:cNvPr id="4" name="Slide Number Placeholder 3"/>
          <p:cNvSpPr>
            <a:spLocks noGrp="1"/>
          </p:cNvSpPr>
          <p:nvPr>
            <p:ph type="sldNum" sz="quarter" idx="12"/>
          </p:nvPr>
        </p:nvSpPr>
        <p:spPr/>
        <p:txBody>
          <a:bodyPr/>
          <a:lstStyle/>
          <a:p>
            <a:fld id="{929262FE-7F58-4A1E-8AF3-5A510A86DEBD}" type="slidenum">
              <a:rPr lang="en-US" smtClean="0"/>
              <a:t>6</a:t>
            </a:fld>
            <a:endParaRPr lang="en-US"/>
          </a:p>
        </p:txBody>
      </p:sp>
      <mc:AlternateContent xmlns:mc="http://schemas.openxmlformats.org/markup-compatibility/2006" xmlns:a14="http://schemas.microsoft.com/office/drawing/2010/main">
        <mc:Choice Requires="a14">
          <p:sp>
            <p:nvSpPr>
              <p:cNvPr id="5" name="TextBox 4"/>
              <p:cNvSpPr txBox="1"/>
              <p:nvPr/>
            </p:nvSpPr>
            <p:spPr>
              <a:xfrm>
                <a:off x="1752600" y="3109845"/>
                <a:ext cx="5719514" cy="1004955"/>
              </a:xfrm>
              <a:prstGeom prst="rect">
                <a:avLst/>
              </a:prstGeom>
              <a:noFill/>
            </p:spPr>
            <p:txBody>
              <a:bodyPr wrap="none" rtlCol="0">
                <a:spAutoFit/>
              </a:bodyPr>
              <a:lstStyle/>
              <a:p>
                <a:pPr/>
                <a14:m>
                  <m:oMathPara xmlns:m="http://schemas.openxmlformats.org/officeDocument/2006/math">
                    <m:oMathParaPr>
                      <m:jc m:val="centerGroup"/>
                    </m:oMathParaPr>
                    <m:oMath xmlns:m="http://schemas.openxmlformats.org/officeDocument/2006/math">
                      <m:sSub>
                        <m:sSubPr>
                          <m:ctrlPr>
                            <a:rPr lang="en-US" sz="2800" i="1" smtClean="0">
                              <a:latin typeface="Cambria Math" panose="02040503050406030204" pitchFamily="18" charset="0"/>
                            </a:rPr>
                          </m:ctrlPr>
                        </m:sSubPr>
                        <m:e>
                          <m:r>
                            <m:rPr>
                              <m:sty m:val="p"/>
                            </m:rPr>
                            <a:rPr lang="en-US" sz="2800" i="0">
                              <a:latin typeface="Cambria Math"/>
                            </a:rPr>
                            <m:t>F</m:t>
                          </m:r>
                        </m:e>
                        <m:sub>
                          <m:r>
                            <m:rPr>
                              <m:sty m:val="p"/>
                            </m:rPr>
                            <a:rPr lang="en-US" sz="2800" i="0">
                              <a:latin typeface="Cambria Math"/>
                            </a:rPr>
                            <m:t>push</m:t>
                          </m:r>
                        </m:sub>
                      </m:sSub>
                      <m:r>
                        <a:rPr lang="en-US" sz="2800" b="0" i="0" smtClean="0">
                          <a:latin typeface="Cambria Math"/>
                        </a:rPr>
                        <m:t>=</m:t>
                      </m:r>
                      <m:f>
                        <m:fPr>
                          <m:ctrlPr>
                            <a:rPr lang="en-US" sz="2800" b="0" i="1" smtClean="0">
                              <a:latin typeface="Cambria Math" panose="02040503050406030204" pitchFamily="18" charset="0"/>
                            </a:rPr>
                          </m:ctrlPr>
                        </m:fPr>
                        <m:num>
                          <m:func>
                            <m:funcPr>
                              <m:ctrlPr>
                                <a:rPr lang="en-US" sz="2800" b="0" i="1" smtClean="0">
                                  <a:latin typeface="Cambria Math" panose="02040503050406030204" pitchFamily="18" charset="0"/>
                                </a:rPr>
                              </m:ctrlPr>
                            </m:funcPr>
                            <m:fName>
                              <m:r>
                                <m:rPr>
                                  <m:sty m:val="p"/>
                                </m:rPr>
                                <a:rPr lang="en-US" sz="2800" b="0" i="0" smtClean="0">
                                  <a:latin typeface="Cambria Math"/>
                                </a:rPr>
                                <m:t>sin</m:t>
                              </m:r>
                            </m:fName>
                            <m:e>
                              <m:d>
                                <m:dPr>
                                  <m:ctrlPr>
                                    <a:rPr lang="en-US" sz="2800" b="0" i="1" smtClean="0">
                                      <a:latin typeface="Cambria Math" panose="02040503050406030204" pitchFamily="18" charset="0"/>
                                    </a:rPr>
                                  </m:ctrlPr>
                                </m:dPr>
                                <m:e>
                                  <m:r>
                                    <m:rPr>
                                      <m:sty m:val="p"/>
                                    </m:rPr>
                                    <a:rPr lang="en-US" sz="2800" b="0" i="0" smtClean="0">
                                      <a:latin typeface="Cambria Math"/>
                                      <a:ea typeface="Cambria Math"/>
                                    </a:rPr>
                                    <m:t>θ</m:t>
                                  </m:r>
                                </m:e>
                              </m:d>
                            </m:e>
                          </m:func>
                          <m:r>
                            <a:rPr lang="en-US" sz="2800" b="0" i="0" smtClean="0">
                              <a:latin typeface="Cambria Math"/>
                              <a:ea typeface="Cambria Math"/>
                            </a:rPr>
                            <m:t>+</m:t>
                          </m:r>
                          <m:sSub>
                            <m:sSubPr>
                              <m:ctrlPr>
                                <a:rPr lang="en-US" sz="2800" b="0" i="1" smtClean="0">
                                  <a:latin typeface="Cambria Math" panose="02040503050406030204" pitchFamily="18" charset="0"/>
                                  <a:ea typeface="Cambria Math"/>
                                </a:rPr>
                              </m:ctrlPr>
                            </m:sSubPr>
                            <m:e>
                              <m:r>
                                <m:rPr>
                                  <m:sty m:val="p"/>
                                </m:rPr>
                                <a:rPr lang="en-US" sz="2800" b="0" i="0" smtClean="0">
                                  <a:latin typeface="Cambria Math"/>
                                  <a:ea typeface="Cambria Math"/>
                                </a:rPr>
                                <m:t>μ</m:t>
                              </m:r>
                            </m:e>
                            <m:sub>
                              <m:r>
                                <m:rPr>
                                  <m:sty m:val="p"/>
                                </m:rPr>
                                <a:rPr lang="en-US" sz="2800" b="0" i="0" smtClean="0">
                                  <a:latin typeface="Cambria Math"/>
                                  <a:ea typeface="Cambria Math"/>
                                </a:rPr>
                                <m:t>k</m:t>
                              </m:r>
                            </m:sub>
                          </m:sSub>
                          <m:r>
                            <a:rPr lang="en-US" sz="2800" b="0" i="0" smtClean="0">
                              <a:latin typeface="Cambria Math"/>
                              <a:ea typeface="Cambria Math"/>
                            </a:rPr>
                            <m:t>∗</m:t>
                          </m:r>
                          <m:r>
                            <m:rPr>
                              <m:sty m:val="p"/>
                            </m:rPr>
                            <a:rPr lang="en-US" sz="2800" b="0" i="0" smtClean="0">
                              <a:latin typeface="Cambria Math"/>
                              <a:ea typeface="Cambria Math"/>
                            </a:rPr>
                            <m:t>cos</m:t>
                          </m:r>
                          <m:r>
                            <a:rPr lang="en-US" sz="2800" b="0" i="0" smtClean="0">
                              <a:latin typeface="Cambria Math"/>
                              <a:ea typeface="Cambria Math"/>
                            </a:rPr>
                            <m:t>⁡(</m:t>
                          </m:r>
                          <m:r>
                            <m:rPr>
                              <m:sty m:val="p"/>
                            </m:rPr>
                            <a:rPr lang="en-US" sz="2800" b="0" i="0" smtClean="0">
                              <a:latin typeface="Cambria Math"/>
                              <a:ea typeface="Cambria Math"/>
                            </a:rPr>
                            <m:t>θ</m:t>
                          </m:r>
                          <m:r>
                            <a:rPr lang="en-US" sz="2800" b="0" i="0" smtClean="0">
                              <a:latin typeface="Cambria Math"/>
                              <a:ea typeface="Cambria Math"/>
                            </a:rPr>
                            <m:t>)</m:t>
                          </m:r>
                        </m:num>
                        <m:den>
                          <m:func>
                            <m:funcPr>
                              <m:ctrlPr>
                                <a:rPr lang="en-US" sz="2800" i="1">
                                  <a:latin typeface="Cambria Math" panose="02040503050406030204" pitchFamily="18" charset="0"/>
                                </a:rPr>
                              </m:ctrlPr>
                            </m:funcPr>
                            <m:fName>
                              <m:r>
                                <m:rPr>
                                  <m:sty m:val="p"/>
                                </m:rPr>
                                <a:rPr lang="en-US" sz="2800" b="0" i="0" smtClean="0">
                                  <a:latin typeface="Cambria Math"/>
                                </a:rPr>
                                <m:t>cos</m:t>
                              </m:r>
                            </m:fName>
                            <m:e>
                              <m:d>
                                <m:dPr>
                                  <m:ctrlPr>
                                    <a:rPr lang="en-US" sz="2800" i="1">
                                      <a:latin typeface="Cambria Math" panose="02040503050406030204" pitchFamily="18" charset="0"/>
                                    </a:rPr>
                                  </m:ctrlPr>
                                </m:dPr>
                                <m:e>
                                  <m:r>
                                    <m:rPr>
                                      <m:sty m:val="p"/>
                                    </m:rPr>
                                    <a:rPr lang="en-US" sz="2800" i="0">
                                      <a:latin typeface="Cambria Math"/>
                                      <a:ea typeface="Cambria Math"/>
                                    </a:rPr>
                                    <m:t>θ</m:t>
                                  </m:r>
                                </m:e>
                              </m:d>
                            </m:e>
                          </m:func>
                          <m:r>
                            <a:rPr lang="en-US" sz="2800" i="0">
                              <a:latin typeface="Cambria Math"/>
                              <a:ea typeface="Cambria Math"/>
                            </a:rPr>
                            <m:t>−</m:t>
                          </m:r>
                          <m:sSub>
                            <m:sSubPr>
                              <m:ctrlPr>
                                <a:rPr lang="en-US" sz="2800" i="1">
                                  <a:latin typeface="Cambria Math" panose="02040503050406030204" pitchFamily="18" charset="0"/>
                                  <a:ea typeface="Cambria Math"/>
                                </a:rPr>
                              </m:ctrlPr>
                            </m:sSubPr>
                            <m:e>
                              <m:r>
                                <m:rPr>
                                  <m:sty m:val="p"/>
                                </m:rPr>
                                <a:rPr lang="en-US" sz="2800" i="0">
                                  <a:latin typeface="Cambria Math"/>
                                  <a:ea typeface="Cambria Math"/>
                                </a:rPr>
                                <m:t>μ</m:t>
                              </m:r>
                            </m:e>
                            <m:sub>
                              <m:r>
                                <m:rPr>
                                  <m:sty m:val="p"/>
                                </m:rPr>
                                <a:rPr lang="en-US" sz="2800" i="0">
                                  <a:latin typeface="Cambria Math"/>
                                  <a:ea typeface="Cambria Math"/>
                                </a:rPr>
                                <m:t>k</m:t>
                              </m:r>
                            </m:sub>
                          </m:sSub>
                          <m:r>
                            <a:rPr lang="en-US" sz="2800" i="0">
                              <a:latin typeface="Cambria Math"/>
                              <a:ea typeface="Cambria Math"/>
                            </a:rPr>
                            <m:t>∗</m:t>
                          </m:r>
                          <m:r>
                            <m:rPr>
                              <m:sty m:val="p"/>
                            </m:rPr>
                            <a:rPr lang="en-US" sz="2800" b="0" i="0" smtClean="0">
                              <a:latin typeface="Cambria Math"/>
                              <a:ea typeface="Cambria Math"/>
                            </a:rPr>
                            <m:t>sin</m:t>
                          </m:r>
                          <m:r>
                            <a:rPr lang="en-US" sz="2800" i="0">
                              <a:latin typeface="Cambria Math"/>
                              <a:ea typeface="Cambria Math"/>
                            </a:rPr>
                            <m:t>⁡(</m:t>
                          </m:r>
                          <m:r>
                            <m:rPr>
                              <m:sty m:val="p"/>
                            </m:rPr>
                            <a:rPr lang="en-US" sz="2800" i="0">
                              <a:latin typeface="Cambria Math"/>
                              <a:ea typeface="Cambria Math"/>
                            </a:rPr>
                            <m:t>θ</m:t>
                          </m:r>
                          <m:r>
                            <a:rPr lang="en-US" sz="2800" i="0">
                              <a:latin typeface="Cambria Math"/>
                              <a:ea typeface="Cambria Math"/>
                            </a:rPr>
                            <m:t>)</m:t>
                          </m:r>
                        </m:den>
                      </m:f>
                      <m:r>
                        <a:rPr lang="en-US" sz="2800" b="0" i="0" smtClean="0">
                          <a:latin typeface="Cambria Math"/>
                        </a:rPr>
                        <m:t>∗</m:t>
                      </m:r>
                      <m:sSub>
                        <m:sSubPr>
                          <m:ctrlPr>
                            <a:rPr lang="en-US" sz="2800" i="1">
                              <a:latin typeface="Cambria Math" panose="02040503050406030204" pitchFamily="18" charset="0"/>
                            </a:rPr>
                          </m:ctrlPr>
                        </m:sSubPr>
                        <m:e>
                          <m:r>
                            <m:rPr>
                              <m:sty m:val="p"/>
                            </m:rPr>
                            <a:rPr lang="en-US" sz="2800" i="0">
                              <a:latin typeface="Cambria Math"/>
                            </a:rPr>
                            <m:t>F</m:t>
                          </m:r>
                        </m:e>
                        <m:sub>
                          <m:r>
                            <m:rPr>
                              <m:sty m:val="p"/>
                            </m:rPr>
                            <a:rPr lang="en-US" sz="2800" b="0" i="0" smtClean="0">
                              <a:latin typeface="Cambria Math"/>
                            </a:rPr>
                            <m:t>load</m:t>
                          </m:r>
                        </m:sub>
                      </m:sSub>
                    </m:oMath>
                  </m:oMathPara>
                </a14:m>
                <a:endParaRPr lang="en-US" sz="2800" dirty="0"/>
              </a:p>
            </p:txBody>
          </p:sp>
        </mc:Choice>
        <mc:Fallback xmlns="">
          <p:sp>
            <p:nvSpPr>
              <p:cNvPr id="5" name="TextBox 4"/>
              <p:cNvSpPr txBox="1">
                <a:spLocks noRot="1" noChangeAspect="1" noMove="1" noResize="1" noEditPoints="1" noAdjustHandles="1" noChangeArrowheads="1" noChangeShapeType="1" noTextEdit="1"/>
              </p:cNvSpPr>
              <p:nvPr/>
            </p:nvSpPr>
            <p:spPr>
              <a:xfrm>
                <a:off x="1752600" y="3109845"/>
                <a:ext cx="5719514" cy="1004955"/>
              </a:xfrm>
              <a:prstGeom prst="rect">
                <a:avLst/>
              </a:prstGeom>
              <a:blipFill rotWithShape="1">
                <a:blip r:embed="rId2"/>
                <a:stretch>
                  <a:fillRect/>
                </a:stretch>
              </a:blipFill>
            </p:spPr>
            <p:txBody>
              <a:bodyPr/>
              <a:lstStyle/>
              <a:p>
                <a:r>
                  <a:rPr lang="en-US">
                    <a:noFill/>
                  </a:rPr>
                  <a:t> </a:t>
                </a:r>
              </a:p>
            </p:txBody>
          </p:sp>
        </mc:Fallback>
      </mc:AlternateContent>
    </p:spTree>
    <p:extLst>
      <p:ext uri="{BB962C8B-B14F-4D97-AF65-F5344CB8AC3E}">
        <p14:creationId xmlns:p14="http://schemas.microsoft.com/office/powerpoint/2010/main" val="3230191075"/>
      </p:ext>
    </p:extLst>
  </p:cSld>
  <p:clrMapOvr>
    <a:masterClrMapping/>
  </p:clrMapOvr>
  <p:timing>
    <p:tnLst>
      <p:par>
        <p:cTn id="1" dur="indefinite" restart="never" nodeType="tmRoot">
          <p:childTnLst>
            <p:seq concurrent="1" nextAc="seek">
              <p:cTn id="2" dur="indefinite" nodeType="mainSeq">
                <p:childTnLst>
                  <p:par>
                    <p:cTn id="3" fill="hold">
                      <p:stCondLst>
                        <p:cond delay="indefinite"/>
                      </p:stCondLst>
                      <p:childTnLst>
                        <p:par>
                          <p:cTn id="4" fill="hold">
                            <p:stCondLst>
                              <p:cond delay="0"/>
                            </p:stCondLst>
                            <p:childTnLst>
                              <p:par>
                                <p:cTn id="5" presetID="1" presetClass="entr" presetSubtype="0" fill="hold" grpId="0" nodeType="clickEffect">
                                  <p:stCondLst>
                                    <p:cond delay="0"/>
                                  </p:stCondLst>
                                  <p:childTnLst>
                                    <p:set>
                                      <p:cBhvr>
                                        <p:cTn id="6" dur="1" fill="hold">
                                          <p:stCondLst>
                                            <p:cond delay="0"/>
                                          </p:stCondLst>
                                        </p:cTn>
                                        <p:tgtEl>
                                          <p:spTgt spid="3">
                                            <p:txEl>
                                              <p:pRg st="0" end="0"/>
                                            </p:txEl>
                                          </p:spTgt>
                                        </p:tgtEl>
                                        <p:attrNameLst>
                                          <p:attrName>style.visibility</p:attrName>
                                        </p:attrNameLst>
                                      </p:cBhvr>
                                      <p:to>
                                        <p:strVal val="visible"/>
                                      </p:to>
                                    </p:set>
                                  </p:childTnLst>
                                </p:cTn>
                              </p:par>
                            </p:childTnLst>
                          </p:cTn>
                        </p:par>
                      </p:childTnLst>
                    </p:cTn>
                  </p:par>
                  <p:par>
                    <p:cTn id="7" fill="hold">
                      <p:stCondLst>
                        <p:cond delay="indefinite"/>
                      </p:stCondLst>
                      <p:childTnLst>
                        <p:par>
                          <p:cTn id="8" fill="hold">
                            <p:stCondLst>
                              <p:cond delay="0"/>
                            </p:stCondLst>
                            <p:childTnLst>
                              <p:par>
                                <p:cTn id="9" presetID="10" presetClass="entr" presetSubtype="0" fill="hold" grpId="0" nodeType="clickEffect">
                                  <p:stCondLst>
                                    <p:cond delay="0"/>
                                  </p:stCondLst>
                                  <p:childTnLst>
                                    <p:set>
                                      <p:cBhvr>
                                        <p:cTn id="10" dur="1" fill="hold">
                                          <p:stCondLst>
                                            <p:cond delay="0"/>
                                          </p:stCondLst>
                                        </p:cTn>
                                        <p:tgtEl>
                                          <p:spTgt spid="5"/>
                                        </p:tgtEl>
                                        <p:attrNameLst>
                                          <p:attrName>style.visibility</p:attrName>
                                        </p:attrNameLst>
                                      </p:cBhvr>
                                      <p:to>
                                        <p:strVal val="visible"/>
                                      </p:to>
                                    </p:set>
                                    <p:animEffect transition="in" filter="fade">
                                      <p:cBhvr>
                                        <p:cTn id="11" dur="500"/>
                                        <p:tgtEl>
                                          <p:spTgt spid="5"/>
                                        </p:tgtEl>
                                      </p:cBhvr>
                                    </p:animEffect>
                                  </p:childTnLst>
                                </p:cTn>
                              </p:par>
                            </p:childTnLst>
                          </p:cTn>
                        </p:par>
                      </p:childTnLst>
                    </p:cTn>
                  </p:par>
                  <p:par>
                    <p:cTn id="12" fill="hold">
                      <p:stCondLst>
                        <p:cond delay="indefinite"/>
                      </p:stCondLst>
                      <p:childTnLst>
                        <p:par>
                          <p:cTn id="13" fill="hold">
                            <p:stCondLst>
                              <p:cond delay="0"/>
                            </p:stCondLst>
                            <p:childTnLst>
                              <p:par>
                                <p:cTn id="14" presetID="1" presetClass="entr" presetSubtype="0" fill="hold" grpId="0" nodeType="clickEffect">
                                  <p:stCondLst>
                                    <p:cond delay="0"/>
                                  </p:stCondLst>
                                  <p:childTnLst>
                                    <p:set>
                                      <p:cBhvr>
                                        <p:cTn id="15" dur="1" fill="hold">
                                          <p:stCondLst>
                                            <p:cond delay="0"/>
                                          </p:stCondLst>
                                        </p:cTn>
                                        <p:tgtEl>
                                          <p:spTgt spid="3">
                                            <p:txEl>
                                              <p:pRg st="4" end="4"/>
                                            </p:txEl>
                                          </p:spTgt>
                                        </p:tgtEl>
                                        <p:attrNameLst>
                                          <p:attrName>style.visibility</p:attrName>
                                        </p:attrNameLst>
                                      </p:cBhvr>
                                      <p:to>
                                        <p:strVal val="visible"/>
                                      </p:to>
                                    </p:set>
                                  </p:childTnLst>
                                </p:cTn>
                              </p:par>
                            </p:childTnLst>
                          </p:cTn>
                        </p:par>
                      </p:childTnLst>
                    </p:cTn>
                  </p:par>
                </p:childTnLst>
              </p:cTn>
              <p:prevCondLst>
                <p:cond evt="onPrev" delay="0">
                  <p:tgtEl>
                    <p:sldTgt/>
                  </p:tgtEl>
                </p:cond>
              </p:prevCondLst>
              <p:nextCondLst>
                <p:cond evt="onNext" delay="0">
                  <p:tgtEl>
                    <p:sldTgt/>
                  </p:tgtEl>
                </p:cond>
              </p:nextCondLst>
            </p:seq>
          </p:childTnLst>
        </p:cTn>
      </p:par>
    </p:tnLst>
    <p:bldLst>
      <p:bldP spid="3" grpId="0" build="p"/>
      <p:bldP spid="5" grpId="0"/>
    </p:bldLst>
  </p:timing>
</p:sld>
</file>

<file path=ppt/slides/slide7.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5" name="Oval 4"/>
          <p:cNvSpPr/>
          <p:nvPr/>
        </p:nvSpPr>
        <p:spPr>
          <a:xfrm>
            <a:off x="1981200" y="3657600"/>
            <a:ext cx="2743200" cy="2743200"/>
          </a:xfrm>
          <a:prstGeom prst="ellipse">
            <a:avLst/>
          </a:prstGeom>
          <a:ln/>
        </p:spPr>
        <p:style>
          <a:lnRef idx="1">
            <a:schemeClr val="dk1"/>
          </a:lnRef>
          <a:fillRef idx="2">
            <a:schemeClr val="dk1"/>
          </a:fillRef>
          <a:effectRef idx="1">
            <a:schemeClr val="dk1"/>
          </a:effectRef>
          <a:fontRef idx="minor">
            <a:schemeClr val="dk1"/>
          </a:fontRef>
        </p:style>
        <p:txBody>
          <a:bodyPr rtlCol="0" anchor="ctr"/>
          <a:lstStyle/>
          <a:p>
            <a:pPr algn="ctr"/>
            <a:endParaRPr lang="en-US"/>
          </a:p>
        </p:txBody>
      </p:sp>
      <p:sp>
        <p:nvSpPr>
          <p:cNvPr id="2" name="Title 1"/>
          <p:cNvSpPr>
            <a:spLocks noGrp="1"/>
          </p:cNvSpPr>
          <p:nvPr>
            <p:ph type="title"/>
          </p:nvPr>
        </p:nvSpPr>
        <p:spPr/>
        <p:txBody>
          <a:bodyPr/>
          <a:lstStyle/>
          <a:p>
            <a:r>
              <a:rPr lang="en-US" dirty="0"/>
              <a:t>Power Screws</a:t>
            </a:r>
          </a:p>
        </p:txBody>
      </p:sp>
      <p:sp>
        <p:nvSpPr>
          <p:cNvPr id="3" name="Content Placeholder 2"/>
          <p:cNvSpPr>
            <a:spLocks noGrp="1"/>
          </p:cNvSpPr>
          <p:nvPr>
            <p:ph idx="1"/>
          </p:nvPr>
        </p:nvSpPr>
        <p:spPr/>
        <p:txBody>
          <a:bodyPr/>
          <a:lstStyle/>
          <a:p>
            <a:r>
              <a:rPr lang="en-US" dirty="0"/>
              <a:t>Once we find the pushing force needed to lift the object, we can go back to the shaft to find the moment needed to exert that force </a:t>
            </a:r>
          </a:p>
        </p:txBody>
      </p:sp>
      <p:sp>
        <p:nvSpPr>
          <p:cNvPr id="4" name="Oval 3"/>
          <p:cNvSpPr/>
          <p:nvPr/>
        </p:nvSpPr>
        <p:spPr>
          <a:xfrm>
            <a:off x="2438400" y="4114800"/>
            <a:ext cx="1828800" cy="1828800"/>
          </a:xfrm>
          <a:prstGeom prst="ellipse">
            <a:avLst/>
          </a:prstGeom>
        </p:spPr>
        <p:style>
          <a:lnRef idx="1">
            <a:schemeClr val="dk1"/>
          </a:lnRef>
          <a:fillRef idx="2">
            <a:schemeClr val="dk1"/>
          </a:fillRef>
          <a:effectRef idx="1">
            <a:schemeClr val="dk1"/>
          </a:effectRef>
          <a:fontRef idx="minor">
            <a:schemeClr val="dk1"/>
          </a:fontRef>
        </p:style>
        <p:txBody>
          <a:bodyPr rtlCol="0" anchor="ctr"/>
          <a:lstStyle/>
          <a:p>
            <a:pPr algn="ctr"/>
            <a:endParaRPr lang="en-US"/>
          </a:p>
        </p:txBody>
      </p:sp>
      <mc:AlternateContent xmlns:mc="http://schemas.openxmlformats.org/markup-compatibility/2006" xmlns:a14="http://schemas.microsoft.com/office/drawing/2010/main">
        <mc:Choice Requires="a14">
          <p:sp>
            <p:nvSpPr>
              <p:cNvPr id="7" name="Rectangle 6"/>
              <p:cNvSpPr/>
              <p:nvPr/>
            </p:nvSpPr>
            <p:spPr>
              <a:xfrm>
                <a:off x="4334197" y="6203790"/>
                <a:ext cx="780406" cy="394019"/>
              </a:xfrm>
              <a:prstGeom prst="rect">
                <a:avLst/>
              </a:prstGeom>
            </p:spPr>
            <p:txBody>
              <a:bodyPr wrap="none">
                <a:spAutoFit/>
              </a:bodyPr>
              <a:lstStyle/>
              <a:p>
                <a:pPr/>
                <a14:m>
                  <m:oMathPara xmlns:m="http://schemas.openxmlformats.org/officeDocument/2006/math">
                    <m:oMathParaPr>
                      <m:jc m:val="centerGroup"/>
                    </m:oMathParaPr>
                    <m:oMath xmlns:m="http://schemas.openxmlformats.org/officeDocument/2006/math">
                      <m:sSub>
                        <m:sSubPr>
                          <m:ctrlPr>
                            <a:rPr lang="en-US" i="1" smtClean="0">
                              <a:solidFill>
                                <a:srgbClr val="FF0000"/>
                              </a:solidFill>
                              <a:latin typeface="Cambria Math" panose="02040503050406030204" pitchFamily="18" charset="0"/>
                            </a:rPr>
                          </m:ctrlPr>
                        </m:sSubPr>
                        <m:e>
                          <m:r>
                            <m:rPr>
                              <m:sty m:val="p"/>
                            </m:rPr>
                            <a:rPr lang="en-US">
                              <a:solidFill>
                                <a:srgbClr val="FF0000"/>
                              </a:solidFill>
                              <a:latin typeface="Cambria Math"/>
                            </a:rPr>
                            <m:t>F</m:t>
                          </m:r>
                        </m:e>
                        <m:sub>
                          <m:r>
                            <m:rPr>
                              <m:sty m:val="p"/>
                            </m:rPr>
                            <a:rPr lang="en-US" b="0" i="0" smtClean="0">
                              <a:solidFill>
                                <a:srgbClr val="FF0000"/>
                              </a:solidFill>
                              <a:latin typeface="Cambria Math"/>
                            </a:rPr>
                            <m:t>push</m:t>
                          </m:r>
                        </m:sub>
                      </m:sSub>
                    </m:oMath>
                  </m:oMathPara>
                </a14:m>
                <a:endParaRPr lang="en-US" dirty="0"/>
              </a:p>
            </p:txBody>
          </p:sp>
        </mc:Choice>
        <mc:Fallback xmlns="">
          <p:sp>
            <p:nvSpPr>
              <p:cNvPr id="7" name="Rectangle 6"/>
              <p:cNvSpPr>
                <a:spLocks noRot="1" noChangeAspect="1" noMove="1" noResize="1" noEditPoints="1" noAdjustHandles="1" noChangeArrowheads="1" noChangeShapeType="1" noTextEdit="1"/>
              </p:cNvSpPr>
              <p:nvPr/>
            </p:nvSpPr>
            <p:spPr>
              <a:xfrm>
                <a:off x="4334197" y="6203790"/>
                <a:ext cx="780406" cy="394019"/>
              </a:xfrm>
              <a:prstGeom prst="rect">
                <a:avLst/>
              </a:prstGeom>
              <a:blipFill rotWithShape="1">
                <a:blip r:embed="rId2"/>
                <a:stretch>
                  <a:fillRect b="-10938"/>
                </a:stretch>
              </a:blipFill>
            </p:spPr>
            <p:txBody>
              <a:bodyPr/>
              <a:lstStyle/>
              <a:p>
                <a:r>
                  <a:rPr lang="en-US">
                    <a:noFill/>
                  </a:rPr>
                  <a:t> </a:t>
                </a:r>
              </a:p>
            </p:txBody>
          </p:sp>
        </mc:Fallback>
      </mc:AlternateContent>
      <p:cxnSp>
        <p:nvCxnSpPr>
          <p:cNvPr id="11" name="Straight Arrow Connector 10"/>
          <p:cNvCxnSpPr/>
          <p:nvPr/>
        </p:nvCxnSpPr>
        <p:spPr>
          <a:xfrm>
            <a:off x="3352800" y="5040086"/>
            <a:ext cx="981397" cy="0"/>
          </a:xfrm>
          <a:prstGeom prst="straightConnector1">
            <a:avLst/>
          </a:prstGeom>
          <a:ln>
            <a:tailEnd type="arrow"/>
          </a:ln>
        </p:spPr>
        <p:style>
          <a:lnRef idx="2">
            <a:schemeClr val="accent1"/>
          </a:lnRef>
          <a:fillRef idx="0">
            <a:schemeClr val="accent1"/>
          </a:fillRef>
          <a:effectRef idx="1">
            <a:schemeClr val="accent1"/>
          </a:effectRef>
          <a:fontRef idx="minor">
            <a:schemeClr val="tx1"/>
          </a:fontRef>
        </p:style>
      </p:cxnSp>
      <p:cxnSp>
        <p:nvCxnSpPr>
          <p:cNvPr id="6" name="Straight Arrow Connector 5"/>
          <p:cNvCxnSpPr/>
          <p:nvPr/>
        </p:nvCxnSpPr>
        <p:spPr>
          <a:xfrm flipV="1">
            <a:off x="4267200" y="4995330"/>
            <a:ext cx="0" cy="1405470"/>
          </a:xfrm>
          <a:prstGeom prst="straightConnector1">
            <a:avLst/>
          </a:prstGeom>
          <a:ln>
            <a:solidFill>
              <a:srgbClr val="FF0000"/>
            </a:solidFill>
            <a:prstDash val="solid"/>
            <a:tailEnd type="arrow"/>
          </a:ln>
        </p:spPr>
        <p:style>
          <a:lnRef idx="2">
            <a:schemeClr val="accent2"/>
          </a:lnRef>
          <a:fillRef idx="0">
            <a:schemeClr val="accent2"/>
          </a:fillRef>
          <a:effectRef idx="1">
            <a:schemeClr val="accent2"/>
          </a:effectRef>
          <a:fontRef idx="minor">
            <a:schemeClr val="tx1"/>
          </a:fontRef>
        </p:style>
      </p:cxnSp>
      <mc:AlternateContent xmlns:mc="http://schemas.openxmlformats.org/markup-compatibility/2006" xmlns:a14="http://schemas.microsoft.com/office/drawing/2010/main">
        <mc:Choice Requires="a14">
          <p:sp>
            <p:nvSpPr>
              <p:cNvPr id="13" name="Rectangle 12"/>
              <p:cNvSpPr/>
              <p:nvPr/>
            </p:nvSpPr>
            <p:spPr>
              <a:xfrm>
                <a:off x="3200400" y="4648200"/>
                <a:ext cx="798167" cy="369332"/>
              </a:xfrm>
              <a:prstGeom prst="rect">
                <a:avLst/>
              </a:prstGeom>
            </p:spPr>
            <p:txBody>
              <a:bodyPr wrap="none">
                <a:spAutoFit/>
              </a:bodyPr>
              <a:lstStyle/>
              <a:p>
                <a:pPr/>
                <a14:m>
                  <m:oMathPara xmlns:m="http://schemas.openxmlformats.org/officeDocument/2006/math">
                    <m:oMathParaPr>
                      <m:jc m:val="centerGroup"/>
                    </m:oMathParaPr>
                    <m:oMath xmlns:m="http://schemas.openxmlformats.org/officeDocument/2006/math">
                      <m:r>
                        <m:rPr>
                          <m:sty m:val="p"/>
                        </m:rPr>
                        <a:rPr lang="en-US" b="0" i="0" smtClean="0">
                          <a:solidFill>
                            <a:schemeClr val="accent1"/>
                          </a:solidFill>
                          <a:latin typeface="Cambria Math"/>
                        </a:rPr>
                        <m:t>d</m:t>
                      </m:r>
                      <m:r>
                        <a:rPr lang="en-US" b="0" i="0" smtClean="0">
                          <a:solidFill>
                            <a:schemeClr val="accent1"/>
                          </a:solidFill>
                          <a:latin typeface="Cambria Math"/>
                        </a:rPr>
                        <m:t>=</m:t>
                      </m:r>
                      <m:r>
                        <m:rPr>
                          <m:sty m:val="p"/>
                        </m:rPr>
                        <a:rPr lang="en-US" b="0" i="0" smtClean="0">
                          <a:solidFill>
                            <a:schemeClr val="accent1"/>
                          </a:solidFill>
                          <a:latin typeface="Cambria Math"/>
                        </a:rPr>
                        <m:t>r</m:t>
                      </m:r>
                    </m:oMath>
                  </m:oMathPara>
                </a14:m>
                <a:endParaRPr lang="en-US" dirty="0">
                  <a:solidFill>
                    <a:schemeClr val="accent1"/>
                  </a:solidFill>
                </a:endParaRPr>
              </a:p>
            </p:txBody>
          </p:sp>
        </mc:Choice>
        <mc:Fallback xmlns="">
          <p:sp>
            <p:nvSpPr>
              <p:cNvPr id="13" name="Rectangle 12"/>
              <p:cNvSpPr>
                <a:spLocks noRot="1" noChangeAspect="1" noMove="1" noResize="1" noEditPoints="1" noAdjustHandles="1" noChangeArrowheads="1" noChangeShapeType="1" noTextEdit="1"/>
              </p:cNvSpPr>
              <p:nvPr/>
            </p:nvSpPr>
            <p:spPr>
              <a:xfrm>
                <a:off x="3200400" y="4648200"/>
                <a:ext cx="798167" cy="369332"/>
              </a:xfrm>
              <a:prstGeom prst="rect">
                <a:avLst/>
              </a:prstGeom>
              <a:blipFill rotWithShape="1">
                <a:blip r:embed="rId3"/>
                <a:stretch>
                  <a:fillRect/>
                </a:stretch>
              </a:blipFill>
            </p:spPr>
            <p:txBody>
              <a:bodyPr/>
              <a:lstStyle/>
              <a:p>
                <a:r>
                  <a:rPr lang="en-US">
                    <a:noFill/>
                  </a:rPr>
                  <a:t> </a:t>
                </a:r>
              </a:p>
            </p:txBody>
          </p:sp>
        </mc:Fallback>
      </mc:AlternateContent>
      <p:sp>
        <p:nvSpPr>
          <p:cNvPr id="14" name="Arc 13"/>
          <p:cNvSpPr/>
          <p:nvPr/>
        </p:nvSpPr>
        <p:spPr>
          <a:xfrm flipH="1" flipV="1">
            <a:off x="2621756" y="4308119"/>
            <a:ext cx="1462087" cy="1463933"/>
          </a:xfrm>
          <a:prstGeom prst="arc">
            <a:avLst>
              <a:gd name="adj1" fmla="val 1848942"/>
              <a:gd name="adj2" fmla="val 19699472"/>
            </a:avLst>
          </a:prstGeom>
          <a:ln>
            <a:solidFill>
              <a:srgbClr val="7030A0"/>
            </a:solidFill>
            <a:headEnd type="none"/>
            <a:tailEnd type="arrow" w="lg" len="lg"/>
          </a:ln>
        </p:spPr>
        <p:style>
          <a:lnRef idx="2">
            <a:schemeClr val="accent1"/>
          </a:lnRef>
          <a:fillRef idx="0">
            <a:schemeClr val="accent1"/>
          </a:fillRef>
          <a:effectRef idx="1">
            <a:schemeClr val="accent1"/>
          </a:effectRef>
          <a:fontRef idx="minor">
            <a:schemeClr val="tx1"/>
          </a:fontRef>
        </p:style>
        <p:txBody>
          <a:bodyPr rtlCol="0" anchor="ctr"/>
          <a:lstStyle/>
          <a:p>
            <a:pPr algn="ctr"/>
            <a:endParaRPr lang="en-US"/>
          </a:p>
        </p:txBody>
      </p:sp>
      <p:sp>
        <p:nvSpPr>
          <p:cNvPr id="15" name="TextBox 14"/>
          <p:cNvSpPr txBox="1"/>
          <p:nvPr/>
        </p:nvSpPr>
        <p:spPr>
          <a:xfrm flipH="1">
            <a:off x="2514600" y="4810664"/>
            <a:ext cx="486237" cy="369332"/>
          </a:xfrm>
          <a:prstGeom prst="rect">
            <a:avLst/>
          </a:prstGeom>
          <a:noFill/>
        </p:spPr>
        <p:txBody>
          <a:bodyPr wrap="square" rtlCol="0">
            <a:spAutoFit/>
          </a:bodyPr>
          <a:lstStyle/>
          <a:p>
            <a:r>
              <a:rPr lang="en-US" b="1" dirty="0">
                <a:solidFill>
                  <a:srgbClr val="7030A0"/>
                </a:solidFill>
              </a:rPr>
              <a:t>M</a:t>
            </a:r>
          </a:p>
        </p:txBody>
      </p:sp>
      <p:sp>
        <p:nvSpPr>
          <p:cNvPr id="16" name="TextBox 15"/>
          <p:cNvSpPr txBox="1"/>
          <p:nvPr/>
        </p:nvSpPr>
        <p:spPr>
          <a:xfrm flipH="1">
            <a:off x="5791200" y="4733720"/>
            <a:ext cx="1807029" cy="523220"/>
          </a:xfrm>
          <a:prstGeom prst="rect">
            <a:avLst/>
          </a:prstGeom>
          <a:noFill/>
        </p:spPr>
        <p:txBody>
          <a:bodyPr wrap="square" rtlCol="0">
            <a:spAutoFit/>
          </a:bodyPr>
          <a:lstStyle/>
          <a:p>
            <a:r>
              <a:rPr lang="en-US" sz="2800" b="1" dirty="0">
                <a:solidFill>
                  <a:srgbClr val="7030A0"/>
                </a:solidFill>
              </a:rPr>
              <a:t>M </a:t>
            </a:r>
            <a:r>
              <a:rPr lang="en-US" sz="2800" b="1" dirty="0"/>
              <a:t>=</a:t>
            </a:r>
            <a:r>
              <a:rPr lang="en-US" sz="2800" b="1" dirty="0">
                <a:solidFill>
                  <a:srgbClr val="7030A0"/>
                </a:solidFill>
              </a:rPr>
              <a:t> </a:t>
            </a:r>
            <a:r>
              <a:rPr lang="en-US" sz="2800" b="1" dirty="0">
                <a:solidFill>
                  <a:srgbClr val="FF0000"/>
                </a:solidFill>
              </a:rPr>
              <a:t>F</a:t>
            </a:r>
            <a:r>
              <a:rPr lang="en-US" sz="2800" b="1" dirty="0">
                <a:solidFill>
                  <a:srgbClr val="7030A0"/>
                </a:solidFill>
              </a:rPr>
              <a:t> </a:t>
            </a:r>
            <a:r>
              <a:rPr lang="en-US" sz="2800" b="1" dirty="0"/>
              <a:t>*</a:t>
            </a:r>
            <a:r>
              <a:rPr lang="en-US" sz="2800" b="1" dirty="0">
                <a:solidFill>
                  <a:srgbClr val="7030A0"/>
                </a:solidFill>
              </a:rPr>
              <a:t> </a:t>
            </a:r>
            <a:r>
              <a:rPr lang="en-US" sz="2800" dirty="0">
                <a:solidFill>
                  <a:schemeClr val="accent1"/>
                </a:solidFill>
              </a:rPr>
              <a:t>d</a:t>
            </a:r>
          </a:p>
        </p:txBody>
      </p:sp>
    </p:spTree>
    <p:extLst>
      <p:ext uri="{BB962C8B-B14F-4D97-AF65-F5344CB8AC3E}">
        <p14:creationId xmlns:p14="http://schemas.microsoft.com/office/powerpoint/2010/main" val="4097791493"/>
      </p:ext>
    </p:extLst>
  </p:cSld>
  <p:clrMapOvr>
    <a:masterClrMapping/>
  </p:clrMapOvr>
  <p:timing>
    <p:tnLst>
      <p:par>
        <p:cTn id="1" dur="indefinite" restart="never" nodeType="tmRoot">
          <p:childTnLst>
            <p:seq concurrent="1" nextAc="seek">
              <p:cTn id="2" dur="indefinite" nodeType="mainSeq">
                <p:childTnLst>
                  <p:par>
                    <p:cTn id="3" fill="hold">
                      <p:stCondLst>
                        <p:cond delay="indefinite"/>
                      </p:stCondLst>
                      <p:childTnLst>
                        <p:par>
                          <p:cTn id="4" fill="hold">
                            <p:stCondLst>
                              <p:cond delay="0"/>
                            </p:stCondLst>
                            <p:childTnLst>
                              <p:par>
                                <p:cTn id="5" presetID="10" presetClass="entr" presetSubtype="0" fill="hold" nodeType="clickEffect">
                                  <p:stCondLst>
                                    <p:cond delay="0"/>
                                  </p:stCondLst>
                                  <p:childTnLst>
                                    <p:set>
                                      <p:cBhvr>
                                        <p:cTn id="6" dur="1" fill="hold">
                                          <p:stCondLst>
                                            <p:cond delay="0"/>
                                          </p:stCondLst>
                                        </p:cTn>
                                        <p:tgtEl>
                                          <p:spTgt spid="6"/>
                                        </p:tgtEl>
                                        <p:attrNameLst>
                                          <p:attrName>style.visibility</p:attrName>
                                        </p:attrNameLst>
                                      </p:cBhvr>
                                      <p:to>
                                        <p:strVal val="visible"/>
                                      </p:to>
                                    </p:set>
                                    <p:animEffect transition="in" filter="fade">
                                      <p:cBhvr>
                                        <p:cTn id="7" dur="500"/>
                                        <p:tgtEl>
                                          <p:spTgt spid="6"/>
                                        </p:tgtEl>
                                      </p:cBhvr>
                                    </p:animEffect>
                                  </p:childTnLst>
                                </p:cTn>
                              </p:par>
                              <p:par>
                                <p:cTn id="8" presetID="10" presetClass="entr" presetSubtype="0" fill="hold" grpId="0" nodeType="withEffect">
                                  <p:stCondLst>
                                    <p:cond delay="0"/>
                                  </p:stCondLst>
                                  <p:childTnLst>
                                    <p:set>
                                      <p:cBhvr>
                                        <p:cTn id="9" dur="1" fill="hold">
                                          <p:stCondLst>
                                            <p:cond delay="0"/>
                                          </p:stCondLst>
                                        </p:cTn>
                                        <p:tgtEl>
                                          <p:spTgt spid="7"/>
                                        </p:tgtEl>
                                        <p:attrNameLst>
                                          <p:attrName>style.visibility</p:attrName>
                                        </p:attrNameLst>
                                      </p:cBhvr>
                                      <p:to>
                                        <p:strVal val="visible"/>
                                      </p:to>
                                    </p:set>
                                    <p:animEffect transition="in" filter="fade">
                                      <p:cBhvr>
                                        <p:cTn id="10" dur="500"/>
                                        <p:tgtEl>
                                          <p:spTgt spid="7"/>
                                        </p:tgtEl>
                                      </p:cBhvr>
                                    </p:animEffect>
                                  </p:childTnLst>
                                </p:cTn>
                              </p:par>
                            </p:childTnLst>
                          </p:cTn>
                        </p:par>
                      </p:childTnLst>
                    </p:cTn>
                  </p:par>
                  <p:par>
                    <p:cTn id="11" fill="hold">
                      <p:stCondLst>
                        <p:cond delay="indefinite"/>
                      </p:stCondLst>
                      <p:childTnLst>
                        <p:par>
                          <p:cTn id="12" fill="hold">
                            <p:stCondLst>
                              <p:cond delay="0"/>
                            </p:stCondLst>
                            <p:childTnLst>
                              <p:par>
                                <p:cTn id="13" presetID="10" presetClass="entr" presetSubtype="0" fill="hold" grpId="0" nodeType="clickEffect">
                                  <p:stCondLst>
                                    <p:cond delay="0"/>
                                  </p:stCondLst>
                                  <p:childTnLst>
                                    <p:set>
                                      <p:cBhvr>
                                        <p:cTn id="14" dur="1" fill="hold">
                                          <p:stCondLst>
                                            <p:cond delay="0"/>
                                          </p:stCondLst>
                                        </p:cTn>
                                        <p:tgtEl>
                                          <p:spTgt spid="14"/>
                                        </p:tgtEl>
                                        <p:attrNameLst>
                                          <p:attrName>style.visibility</p:attrName>
                                        </p:attrNameLst>
                                      </p:cBhvr>
                                      <p:to>
                                        <p:strVal val="visible"/>
                                      </p:to>
                                    </p:set>
                                    <p:animEffect transition="in" filter="fade">
                                      <p:cBhvr>
                                        <p:cTn id="15" dur="500"/>
                                        <p:tgtEl>
                                          <p:spTgt spid="14"/>
                                        </p:tgtEl>
                                      </p:cBhvr>
                                    </p:animEffect>
                                  </p:childTnLst>
                                </p:cTn>
                              </p:par>
                              <p:par>
                                <p:cTn id="16" presetID="10" presetClass="entr" presetSubtype="0" fill="hold" grpId="0" nodeType="withEffect">
                                  <p:stCondLst>
                                    <p:cond delay="0"/>
                                  </p:stCondLst>
                                  <p:childTnLst>
                                    <p:set>
                                      <p:cBhvr>
                                        <p:cTn id="17" dur="1" fill="hold">
                                          <p:stCondLst>
                                            <p:cond delay="0"/>
                                          </p:stCondLst>
                                        </p:cTn>
                                        <p:tgtEl>
                                          <p:spTgt spid="15"/>
                                        </p:tgtEl>
                                        <p:attrNameLst>
                                          <p:attrName>style.visibility</p:attrName>
                                        </p:attrNameLst>
                                      </p:cBhvr>
                                      <p:to>
                                        <p:strVal val="visible"/>
                                      </p:to>
                                    </p:set>
                                    <p:animEffect transition="in" filter="fade">
                                      <p:cBhvr>
                                        <p:cTn id="18" dur="500"/>
                                        <p:tgtEl>
                                          <p:spTgt spid="15"/>
                                        </p:tgtEl>
                                      </p:cBhvr>
                                    </p:animEffect>
                                  </p:childTnLst>
                                </p:cTn>
                              </p:par>
                            </p:childTnLst>
                          </p:cTn>
                        </p:par>
                      </p:childTnLst>
                    </p:cTn>
                  </p:par>
                  <p:par>
                    <p:cTn id="19" fill="hold">
                      <p:stCondLst>
                        <p:cond delay="indefinite"/>
                      </p:stCondLst>
                      <p:childTnLst>
                        <p:par>
                          <p:cTn id="20" fill="hold">
                            <p:stCondLst>
                              <p:cond delay="0"/>
                            </p:stCondLst>
                            <p:childTnLst>
                              <p:par>
                                <p:cTn id="21" presetID="10" presetClass="entr" presetSubtype="0" fill="hold" grpId="0" nodeType="clickEffect">
                                  <p:stCondLst>
                                    <p:cond delay="0"/>
                                  </p:stCondLst>
                                  <p:childTnLst>
                                    <p:set>
                                      <p:cBhvr>
                                        <p:cTn id="22" dur="1" fill="hold">
                                          <p:stCondLst>
                                            <p:cond delay="0"/>
                                          </p:stCondLst>
                                        </p:cTn>
                                        <p:tgtEl>
                                          <p:spTgt spid="16"/>
                                        </p:tgtEl>
                                        <p:attrNameLst>
                                          <p:attrName>style.visibility</p:attrName>
                                        </p:attrNameLst>
                                      </p:cBhvr>
                                      <p:to>
                                        <p:strVal val="visible"/>
                                      </p:to>
                                    </p:set>
                                    <p:animEffect transition="in" filter="fade">
                                      <p:cBhvr>
                                        <p:cTn id="23" dur="500"/>
                                        <p:tgtEl>
                                          <p:spTgt spid="16"/>
                                        </p:tgtEl>
                                      </p:cBhvr>
                                    </p:animEffect>
                                  </p:childTnLst>
                                </p:cTn>
                              </p:par>
                            </p:childTnLst>
                          </p:cTn>
                        </p:par>
                      </p:childTnLst>
                    </p:cTn>
                  </p:par>
                  <p:par>
                    <p:cTn id="24" fill="hold">
                      <p:stCondLst>
                        <p:cond delay="indefinite"/>
                      </p:stCondLst>
                      <p:childTnLst>
                        <p:par>
                          <p:cTn id="25" fill="hold">
                            <p:stCondLst>
                              <p:cond delay="0"/>
                            </p:stCondLst>
                            <p:childTnLst>
                              <p:par>
                                <p:cTn id="26" presetID="10" presetClass="entr" presetSubtype="0" fill="hold" nodeType="clickEffect">
                                  <p:stCondLst>
                                    <p:cond delay="0"/>
                                  </p:stCondLst>
                                  <p:childTnLst>
                                    <p:set>
                                      <p:cBhvr>
                                        <p:cTn id="27" dur="1" fill="hold">
                                          <p:stCondLst>
                                            <p:cond delay="0"/>
                                          </p:stCondLst>
                                        </p:cTn>
                                        <p:tgtEl>
                                          <p:spTgt spid="11"/>
                                        </p:tgtEl>
                                        <p:attrNameLst>
                                          <p:attrName>style.visibility</p:attrName>
                                        </p:attrNameLst>
                                      </p:cBhvr>
                                      <p:to>
                                        <p:strVal val="visible"/>
                                      </p:to>
                                    </p:set>
                                    <p:animEffect transition="in" filter="fade">
                                      <p:cBhvr>
                                        <p:cTn id="28" dur="500"/>
                                        <p:tgtEl>
                                          <p:spTgt spid="11"/>
                                        </p:tgtEl>
                                      </p:cBhvr>
                                    </p:animEffect>
                                  </p:childTnLst>
                                </p:cTn>
                              </p:par>
                              <p:par>
                                <p:cTn id="29" presetID="10" presetClass="entr" presetSubtype="0" fill="hold" grpId="0" nodeType="withEffect">
                                  <p:stCondLst>
                                    <p:cond delay="0"/>
                                  </p:stCondLst>
                                  <p:childTnLst>
                                    <p:set>
                                      <p:cBhvr>
                                        <p:cTn id="30" dur="1" fill="hold">
                                          <p:stCondLst>
                                            <p:cond delay="0"/>
                                          </p:stCondLst>
                                        </p:cTn>
                                        <p:tgtEl>
                                          <p:spTgt spid="13"/>
                                        </p:tgtEl>
                                        <p:attrNameLst>
                                          <p:attrName>style.visibility</p:attrName>
                                        </p:attrNameLst>
                                      </p:cBhvr>
                                      <p:to>
                                        <p:strVal val="visible"/>
                                      </p:to>
                                    </p:set>
                                    <p:animEffect transition="in" filter="fade">
                                      <p:cBhvr>
                                        <p:cTn id="31" dur="500"/>
                                        <p:tgtEl>
                                          <p:spTgt spid="13"/>
                                        </p:tgtEl>
                                      </p:cBhvr>
                                    </p:animEffect>
                                  </p:childTnLst>
                                </p:cTn>
                              </p:par>
                            </p:childTnLst>
                          </p:cTn>
                        </p:par>
                      </p:childTnLst>
                    </p:cTn>
                  </p:par>
                </p:childTnLst>
              </p:cTn>
              <p:prevCondLst>
                <p:cond evt="onPrev" delay="0">
                  <p:tgtEl>
                    <p:sldTgt/>
                  </p:tgtEl>
                </p:cond>
              </p:prevCondLst>
              <p:nextCondLst>
                <p:cond evt="onNext" delay="0">
                  <p:tgtEl>
                    <p:sldTgt/>
                  </p:tgtEl>
                </p:cond>
              </p:nextCondLst>
            </p:seq>
          </p:childTnLst>
        </p:cTn>
      </p:par>
    </p:tnLst>
    <p:bldLst>
      <p:bldP spid="7" grpId="0"/>
      <p:bldP spid="13" grpId="0"/>
      <p:bldP spid="14" grpId="0" animBg="1"/>
      <p:bldP spid="15" grpId="0"/>
      <p:bldP spid="16" grpId="0"/>
    </p:bldLst>
  </p:timing>
</p:sld>
</file>

<file path=ppt/slides/slide8.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le 1"/>
          <p:cNvSpPr>
            <a:spLocks noGrp="1"/>
          </p:cNvSpPr>
          <p:nvPr>
            <p:ph type="title"/>
          </p:nvPr>
        </p:nvSpPr>
        <p:spPr/>
        <p:txBody>
          <a:bodyPr/>
          <a:lstStyle/>
          <a:p>
            <a:r>
              <a:rPr lang="en-US" dirty="0"/>
              <a:t>Power Screws</a:t>
            </a:r>
          </a:p>
        </p:txBody>
      </p:sp>
      <p:sp>
        <p:nvSpPr>
          <p:cNvPr id="3" name="Content Placeholder 2"/>
          <p:cNvSpPr>
            <a:spLocks noGrp="1"/>
          </p:cNvSpPr>
          <p:nvPr>
            <p:ph idx="1"/>
          </p:nvPr>
        </p:nvSpPr>
        <p:spPr>
          <a:xfrm>
            <a:off x="457200" y="1600201"/>
            <a:ext cx="8229600" cy="1905000"/>
          </a:xfrm>
        </p:spPr>
        <p:txBody>
          <a:bodyPr>
            <a:normAutofit lnSpcReduction="10000"/>
          </a:bodyPr>
          <a:lstStyle/>
          <a:p>
            <a:r>
              <a:rPr lang="en-US" dirty="0"/>
              <a:t>Putting all of this together, we end up with our final equation that relates the input torque on the screw to the load force, which is the force the “nut” would be able to push with.</a:t>
            </a:r>
          </a:p>
        </p:txBody>
      </p:sp>
      <p:sp>
        <p:nvSpPr>
          <p:cNvPr id="4" name="Slide Number Placeholder 3"/>
          <p:cNvSpPr>
            <a:spLocks noGrp="1"/>
          </p:cNvSpPr>
          <p:nvPr>
            <p:ph type="sldNum" sz="quarter" idx="12"/>
          </p:nvPr>
        </p:nvSpPr>
        <p:spPr/>
        <p:txBody>
          <a:bodyPr/>
          <a:lstStyle/>
          <a:p>
            <a:fld id="{929262FE-7F58-4A1E-8AF3-5A510A86DEBD}" type="slidenum">
              <a:rPr lang="en-US" smtClean="0"/>
              <a:t>8</a:t>
            </a:fld>
            <a:endParaRPr lang="en-US"/>
          </a:p>
        </p:txBody>
      </p:sp>
      <mc:AlternateContent xmlns:mc="http://schemas.openxmlformats.org/markup-compatibility/2006" xmlns:a14="http://schemas.microsoft.com/office/drawing/2010/main">
        <mc:Choice Requires="a14">
          <p:sp>
            <p:nvSpPr>
              <p:cNvPr id="5" name="TextBox 4"/>
              <p:cNvSpPr txBox="1"/>
              <p:nvPr/>
            </p:nvSpPr>
            <p:spPr>
              <a:xfrm>
                <a:off x="1371600" y="4267200"/>
                <a:ext cx="6234912" cy="1004955"/>
              </a:xfrm>
              <a:prstGeom prst="rect">
                <a:avLst/>
              </a:prstGeom>
              <a:noFill/>
            </p:spPr>
            <p:txBody>
              <a:bodyPr wrap="none" rtlCol="0">
                <a:spAutoFit/>
              </a:bodyPr>
              <a:lstStyle/>
              <a:p>
                <a:pPr/>
                <a14:m>
                  <m:oMathPara xmlns:m="http://schemas.openxmlformats.org/officeDocument/2006/math">
                    <m:oMathParaPr>
                      <m:jc m:val="centerGroup"/>
                    </m:oMathParaPr>
                    <m:oMath xmlns:m="http://schemas.openxmlformats.org/officeDocument/2006/math">
                      <m:r>
                        <m:rPr>
                          <m:sty m:val="p"/>
                        </m:rPr>
                        <a:rPr lang="en-US" sz="2800">
                          <a:latin typeface="Cambria Math"/>
                        </a:rPr>
                        <m:t>T</m:t>
                      </m:r>
                      <m:r>
                        <a:rPr lang="en-US" sz="2800" b="0" i="0" smtClean="0">
                          <a:latin typeface="Cambria Math"/>
                        </a:rPr>
                        <m:t>=</m:t>
                      </m:r>
                      <m:f>
                        <m:fPr>
                          <m:ctrlPr>
                            <a:rPr lang="en-US" sz="2800" b="0" i="1" smtClean="0">
                              <a:latin typeface="Cambria Math" panose="02040503050406030204" pitchFamily="18" charset="0"/>
                            </a:rPr>
                          </m:ctrlPr>
                        </m:fPr>
                        <m:num>
                          <m:func>
                            <m:funcPr>
                              <m:ctrlPr>
                                <a:rPr lang="en-US" sz="2800" b="0" i="1" smtClean="0">
                                  <a:latin typeface="Cambria Math" panose="02040503050406030204" pitchFamily="18" charset="0"/>
                                </a:rPr>
                              </m:ctrlPr>
                            </m:funcPr>
                            <m:fName>
                              <m:r>
                                <m:rPr>
                                  <m:sty m:val="p"/>
                                </m:rPr>
                                <a:rPr lang="en-US" sz="2800" b="0" i="0" smtClean="0">
                                  <a:latin typeface="Cambria Math"/>
                                </a:rPr>
                                <m:t>sin</m:t>
                              </m:r>
                            </m:fName>
                            <m:e>
                              <m:d>
                                <m:dPr>
                                  <m:ctrlPr>
                                    <a:rPr lang="en-US" sz="2800" b="0" i="1" smtClean="0">
                                      <a:latin typeface="Cambria Math" panose="02040503050406030204" pitchFamily="18" charset="0"/>
                                    </a:rPr>
                                  </m:ctrlPr>
                                </m:dPr>
                                <m:e>
                                  <m:r>
                                    <m:rPr>
                                      <m:sty m:val="p"/>
                                    </m:rPr>
                                    <a:rPr lang="en-US" sz="2800" b="0" i="0" smtClean="0">
                                      <a:latin typeface="Cambria Math"/>
                                      <a:ea typeface="Cambria Math"/>
                                    </a:rPr>
                                    <m:t>θ</m:t>
                                  </m:r>
                                </m:e>
                              </m:d>
                            </m:e>
                          </m:func>
                          <m:r>
                            <a:rPr lang="en-US" sz="2800" b="0" i="0" smtClean="0">
                              <a:latin typeface="Cambria Math"/>
                              <a:ea typeface="Cambria Math"/>
                            </a:rPr>
                            <m:t>+</m:t>
                          </m:r>
                          <m:sSub>
                            <m:sSubPr>
                              <m:ctrlPr>
                                <a:rPr lang="en-US" sz="2800" b="0" i="1" smtClean="0">
                                  <a:latin typeface="Cambria Math" panose="02040503050406030204" pitchFamily="18" charset="0"/>
                                  <a:ea typeface="Cambria Math"/>
                                </a:rPr>
                              </m:ctrlPr>
                            </m:sSubPr>
                            <m:e>
                              <m:r>
                                <m:rPr>
                                  <m:sty m:val="p"/>
                                </m:rPr>
                                <a:rPr lang="en-US" sz="2800" b="0" i="0" smtClean="0">
                                  <a:latin typeface="Cambria Math"/>
                                  <a:ea typeface="Cambria Math"/>
                                </a:rPr>
                                <m:t>μ</m:t>
                              </m:r>
                            </m:e>
                            <m:sub>
                              <m:r>
                                <m:rPr>
                                  <m:sty m:val="p"/>
                                </m:rPr>
                                <a:rPr lang="en-US" sz="2800" b="0" i="0" smtClean="0">
                                  <a:latin typeface="Cambria Math"/>
                                  <a:ea typeface="Cambria Math"/>
                                </a:rPr>
                                <m:t>k</m:t>
                              </m:r>
                            </m:sub>
                          </m:sSub>
                          <m:r>
                            <a:rPr lang="en-US" sz="2800" b="0" i="0" smtClean="0">
                              <a:latin typeface="Cambria Math"/>
                              <a:ea typeface="Cambria Math"/>
                            </a:rPr>
                            <m:t>∗</m:t>
                          </m:r>
                          <m:r>
                            <m:rPr>
                              <m:sty m:val="p"/>
                            </m:rPr>
                            <a:rPr lang="en-US" sz="2800" b="0" i="0" smtClean="0">
                              <a:latin typeface="Cambria Math"/>
                              <a:ea typeface="Cambria Math"/>
                            </a:rPr>
                            <m:t>cos</m:t>
                          </m:r>
                          <m:r>
                            <a:rPr lang="en-US" sz="2800" b="0" i="0" smtClean="0">
                              <a:latin typeface="Cambria Math"/>
                              <a:ea typeface="Cambria Math"/>
                            </a:rPr>
                            <m:t>⁡(</m:t>
                          </m:r>
                          <m:r>
                            <m:rPr>
                              <m:sty m:val="p"/>
                            </m:rPr>
                            <a:rPr lang="en-US" sz="2800" b="0" i="0" smtClean="0">
                              <a:latin typeface="Cambria Math"/>
                              <a:ea typeface="Cambria Math"/>
                            </a:rPr>
                            <m:t>θ</m:t>
                          </m:r>
                          <m:r>
                            <a:rPr lang="en-US" sz="2800" b="0" i="0" smtClean="0">
                              <a:latin typeface="Cambria Math"/>
                              <a:ea typeface="Cambria Math"/>
                            </a:rPr>
                            <m:t>)</m:t>
                          </m:r>
                        </m:num>
                        <m:den>
                          <m:func>
                            <m:funcPr>
                              <m:ctrlPr>
                                <a:rPr lang="en-US" sz="2800" i="1">
                                  <a:latin typeface="Cambria Math" panose="02040503050406030204" pitchFamily="18" charset="0"/>
                                </a:rPr>
                              </m:ctrlPr>
                            </m:funcPr>
                            <m:fName>
                              <m:r>
                                <m:rPr>
                                  <m:sty m:val="p"/>
                                </m:rPr>
                                <a:rPr lang="en-US" sz="2800" b="0" i="0" smtClean="0">
                                  <a:latin typeface="Cambria Math"/>
                                </a:rPr>
                                <m:t>cos</m:t>
                              </m:r>
                            </m:fName>
                            <m:e>
                              <m:d>
                                <m:dPr>
                                  <m:ctrlPr>
                                    <a:rPr lang="en-US" sz="2800" i="1">
                                      <a:latin typeface="Cambria Math" panose="02040503050406030204" pitchFamily="18" charset="0"/>
                                    </a:rPr>
                                  </m:ctrlPr>
                                </m:dPr>
                                <m:e>
                                  <m:r>
                                    <m:rPr>
                                      <m:sty m:val="p"/>
                                    </m:rPr>
                                    <a:rPr lang="en-US" sz="2800" i="0">
                                      <a:latin typeface="Cambria Math"/>
                                      <a:ea typeface="Cambria Math"/>
                                    </a:rPr>
                                    <m:t>θ</m:t>
                                  </m:r>
                                </m:e>
                              </m:d>
                            </m:e>
                          </m:func>
                          <m:r>
                            <a:rPr lang="en-US" sz="2800" i="0">
                              <a:latin typeface="Cambria Math"/>
                              <a:ea typeface="Cambria Math"/>
                            </a:rPr>
                            <m:t>−</m:t>
                          </m:r>
                          <m:sSub>
                            <m:sSubPr>
                              <m:ctrlPr>
                                <a:rPr lang="en-US" sz="2800" i="1">
                                  <a:latin typeface="Cambria Math" panose="02040503050406030204" pitchFamily="18" charset="0"/>
                                  <a:ea typeface="Cambria Math"/>
                                </a:rPr>
                              </m:ctrlPr>
                            </m:sSubPr>
                            <m:e>
                              <m:r>
                                <m:rPr>
                                  <m:sty m:val="p"/>
                                </m:rPr>
                                <a:rPr lang="en-US" sz="2800" i="0">
                                  <a:latin typeface="Cambria Math"/>
                                  <a:ea typeface="Cambria Math"/>
                                </a:rPr>
                                <m:t>μ</m:t>
                              </m:r>
                            </m:e>
                            <m:sub>
                              <m:r>
                                <m:rPr>
                                  <m:sty m:val="p"/>
                                </m:rPr>
                                <a:rPr lang="en-US" sz="2800" i="0">
                                  <a:latin typeface="Cambria Math"/>
                                  <a:ea typeface="Cambria Math"/>
                                </a:rPr>
                                <m:t>k</m:t>
                              </m:r>
                            </m:sub>
                          </m:sSub>
                          <m:r>
                            <a:rPr lang="en-US" sz="2800" i="0">
                              <a:latin typeface="Cambria Math"/>
                              <a:ea typeface="Cambria Math"/>
                            </a:rPr>
                            <m:t>∗</m:t>
                          </m:r>
                          <m:r>
                            <m:rPr>
                              <m:sty m:val="p"/>
                            </m:rPr>
                            <a:rPr lang="en-US" sz="2800" b="0" i="0" smtClean="0">
                              <a:latin typeface="Cambria Math"/>
                              <a:ea typeface="Cambria Math"/>
                            </a:rPr>
                            <m:t>sin</m:t>
                          </m:r>
                          <m:r>
                            <a:rPr lang="en-US" sz="2800" i="0">
                              <a:latin typeface="Cambria Math"/>
                              <a:ea typeface="Cambria Math"/>
                            </a:rPr>
                            <m:t>⁡(</m:t>
                          </m:r>
                          <m:r>
                            <m:rPr>
                              <m:sty m:val="p"/>
                            </m:rPr>
                            <a:rPr lang="en-US" sz="2800" i="0">
                              <a:latin typeface="Cambria Math"/>
                              <a:ea typeface="Cambria Math"/>
                            </a:rPr>
                            <m:t>θ</m:t>
                          </m:r>
                          <m:r>
                            <a:rPr lang="en-US" sz="2800" i="0">
                              <a:latin typeface="Cambria Math"/>
                              <a:ea typeface="Cambria Math"/>
                            </a:rPr>
                            <m:t>)</m:t>
                          </m:r>
                        </m:den>
                      </m:f>
                      <m:r>
                        <a:rPr lang="en-US" sz="2800" b="0" i="0" smtClean="0">
                          <a:latin typeface="Cambria Math"/>
                        </a:rPr>
                        <m:t>∗</m:t>
                      </m:r>
                      <m:sSub>
                        <m:sSubPr>
                          <m:ctrlPr>
                            <a:rPr lang="en-US" sz="2800" i="1" smtClean="0">
                              <a:latin typeface="Cambria Math" panose="02040503050406030204" pitchFamily="18" charset="0"/>
                            </a:rPr>
                          </m:ctrlPr>
                        </m:sSubPr>
                        <m:e>
                          <m:r>
                            <m:rPr>
                              <m:sty m:val="p"/>
                            </m:rPr>
                            <a:rPr lang="en-US" sz="2800" i="0">
                              <a:latin typeface="Cambria Math"/>
                            </a:rPr>
                            <m:t>F</m:t>
                          </m:r>
                        </m:e>
                        <m:sub>
                          <m:r>
                            <m:rPr>
                              <m:sty m:val="p"/>
                            </m:rPr>
                            <a:rPr lang="en-US" sz="2800" b="0" i="0" smtClean="0">
                              <a:latin typeface="Cambria Math"/>
                            </a:rPr>
                            <m:t>load</m:t>
                          </m:r>
                        </m:sub>
                      </m:sSub>
                      <m:r>
                        <a:rPr lang="en-US" sz="2800" b="0" i="0" smtClean="0">
                          <a:latin typeface="Cambria Math"/>
                        </a:rPr>
                        <m:t>∗</m:t>
                      </m:r>
                      <m:sSub>
                        <m:sSubPr>
                          <m:ctrlPr>
                            <a:rPr lang="en-US" sz="2800" b="0" i="1" smtClean="0">
                              <a:latin typeface="Cambria Math" panose="02040503050406030204" pitchFamily="18" charset="0"/>
                            </a:rPr>
                          </m:ctrlPr>
                        </m:sSubPr>
                        <m:e>
                          <m:r>
                            <m:rPr>
                              <m:sty m:val="p"/>
                            </m:rPr>
                            <a:rPr lang="en-US" sz="2800" b="0" i="0" smtClean="0">
                              <a:latin typeface="Cambria Math"/>
                            </a:rPr>
                            <m:t>r</m:t>
                          </m:r>
                        </m:e>
                        <m:sub>
                          <m:r>
                            <m:rPr>
                              <m:sty m:val="p"/>
                            </m:rPr>
                            <a:rPr lang="en-US" sz="2800" b="0" i="0" smtClean="0">
                              <a:latin typeface="Cambria Math"/>
                            </a:rPr>
                            <m:t>shaft</m:t>
                          </m:r>
                        </m:sub>
                      </m:sSub>
                    </m:oMath>
                  </m:oMathPara>
                </a14:m>
                <a:endParaRPr lang="en-US" sz="2800" dirty="0"/>
              </a:p>
            </p:txBody>
          </p:sp>
        </mc:Choice>
        <mc:Fallback xmlns="">
          <p:sp>
            <p:nvSpPr>
              <p:cNvPr id="5" name="TextBox 4"/>
              <p:cNvSpPr txBox="1">
                <a:spLocks noRot="1" noChangeAspect="1" noMove="1" noResize="1" noEditPoints="1" noAdjustHandles="1" noChangeArrowheads="1" noChangeShapeType="1" noTextEdit="1"/>
              </p:cNvSpPr>
              <p:nvPr/>
            </p:nvSpPr>
            <p:spPr>
              <a:xfrm>
                <a:off x="1371600" y="4267200"/>
                <a:ext cx="6234912" cy="1004955"/>
              </a:xfrm>
              <a:prstGeom prst="rect">
                <a:avLst/>
              </a:prstGeom>
              <a:blipFill rotWithShape="1">
                <a:blip r:embed="rId2"/>
                <a:stretch>
                  <a:fillRect/>
                </a:stretch>
              </a:blipFill>
            </p:spPr>
            <p:txBody>
              <a:bodyPr/>
              <a:lstStyle/>
              <a:p>
                <a:r>
                  <a:rPr lang="en-US">
                    <a:noFill/>
                  </a:rPr>
                  <a:t> </a:t>
                </a:r>
              </a:p>
            </p:txBody>
          </p:sp>
        </mc:Fallback>
      </mc:AlternateContent>
    </p:spTree>
    <p:extLst>
      <p:ext uri="{BB962C8B-B14F-4D97-AF65-F5344CB8AC3E}">
        <p14:creationId xmlns:p14="http://schemas.microsoft.com/office/powerpoint/2010/main" val="511822018"/>
      </p:ext>
    </p:extLst>
  </p:cSld>
  <p:clrMapOvr>
    <a:masterClrMapping/>
  </p:clrMapOvr>
  <p:timing>
    <p:tnLst>
      <p:par>
        <p:cTn id="1" dur="indefinite" restart="never" nodeType="tmRoot">
          <p:childTnLst>
            <p:seq concurrent="1" nextAc="seek">
              <p:cTn id="2" dur="indefinite" nodeType="mainSeq">
                <p:childTnLst>
                  <p:par>
                    <p:cTn id="3" fill="hold">
                      <p:stCondLst>
                        <p:cond delay="indefinite"/>
                      </p:stCondLst>
                      <p:childTnLst>
                        <p:par>
                          <p:cTn id="4" fill="hold">
                            <p:stCondLst>
                              <p:cond delay="0"/>
                            </p:stCondLst>
                            <p:childTnLst>
                              <p:par>
                                <p:cTn id="5" presetID="1" presetClass="entr" presetSubtype="0" fill="hold" grpId="0" nodeType="clickEffect">
                                  <p:stCondLst>
                                    <p:cond delay="0"/>
                                  </p:stCondLst>
                                  <p:childTnLst>
                                    <p:set>
                                      <p:cBhvr>
                                        <p:cTn id="6" dur="1" fill="hold">
                                          <p:stCondLst>
                                            <p:cond delay="0"/>
                                          </p:stCondLst>
                                        </p:cTn>
                                        <p:tgtEl>
                                          <p:spTgt spid="3">
                                            <p:txEl>
                                              <p:pRg st="0" end="0"/>
                                            </p:txEl>
                                          </p:spTgt>
                                        </p:tgtEl>
                                        <p:attrNameLst>
                                          <p:attrName>style.visibility</p:attrName>
                                        </p:attrNameLst>
                                      </p:cBhvr>
                                      <p:to>
                                        <p:strVal val="visible"/>
                                      </p:to>
                                    </p:set>
                                  </p:childTnLst>
                                </p:cTn>
                              </p:par>
                            </p:childTnLst>
                          </p:cTn>
                        </p:par>
                      </p:childTnLst>
                    </p:cTn>
                  </p:par>
                  <p:par>
                    <p:cTn id="7" fill="hold">
                      <p:stCondLst>
                        <p:cond delay="indefinite"/>
                      </p:stCondLst>
                      <p:childTnLst>
                        <p:par>
                          <p:cTn id="8" fill="hold">
                            <p:stCondLst>
                              <p:cond delay="0"/>
                            </p:stCondLst>
                            <p:childTnLst>
                              <p:par>
                                <p:cTn id="9" presetID="10" presetClass="entr" presetSubtype="0" fill="hold" grpId="0" nodeType="clickEffect">
                                  <p:stCondLst>
                                    <p:cond delay="0"/>
                                  </p:stCondLst>
                                  <p:childTnLst>
                                    <p:set>
                                      <p:cBhvr>
                                        <p:cTn id="10" dur="1" fill="hold">
                                          <p:stCondLst>
                                            <p:cond delay="0"/>
                                          </p:stCondLst>
                                        </p:cTn>
                                        <p:tgtEl>
                                          <p:spTgt spid="5"/>
                                        </p:tgtEl>
                                        <p:attrNameLst>
                                          <p:attrName>style.visibility</p:attrName>
                                        </p:attrNameLst>
                                      </p:cBhvr>
                                      <p:to>
                                        <p:strVal val="visible"/>
                                      </p:to>
                                    </p:set>
                                    <p:animEffect transition="in" filter="fade">
                                      <p:cBhvr>
                                        <p:cTn id="11" dur="500"/>
                                        <p:tgtEl>
                                          <p:spTgt spid="5"/>
                                        </p:tgtEl>
                                      </p:cBhvr>
                                    </p:animEffect>
                                  </p:childTnLst>
                                </p:cTn>
                              </p:par>
                            </p:childTnLst>
                          </p:cTn>
                        </p:par>
                      </p:childTnLst>
                    </p:cTn>
                  </p:par>
                </p:childTnLst>
              </p:cTn>
              <p:prevCondLst>
                <p:cond evt="onPrev" delay="0">
                  <p:tgtEl>
                    <p:sldTgt/>
                  </p:tgtEl>
                </p:cond>
              </p:prevCondLst>
              <p:nextCondLst>
                <p:cond evt="onNext" delay="0">
                  <p:tgtEl>
                    <p:sldTgt/>
                  </p:tgtEl>
                </p:cond>
              </p:nextCondLst>
            </p:seq>
          </p:childTnLst>
        </p:cTn>
      </p:par>
    </p:tnLst>
    <p:bldLst>
      <p:bldP spid="3" grpId="0" build="p"/>
      <p:bldP spid="5" grpId="0"/>
    </p:bldLst>
  </p:timing>
</p:sld>
</file>

<file path=ppt/slides/slide9.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le 1"/>
          <p:cNvSpPr>
            <a:spLocks noGrp="1"/>
          </p:cNvSpPr>
          <p:nvPr>
            <p:ph type="title"/>
          </p:nvPr>
        </p:nvSpPr>
        <p:spPr/>
        <p:txBody>
          <a:bodyPr/>
          <a:lstStyle/>
          <a:p>
            <a:r>
              <a:rPr lang="en-US" dirty="0"/>
              <a:t>Self Locking Screws</a:t>
            </a:r>
          </a:p>
        </p:txBody>
      </p:sp>
      <p:sp>
        <p:nvSpPr>
          <p:cNvPr id="3" name="Content Placeholder 2"/>
          <p:cNvSpPr>
            <a:spLocks noGrp="1"/>
          </p:cNvSpPr>
          <p:nvPr>
            <p:ph idx="1"/>
          </p:nvPr>
        </p:nvSpPr>
        <p:spPr>
          <a:xfrm>
            <a:off x="457200" y="1600200"/>
            <a:ext cx="4114800" cy="4525963"/>
          </a:xfrm>
        </p:spPr>
        <p:txBody>
          <a:bodyPr>
            <a:normAutofit fontScale="92500" lnSpcReduction="10000"/>
          </a:bodyPr>
          <a:lstStyle/>
          <a:p>
            <a:r>
              <a:rPr lang="en-US" dirty="0"/>
              <a:t>After applying torque to a power screw to lift a body, we may remove that toque.</a:t>
            </a:r>
          </a:p>
          <a:p>
            <a:r>
              <a:rPr lang="en-US" dirty="0"/>
              <a:t>In the absence of this torque force, the frictional forces will be the only thing keeping the nut from sliding down the treads.</a:t>
            </a:r>
          </a:p>
        </p:txBody>
      </p:sp>
      <p:sp>
        <p:nvSpPr>
          <p:cNvPr id="4" name="Slide Number Placeholder 3"/>
          <p:cNvSpPr>
            <a:spLocks noGrp="1"/>
          </p:cNvSpPr>
          <p:nvPr>
            <p:ph type="sldNum" sz="quarter" idx="12"/>
          </p:nvPr>
        </p:nvSpPr>
        <p:spPr/>
        <p:txBody>
          <a:bodyPr/>
          <a:lstStyle/>
          <a:p>
            <a:fld id="{929262FE-7F58-4A1E-8AF3-5A510A86DEBD}" type="slidenum">
              <a:rPr lang="en-US" smtClean="0"/>
              <a:t>9</a:t>
            </a:fld>
            <a:endParaRPr lang="en-US"/>
          </a:p>
        </p:txBody>
      </p:sp>
      <p:sp>
        <p:nvSpPr>
          <p:cNvPr id="6" name="Isosceles Triangle 5"/>
          <p:cNvSpPr/>
          <p:nvPr/>
        </p:nvSpPr>
        <p:spPr>
          <a:xfrm rot="10800000" flipH="1">
            <a:off x="6781801" y="3570378"/>
            <a:ext cx="1981200" cy="327489"/>
          </a:xfrm>
          <a:prstGeom prst="triangle">
            <a:avLst>
              <a:gd name="adj" fmla="val 0"/>
            </a:avLst>
          </a:prstGeom>
        </p:spPr>
        <p:style>
          <a:lnRef idx="1">
            <a:schemeClr val="dk1"/>
          </a:lnRef>
          <a:fillRef idx="2">
            <a:schemeClr val="dk1"/>
          </a:fillRef>
          <a:effectRef idx="1">
            <a:schemeClr val="dk1"/>
          </a:effectRef>
          <a:fontRef idx="minor">
            <a:schemeClr val="dk1"/>
          </a:fontRef>
        </p:style>
        <p:txBody>
          <a:bodyPr rtlCol="0" anchor="ctr"/>
          <a:lstStyle/>
          <a:p>
            <a:pPr algn="ctr"/>
            <a:endParaRPr lang="en-US"/>
          </a:p>
        </p:txBody>
      </p:sp>
      <p:sp>
        <p:nvSpPr>
          <p:cNvPr id="7" name="Rectangle 6"/>
          <p:cNvSpPr/>
          <p:nvPr/>
        </p:nvSpPr>
        <p:spPr>
          <a:xfrm rot="21026450">
            <a:off x="5158992" y="3840778"/>
            <a:ext cx="3855217" cy="50057"/>
          </a:xfrm>
          <a:prstGeom prst="rect">
            <a:avLst/>
          </a:prstGeom>
        </p:spPr>
        <p:style>
          <a:lnRef idx="1">
            <a:schemeClr val="dk1"/>
          </a:lnRef>
          <a:fillRef idx="2">
            <a:schemeClr val="dk1"/>
          </a:fillRef>
          <a:effectRef idx="1">
            <a:schemeClr val="dk1"/>
          </a:effectRef>
          <a:fontRef idx="minor">
            <a:schemeClr val="dk1"/>
          </a:fontRef>
        </p:style>
        <p:txBody>
          <a:bodyPr rtlCol="0" anchor="ctr"/>
          <a:lstStyle/>
          <a:p>
            <a:pPr algn="ctr"/>
            <a:endParaRPr lang="en-US"/>
          </a:p>
        </p:txBody>
      </p:sp>
      <p:cxnSp>
        <p:nvCxnSpPr>
          <p:cNvPr id="8" name="Straight Arrow Connector 7"/>
          <p:cNvCxnSpPr>
            <a:endCxn id="6" idx="1"/>
          </p:cNvCxnSpPr>
          <p:nvPr/>
        </p:nvCxnSpPr>
        <p:spPr>
          <a:xfrm>
            <a:off x="6248401" y="3734122"/>
            <a:ext cx="533400" cy="0"/>
          </a:xfrm>
          <a:prstGeom prst="straightConnector1">
            <a:avLst/>
          </a:prstGeom>
          <a:ln>
            <a:solidFill>
              <a:srgbClr val="FF0000"/>
            </a:solidFill>
            <a:prstDash val="solid"/>
            <a:tailEnd type="arrow"/>
          </a:ln>
        </p:spPr>
        <p:style>
          <a:lnRef idx="2">
            <a:schemeClr val="accent2"/>
          </a:lnRef>
          <a:fillRef idx="0">
            <a:schemeClr val="accent2"/>
          </a:fillRef>
          <a:effectRef idx="1">
            <a:schemeClr val="accent2"/>
          </a:effectRef>
          <a:fontRef idx="minor">
            <a:schemeClr val="tx1"/>
          </a:fontRef>
        </p:style>
      </p:cxnSp>
      <mc:AlternateContent xmlns:mc="http://schemas.openxmlformats.org/markup-compatibility/2006" xmlns:a14="http://schemas.microsoft.com/office/drawing/2010/main">
        <mc:Choice Requires="a14">
          <p:sp>
            <p:nvSpPr>
              <p:cNvPr id="9" name="Rectangle 8"/>
              <p:cNvSpPr/>
              <p:nvPr/>
            </p:nvSpPr>
            <p:spPr>
              <a:xfrm>
                <a:off x="5562601" y="3537113"/>
                <a:ext cx="780406" cy="394019"/>
              </a:xfrm>
              <a:prstGeom prst="rect">
                <a:avLst/>
              </a:prstGeom>
            </p:spPr>
            <p:txBody>
              <a:bodyPr wrap="none">
                <a:spAutoFit/>
              </a:bodyPr>
              <a:lstStyle/>
              <a:p>
                <a:pPr/>
                <a14:m>
                  <m:oMathPara xmlns:m="http://schemas.openxmlformats.org/officeDocument/2006/math">
                    <m:oMathParaPr>
                      <m:jc m:val="centerGroup"/>
                    </m:oMathParaPr>
                    <m:oMath xmlns:m="http://schemas.openxmlformats.org/officeDocument/2006/math">
                      <m:sSub>
                        <m:sSubPr>
                          <m:ctrlPr>
                            <a:rPr lang="en-US" i="1" smtClean="0">
                              <a:solidFill>
                                <a:srgbClr val="FF0000"/>
                              </a:solidFill>
                              <a:latin typeface="Cambria Math" panose="02040503050406030204" pitchFamily="18" charset="0"/>
                            </a:rPr>
                          </m:ctrlPr>
                        </m:sSubPr>
                        <m:e>
                          <m:r>
                            <m:rPr>
                              <m:sty m:val="p"/>
                            </m:rPr>
                            <a:rPr lang="en-US">
                              <a:solidFill>
                                <a:srgbClr val="FF0000"/>
                              </a:solidFill>
                              <a:latin typeface="Cambria Math"/>
                            </a:rPr>
                            <m:t>F</m:t>
                          </m:r>
                        </m:e>
                        <m:sub>
                          <m:r>
                            <m:rPr>
                              <m:sty m:val="p"/>
                            </m:rPr>
                            <a:rPr lang="en-US" b="0" i="0" smtClean="0">
                              <a:solidFill>
                                <a:srgbClr val="FF0000"/>
                              </a:solidFill>
                              <a:latin typeface="Cambria Math"/>
                            </a:rPr>
                            <m:t>push</m:t>
                          </m:r>
                        </m:sub>
                      </m:sSub>
                    </m:oMath>
                  </m:oMathPara>
                </a14:m>
                <a:endParaRPr lang="en-US" dirty="0"/>
              </a:p>
            </p:txBody>
          </p:sp>
        </mc:Choice>
        <mc:Fallback xmlns="">
          <p:sp>
            <p:nvSpPr>
              <p:cNvPr id="9" name="Rectangle 8"/>
              <p:cNvSpPr>
                <a:spLocks noRot="1" noChangeAspect="1" noMove="1" noResize="1" noEditPoints="1" noAdjustHandles="1" noChangeArrowheads="1" noChangeShapeType="1" noTextEdit="1"/>
              </p:cNvSpPr>
              <p:nvPr/>
            </p:nvSpPr>
            <p:spPr>
              <a:xfrm>
                <a:off x="5562601" y="3537113"/>
                <a:ext cx="780406" cy="394019"/>
              </a:xfrm>
              <a:prstGeom prst="rect">
                <a:avLst/>
              </a:prstGeom>
              <a:blipFill rotWithShape="1">
                <a:blip r:embed="rId2"/>
                <a:stretch>
                  <a:fillRect b="-9231"/>
                </a:stretch>
              </a:blipFill>
            </p:spPr>
            <p:txBody>
              <a:bodyPr/>
              <a:lstStyle/>
              <a:p>
                <a:r>
                  <a:rPr lang="en-US">
                    <a:noFill/>
                  </a:rPr>
                  <a:t> </a:t>
                </a:r>
              </a:p>
            </p:txBody>
          </p:sp>
        </mc:Fallback>
      </mc:AlternateContent>
      <p:cxnSp>
        <p:nvCxnSpPr>
          <p:cNvPr id="10" name="Straight Arrow Connector 9"/>
          <p:cNvCxnSpPr/>
          <p:nvPr/>
        </p:nvCxnSpPr>
        <p:spPr>
          <a:xfrm>
            <a:off x="7543801" y="2591124"/>
            <a:ext cx="0" cy="979254"/>
          </a:xfrm>
          <a:prstGeom prst="straightConnector1">
            <a:avLst/>
          </a:prstGeom>
          <a:ln>
            <a:solidFill>
              <a:srgbClr val="FF0000"/>
            </a:solidFill>
            <a:prstDash val="solid"/>
            <a:tailEnd type="arrow"/>
          </a:ln>
        </p:spPr>
        <p:style>
          <a:lnRef idx="2">
            <a:schemeClr val="accent2"/>
          </a:lnRef>
          <a:fillRef idx="0">
            <a:schemeClr val="accent2"/>
          </a:fillRef>
          <a:effectRef idx="1">
            <a:schemeClr val="accent2"/>
          </a:effectRef>
          <a:fontRef idx="minor">
            <a:schemeClr val="tx1"/>
          </a:fontRef>
        </p:style>
      </p:cxnSp>
      <mc:AlternateContent xmlns:mc="http://schemas.openxmlformats.org/markup-compatibility/2006" xmlns:a14="http://schemas.microsoft.com/office/drawing/2010/main">
        <mc:Choice Requires="a14">
          <p:sp>
            <p:nvSpPr>
              <p:cNvPr id="11" name="Rectangle 10"/>
              <p:cNvSpPr/>
              <p:nvPr/>
            </p:nvSpPr>
            <p:spPr>
              <a:xfrm>
                <a:off x="7609115" y="4257098"/>
                <a:ext cx="497187" cy="369332"/>
              </a:xfrm>
              <a:prstGeom prst="rect">
                <a:avLst/>
              </a:prstGeom>
            </p:spPr>
            <p:txBody>
              <a:bodyPr wrap="none">
                <a:spAutoFit/>
              </a:bodyPr>
              <a:lstStyle/>
              <a:p>
                <a:pPr/>
                <a14:m>
                  <m:oMathPara xmlns:m="http://schemas.openxmlformats.org/officeDocument/2006/math">
                    <m:oMathParaPr>
                      <m:jc m:val="centerGroup"/>
                    </m:oMathParaPr>
                    <m:oMath xmlns:m="http://schemas.openxmlformats.org/officeDocument/2006/math">
                      <m:sSub>
                        <m:sSubPr>
                          <m:ctrlPr>
                            <a:rPr lang="en-US" i="1" smtClean="0">
                              <a:solidFill>
                                <a:srgbClr val="FF0000"/>
                              </a:solidFill>
                              <a:latin typeface="Cambria Math" panose="02040503050406030204" pitchFamily="18" charset="0"/>
                            </a:rPr>
                          </m:ctrlPr>
                        </m:sSubPr>
                        <m:e>
                          <m:r>
                            <m:rPr>
                              <m:sty m:val="p"/>
                            </m:rPr>
                            <a:rPr lang="en-US">
                              <a:solidFill>
                                <a:srgbClr val="FF0000"/>
                              </a:solidFill>
                              <a:latin typeface="Cambria Math"/>
                            </a:rPr>
                            <m:t>F</m:t>
                          </m:r>
                        </m:e>
                        <m:sub>
                          <m:r>
                            <m:rPr>
                              <m:sty m:val="p"/>
                            </m:rPr>
                            <a:rPr lang="en-US" b="0" i="0" smtClean="0">
                              <a:solidFill>
                                <a:srgbClr val="FF0000"/>
                              </a:solidFill>
                              <a:latin typeface="Cambria Math"/>
                            </a:rPr>
                            <m:t>N</m:t>
                          </m:r>
                        </m:sub>
                      </m:sSub>
                    </m:oMath>
                  </m:oMathPara>
                </a14:m>
                <a:endParaRPr lang="en-US" dirty="0"/>
              </a:p>
            </p:txBody>
          </p:sp>
        </mc:Choice>
        <mc:Fallback xmlns="">
          <p:sp>
            <p:nvSpPr>
              <p:cNvPr id="11" name="Rectangle 10"/>
              <p:cNvSpPr>
                <a:spLocks noRot="1" noChangeAspect="1" noMove="1" noResize="1" noEditPoints="1" noAdjustHandles="1" noChangeArrowheads="1" noChangeShapeType="1" noTextEdit="1"/>
              </p:cNvSpPr>
              <p:nvPr/>
            </p:nvSpPr>
            <p:spPr>
              <a:xfrm>
                <a:off x="7609115" y="4257098"/>
                <a:ext cx="497187" cy="369332"/>
              </a:xfrm>
              <a:prstGeom prst="rect">
                <a:avLst/>
              </a:prstGeom>
              <a:blipFill rotWithShape="1">
                <a:blip r:embed="rId3"/>
                <a:stretch>
                  <a:fillRect/>
                </a:stretch>
              </a:blipFill>
            </p:spPr>
            <p:txBody>
              <a:bodyPr/>
              <a:lstStyle/>
              <a:p>
                <a:r>
                  <a:rPr lang="en-US">
                    <a:noFill/>
                  </a:rPr>
                  <a:t> </a:t>
                </a:r>
              </a:p>
            </p:txBody>
          </p:sp>
        </mc:Fallback>
      </mc:AlternateContent>
      <mc:AlternateContent xmlns:mc="http://schemas.openxmlformats.org/markup-compatibility/2006" xmlns:a14="http://schemas.microsoft.com/office/drawing/2010/main">
        <mc:Choice Requires="a14">
          <p:sp>
            <p:nvSpPr>
              <p:cNvPr id="12" name="Rectangle 11"/>
              <p:cNvSpPr/>
              <p:nvPr/>
            </p:nvSpPr>
            <p:spPr>
              <a:xfrm>
                <a:off x="7195457" y="2232352"/>
                <a:ext cx="723211" cy="369332"/>
              </a:xfrm>
              <a:prstGeom prst="rect">
                <a:avLst/>
              </a:prstGeom>
            </p:spPr>
            <p:txBody>
              <a:bodyPr wrap="none">
                <a:spAutoFit/>
              </a:bodyPr>
              <a:lstStyle/>
              <a:p>
                <a:pPr/>
                <a14:m>
                  <m:oMathPara xmlns:m="http://schemas.openxmlformats.org/officeDocument/2006/math">
                    <m:oMathParaPr>
                      <m:jc m:val="centerGroup"/>
                    </m:oMathParaPr>
                    <m:oMath xmlns:m="http://schemas.openxmlformats.org/officeDocument/2006/math">
                      <m:sSub>
                        <m:sSubPr>
                          <m:ctrlPr>
                            <a:rPr lang="en-US" i="1" smtClean="0">
                              <a:solidFill>
                                <a:srgbClr val="FF0000"/>
                              </a:solidFill>
                              <a:latin typeface="Cambria Math" panose="02040503050406030204" pitchFamily="18" charset="0"/>
                            </a:rPr>
                          </m:ctrlPr>
                        </m:sSubPr>
                        <m:e>
                          <m:r>
                            <m:rPr>
                              <m:sty m:val="p"/>
                            </m:rPr>
                            <a:rPr lang="en-US">
                              <a:solidFill>
                                <a:srgbClr val="FF0000"/>
                              </a:solidFill>
                              <a:latin typeface="Cambria Math"/>
                            </a:rPr>
                            <m:t>F</m:t>
                          </m:r>
                        </m:e>
                        <m:sub>
                          <m:r>
                            <m:rPr>
                              <m:sty m:val="p"/>
                            </m:rPr>
                            <a:rPr lang="en-US" b="0" i="0" smtClean="0">
                              <a:solidFill>
                                <a:srgbClr val="FF0000"/>
                              </a:solidFill>
                              <a:latin typeface="Cambria Math"/>
                            </a:rPr>
                            <m:t>load</m:t>
                          </m:r>
                        </m:sub>
                      </m:sSub>
                    </m:oMath>
                  </m:oMathPara>
                </a14:m>
                <a:endParaRPr lang="en-US" dirty="0"/>
              </a:p>
            </p:txBody>
          </p:sp>
        </mc:Choice>
        <mc:Fallback xmlns="">
          <p:sp>
            <p:nvSpPr>
              <p:cNvPr id="12" name="Rectangle 11"/>
              <p:cNvSpPr>
                <a:spLocks noRot="1" noChangeAspect="1" noMove="1" noResize="1" noEditPoints="1" noAdjustHandles="1" noChangeArrowheads="1" noChangeShapeType="1" noTextEdit="1"/>
              </p:cNvSpPr>
              <p:nvPr/>
            </p:nvSpPr>
            <p:spPr>
              <a:xfrm>
                <a:off x="7195457" y="2232352"/>
                <a:ext cx="723211" cy="369332"/>
              </a:xfrm>
              <a:prstGeom prst="rect">
                <a:avLst/>
              </a:prstGeom>
              <a:blipFill rotWithShape="1">
                <a:blip r:embed="rId4"/>
                <a:stretch>
                  <a:fillRect/>
                </a:stretch>
              </a:blipFill>
            </p:spPr>
            <p:txBody>
              <a:bodyPr/>
              <a:lstStyle/>
              <a:p>
                <a:r>
                  <a:rPr lang="en-US">
                    <a:noFill/>
                  </a:rPr>
                  <a:t> </a:t>
                </a:r>
              </a:p>
            </p:txBody>
          </p:sp>
        </mc:Fallback>
      </mc:AlternateContent>
      <mc:AlternateContent xmlns:mc="http://schemas.openxmlformats.org/markup-compatibility/2006" xmlns:a14="http://schemas.microsoft.com/office/drawing/2010/main">
        <mc:Choice Requires="a14">
          <p:sp>
            <p:nvSpPr>
              <p:cNvPr id="13" name="Rectangle 12"/>
              <p:cNvSpPr/>
              <p:nvPr/>
            </p:nvSpPr>
            <p:spPr>
              <a:xfrm>
                <a:off x="7872309" y="3680936"/>
                <a:ext cx="429861" cy="369332"/>
              </a:xfrm>
              <a:prstGeom prst="rect">
                <a:avLst/>
              </a:prstGeom>
            </p:spPr>
            <p:txBody>
              <a:bodyPr wrap="none">
                <a:spAutoFit/>
              </a:bodyPr>
              <a:lstStyle/>
              <a:p>
                <a:pPr/>
                <a14:m>
                  <m:oMathPara xmlns:m="http://schemas.openxmlformats.org/officeDocument/2006/math">
                    <m:oMathParaPr>
                      <m:jc m:val="centerGroup"/>
                    </m:oMathParaPr>
                    <m:oMath xmlns:m="http://schemas.openxmlformats.org/officeDocument/2006/math">
                      <m:sSub>
                        <m:sSubPr>
                          <m:ctrlPr>
                            <a:rPr lang="en-US" i="1" smtClean="0">
                              <a:solidFill>
                                <a:srgbClr val="FF0000"/>
                              </a:solidFill>
                              <a:latin typeface="Cambria Math" panose="02040503050406030204" pitchFamily="18" charset="0"/>
                            </a:rPr>
                          </m:ctrlPr>
                        </m:sSubPr>
                        <m:e>
                          <m:r>
                            <m:rPr>
                              <m:sty m:val="p"/>
                            </m:rPr>
                            <a:rPr lang="en-US">
                              <a:solidFill>
                                <a:srgbClr val="FF0000"/>
                              </a:solidFill>
                              <a:latin typeface="Cambria Math"/>
                            </a:rPr>
                            <m:t>F</m:t>
                          </m:r>
                        </m:e>
                        <m:sub>
                          <m:r>
                            <m:rPr>
                              <m:sty m:val="p"/>
                            </m:rPr>
                            <a:rPr lang="en-US" b="0" i="0" smtClean="0">
                              <a:solidFill>
                                <a:srgbClr val="FF0000"/>
                              </a:solidFill>
                              <a:latin typeface="Cambria Math"/>
                            </a:rPr>
                            <m:t>f</m:t>
                          </m:r>
                        </m:sub>
                      </m:sSub>
                    </m:oMath>
                  </m:oMathPara>
                </a14:m>
                <a:endParaRPr lang="en-US" dirty="0"/>
              </a:p>
            </p:txBody>
          </p:sp>
        </mc:Choice>
        <mc:Fallback xmlns="">
          <p:sp>
            <p:nvSpPr>
              <p:cNvPr id="13" name="Rectangle 12"/>
              <p:cNvSpPr>
                <a:spLocks noRot="1" noChangeAspect="1" noMove="1" noResize="1" noEditPoints="1" noAdjustHandles="1" noChangeArrowheads="1" noChangeShapeType="1" noTextEdit="1"/>
              </p:cNvSpPr>
              <p:nvPr/>
            </p:nvSpPr>
            <p:spPr>
              <a:xfrm>
                <a:off x="7872309" y="3680936"/>
                <a:ext cx="429861" cy="369332"/>
              </a:xfrm>
              <a:prstGeom prst="rect">
                <a:avLst/>
              </a:prstGeom>
              <a:blipFill rotWithShape="1">
                <a:blip r:embed="rId5"/>
                <a:stretch>
                  <a:fillRect b="-1667"/>
                </a:stretch>
              </a:blipFill>
            </p:spPr>
            <p:txBody>
              <a:bodyPr/>
              <a:lstStyle/>
              <a:p>
                <a:r>
                  <a:rPr lang="en-US">
                    <a:noFill/>
                  </a:rPr>
                  <a:t> </a:t>
                </a:r>
              </a:p>
            </p:txBody>
          </p:sp>
        </mc:Fallback>
      </mc:AlternateContent>
      <p:cxnSp>
        <p:nvCxnSpPr>
          <p:cNvPr id="14" name="Straight Arrow Connector 13"/>
          <p:cNvCxnSpPr/>
          <p:nvPr/>
        </p:nvCxnSpPr>
        <p:spPr>
          <a:xfrm flipH="1" flipV="1">
            <a:off x="7543802" y="3740624"/>
            <a:ext cx="228598" cy="1387330"/>
          </a:xfrm>
          <a:prstGeom prst="straightConnector1">
            <a:avLst/>
          </a:prstGeom>
          <a:ln>
            <a:solidFill>
              <a:srgbClr val="FF0000"/>
            </a:solidFill>
            <a:prstDash val="solid"/>
            <a:tailEnd type="arrow"/>
          </a:ln>
        </p:spPr>
        <p:style>
          <a:lnRef idx="2">
            <a:schemeClr val="accent2"/>
          </a:lnRef>
          <a:fillRef idx="0">
            <a:schemeClr val="accent2"/>
          </a:fillRef>
          <a:effectRef idx="1">
            <a:schemeClr val="accent2"/>
          </a:effectRef>
          <a:fontRef idx="minor">
            <a:schemeClr val="tx1"/>
          </a:fontRef>
        </p:style>
      </p:cxnSp>
      <p:cxnSp>
        <p:nvCxnSpPr>
          <p:cNvPr id="15" name="Straight Arrow Connector 14"/>
          <p:cNvCxnSpPr/>
          <p:nvPr/>
        </p:nvCxnSpPr>
        <p:spPr>
          <a:xfrm flipH="1">
            <a:off x="7162801" y="3669268"/>
            <a:ext cx="848239" cy="157917"/>
          </a:xfrm>
          <a:prstGeom prst="straightConnector1">
            <a:avLst/>
          </a:prstGeom>
          <a:ln>
            <a:solidFill>
              <a:srgbClr val="FF0000"/>
            </a:solidFill>
            <a:prstDash val="solid"/>
            <a:tailEnd type="arrow"/>
          </a:ln>
        </p:spPr>
        <p:style>
          <a:lnRef idx="2">
            <a:schemeClr val="accent2"/>
          </a:lnRef>
          <a:fillRef idx="0">
            <a:schemeClr val="accent2"/>
          </a:fillRef>
          <a:effectRef idx="1">
            <a:schemeClr val="accent2"/>
          </a:effectRef>
          <a:fontRef idx="minor">
            <a:schemeClr val="tx1"/>
          </a:fontRef>
        </p:style>
      </p:cxnSp>
      <p:sp>
        <p:nvSpPr>
          <p:cNvPr id="16" name="Rectangle 15"/>
          <p:cNvSpPr/>
          <p:nvPr/>
        </p:nvSpPr>
        <p:spPr>
          <a:xfrm>
            <a:off x="5486401" y="4201887"/>
            <a:ext cx="1148071" cy="369332"/>
          </a:xfrm>
          <a:prstGeom prst="rect">
            <a:avLst/>
          </a:prstGeom>
          <a:noFill/>
        </p:spPr>
        <p:txBody>
          <a:bodyPr wrap="none">
            <a:spAutoFit/>
          </a:bodyPr>
          <a:lstStyle/>
          <a:p>
            <a:r>
              <a:rPr lang="en-US" dirty="0">
                <a:solidFill>
                  <a:srgbClr val="0070C0"/>
                </a:solidFill>
              </a:rPr>
              <a:t>lead angle</a:t>
            </a:r>
          </a:p>
        </p:txBody>
      </p:sp>
      <p:cxnSp>
        <p:nvCxnSpPr>
          <p:cNvPr id="17" name="Straight Connector 16"/>
          <p:cNvCxnSpPr>
            <a:stCxn id="7" idx="1"/>
          </p:cNvCxnSpPr>
          <p:nvPr/>
        </p:nvCxnSpPr>
        <p:spPr>
          <a:xfrm>
            <a:off x="5185758" y="4185917"/>
            <a:ext cx="1372514" cy="12890"/>
          </a:xfrm>
          <a:prstGeom prst="line">
            <a:avLst/>
          </a:prstGeom>
        </p:spPr>
        <p:style>
          <a:lnRef idx="1">
            <a:schemeClr val="accent1"/>
          </a:lnRef>
          <a:fillRef idx="0">
            <a:schemeClr val="accent1"/>
          </a:fillRef>
          <a:effectRef idx="0">
            <a:schemeClr val="accent1"/>
          </a:effectRef>
          <a:fontRef idx="minor">
            <a:schemeClr val="tx1"/>
          </a:fontRef>
        </p:style>
      </p:cxnSp>
      <p:cxnSp>
        <p:nvCxnSpPr>
          <p:cNvPr id="18" name="Straight Connector 17"/>
          <p:cNvCxnSpPr/>
          <p:nvPr/>
        </p:nvCxnSpPr>
        <p:spPr>
          <a:xfrm flipH="1">
            <a:off x="7543801" y="3763380"/>
            <a:ext cx="2375" cy="1225977"/>
          </a:xfrm>
          <a:prstGeom prst="line">
            <a:avLst/>
          </a:prstGeom>
        </p:spPr>
        <p:style>
          <a:lnRef idx="1">
            <a:schemeClr val="accent1"/>
          </a:lnRef>
          <a:fillRef idx="0">
            <a:schemeClr val="accent1"/>
          </a:fillRef>
          <a:effectRef idx="0">
            <a:schemeClr val="accent1"/>
          </a:effectRef>
          <a:fontRef idx="minor">
            <a:schemeClr val="tx1"/>
          </a:fontRef>
        </p:style>
      </p:cxnSp>
      <p:sp>
        <p:nvSpPr>
          <p:cNvPr id="19" name="Arc 18"/>
          <p:cNvSpPr/>
          <p:nvPr/>
        </p:nvSpPr>
        <p:spPr>
          <a:xfrm rot="5400000">
            <a:off x="6629401" y="3059668"/>
            <a:ext cx="1828800" cy="1828800"/>
          </a:xfrm>
          <a:prstGeom prst="arc">
            <a:avLst>
              <a:gd name="adj1" fmla="val 20984732"/>
              <a:gd name="adj2" fmla="val 21567569"/>
            </a:avLst>
          </a:prstGeom>
        </p:spPr>
        <p:style>
          <a:lnRef idx="1">
            <a:schemeClr val="accent1"/>
          </a:lnRef>
          <a:fillRef idx="0">
            <a:schemeClr val="accent1"/>
          </a:fillRef>
          <a:effectRef idx="0">
            <a:schemeClr val="accent1"/>
          </a:effectRef>
          <a:fontRef idx="minor">
            <a:schemeClr val="tx1"/>
          </a:fontRef>
        </p:style>
        <p:txBody>
          <a:bodyPr rtlCol="0" anchor="ctr"/>
          <a:lstStyle/>
          <a:p>
            <a:pPr algn="ctr"/>
            <a:endParaRPr lang="en-US"/>
          </a:p>
        </p:txBody>
      </p:sp>
      <p:sp>
        <p:nvSpPr>
          <p:cNvPr id="20" name="Rectangle 19"/>
          <p:cNvSpPr/>
          <p:nvPr/>
        </p:nvSpPr>
        <p:spPr>
          <a:xfrm>
            <a:off x="7010401" y="5040868"/>
            <a:ext cx="1148071" cy="369332"/>
          </a:xfrm>
          <a:prstGeom prst="rect">
            <a:avLst/>
          </a:prstGeom>
          <a:noFill/>
        </p:spPr>
        <p:txBody>
          <a:bodyPr wrap="none">
            <a:spAutoFit/>
          </a:bodyPr>
          <a:lstStyle/>
          <a:p>
            <a:r>
              <a:rPr lang="en-US" dirty="0">
                <a:solidFill>
                  <a:srgbClr val="0070C0"/>
                </a:solidFill>
              </a:rPr>
              <a:t>lead angle</a:t>
            </a:r>
          </a:p>
        </p:txBody>
      </p:sp>
      <p:cxnSp>
        <p:nvCxnSpPr>
          <p:cNvPr id="21" name="Straight Arrow Connector 20"/>
          <p:cNvCxnSpPr/>
          <p:nvPr/>
        </p:nvCxnSpPr>
        <p:spPr>
          <a:xfrm flipV="1">
            <a:off x="7173684" y="3657600"/>
            <a:ext cx="848239" cy="157917"/>
          </a:xfrm>
          <a:prstGeom prst="straightConnector1">
            <a:avLst/>
          </a:prstGeom>
          <a:ln>
            <a:solidFill>
              <a:srgbClr val="FF0000"/>
            </a:solidFill>
            <a:prstDash val="solid"/>
            <a:tailEnd type="arrow"/>
          </a:ln>
        </p:spPr>
        <p:style>
          <a:lnRef idx="2">
            <a:schemeClr val="accent2"/>
          </a:lnRef>
          <a:fillRef idx="0">
            <a:schemeClr val="accent2"/>
          </a:fillRef>
          <a:effectRef idx="1">
            <a:schemeClr val="accent2"/>
          </a:effectRef>
          <a:fontRef idx="minor">
            <a:schemeClr val="tx1"/>
          </a:fontRef>
        </p:style>
      </p:cxnSp>
    </p:spTree>
    <p:extLst>
      <p:ext uri="{BB962C8B-B14F-4D97-AF65-F5344CB8AC3E}">
        <p14:creationId xmlns:p14="http://schemas.microsoft.com/office/powerpoint/2010/main" val="4201923849"/>
      </p:ext>
    </p:extLst>
  </p:cSld>
  <p:clrMapOvr>
    <a:masterClrMapping/>
  </p:clrMapOvr>
  <p:timing>
    <p:tnLst>
      <p:par>
        <p:cTn id="1" dur="indefinite" restart="never" nodeType="tmRoot">
          <p:childTnLst>
            <p:seq concurrent="1" nextAc="seek">
              <p:cTn id="2" dur="indefinite" nodeType="mainSeq">
                <p:childTnLst>
                  <p:par>
                    <p:cTn id="3" fill="hold">
                      <p:stCondLst>
                        <p:cond delay="indefinite"/>
                      </p:stCondLst>
                      <p:childTnLst>
                        <p:par>
                          <p:cTn id="4" fill="hold">
                            <p:stCondLst>
                              <p:cond delay="0"/>
                            </p:stCondLst>
                            <p:childTnLst>
                              <p:par>
                                <p:cTn id="5" presetID="1" presetClass="entr" presetSubtype="0" fill="hold" grpId="0" nodeType="clickEffect">
                                  <p:stCondLst>
                                    <p:cond delay="0"/>
                                  </p:stCondLst>
                                  <p:childTnLst>
                                    <p:set>
                                      <p:cBhvr>
                                        <p:cTn id="6" dur="1" fill="hold">
                                          <p:stCondLst>
                                            <p:cond delay="0"/>
                                          </p:stCondLst>
                                        </p:cTn>
                                        <p:tgtEl>
                                          <p:spTgt spid="3">
                                            <p:txEl>
                                              <p:pRg st="0" end="0"/>
                                            </p:txEl>
                                          </p:spTgt>
                                        </p:tgtEl>
                                        <p:attrNameLst>
                                          <p:attrName>style.visibility</p:attrName>
                                        </p:attrNameLst>
                                      </p:cBhvr>
                                      <p:to>
                                        <p:strVal val="visible"/>
                                      </p:to>
                                    </p:set>
                                  </p:childTnLst>
                                </p:cTn>
                              </p:par>
                            </p:childTnLst>
                          </p:cTn>
                        </p:par>
                      </p:childTnLst>
                    </p:cTn>
                  </p:par>
                  <p:par>
                    <p:cTn id="7" fill="hold">
                      <p:stCondLst>
                        <p:cond delay="indefinite"/>
                      </p:stCondLst>
                      <p:childTnLst>
                        <p:par>
                          <p:cTn id="8" fill="hold">
                            <p:stCondLst>
                              <p:cond delay="0"/>
                            </p:stCondLst>
                            <p:childTnLst>
                              <p:par>
                                <p:cTn id="9" presetID="10" presetClass="exit" presetSubtype="0" fill="hold" grpId="0" nodeType="clickEffect">
                                  <p:stCondLst>
                                    <p:cond delay="0"/>
                                  </p:stCondLst>
                                  <p:childTnLst>
                                    <p:animEffect transition="out" filter="fade">
                                      <p:cBhvr>
                                        <p:cTn id="10" dur="500"/>
                                        <p:tgtEl>
                                          <p:spTgt spid="9"/>
                                        </p:tgtEl>
                                      </p:cBhvr>
                                    </p:animEffect>
                                    <p:set>
                                      <p:cBhvr>
                                        <p:cTn id="11" dur="1" fill="hold">
                                          <p:stCondLst>
                                            <p:cond delay="499"/>
                                          </p:stCondLst>
                                        </p:cTn>
                                        <p:tgtEl>
                                          <p:spTgt spid="9"/>
                                        </p:tgtEl>
                                        <p:attrNameLst>
                                          <p:attrName>style.visibility</p:attrName>
                                        </p:attrNameLst>
                                      </p:cBhvr>
                                      <p:to>
                                        <p:strVal val="hidden"/>
                                      </p:to>
                                    </p:set>
                                  </p:childTnLst>
                                </p:cTn>
                              </p:par>
                              <p:par>
                                <p:cTn id="12" presetID="10" presetClass="exit" presetSubtype="0" fill="hold" nodeType="withEffect">
                                  <p:stCondLst>
                                    <p:cond delay="0"/>
                                  </p:stCondLst>
                                  <p:childTnLst>
                                    <p:animEffect transition="out" filter="fade">
                                      <p:cBhvr>
                                        <p:cTn id="13" dur="500"/>
                                        <p:tgtEl>
                                          <p:spTgt spid="8"/>
                                        </p:tgtEl>
                                      </p:cBhvr>
                                    </p:animEffect>
                                    <p:set>
                                      <p:cBhvr>
                                        <p:cTn id="14" dur="1" fill="hold">
                                          <p:stCondLst>
                                            <p:cond delay="499"/>
                                          </p:stCondLst>
                                        </p:cTn>
                                        <p:tgtEl>
                                          <p:spTgt spid="8"/>
                                        </p:tgtEl>
                                        <p:attrNameLst>
                                          <p:attrName>style.visibility</p:attrName>
                                        </p:attrNameLst>
                                      </p:cBhvr>
                                      <p:to>
                                        <p:strVal val="hidden"/>
                                      </p:to>
                                    </p:set>
                                  </p:childTnLst>
                                </p:cTn>
                              </p:par>
                            </p:childTnLst>
                          </p:cTn>
                        </p:par>
                      </p:childTnLst>
                    </p:cTn>
                  </p:par>
                  <p:par>
                    <p:cTn id="15" fill="hold">
                      <p:stCondLst>
                        <p:cond delay="indefinite"/>
                      </p:stCondLst>
                      <p:childTnLst>
                        <p:par>
                          <p:cTn id="16" fill="hold">
                            <p:stCondLst>
                              <p:cond delay="0"/>
                            </p:stCondLst>
                            <p:childTnLst>
                              <p:par>
                                <p:cTn id="17" presetID="1" presetClass="entr" presetSubtype="0" fill="hold" grpId="0" nodeType="clickEffect">
                                  <p:stCondLst>
                                    <p:cond delay="0"/>
                                  </p:stCondLst>
                                  <p:childTnLst>
                                    <p:set>
                                      <p:cBhvr>
                                        <p:cTn id="18" dur="1" fill="hold">
                                          <p:stCondLst>
                                            <p:cond delay="0"/>
                                          </p:stCondLst>
                                        </p:cTn>
                                        <p:tgtEl>
                                          <p:spTgt spid="3">
                                            <p:txEl>
                                              <p:pRg st="1" end="1"/>
                                            </p:txEl>
                                          </p:spTgt>
                                        </p:tgtEl>
                                        <p:attrNameLst>
                                          <p:attrName>style.visibility</p:attrName>
                                        </p:attrNameLst>
                                      </p:cBhvr>
                                      <p:to>
                                        <p:strVal val="visible"/>
                                      </p:to>
                                    </p:set>
                                  </p:childTnLst>
                                </p:cTn>
                              </p:par>
                            </p:childTnLst>
                          </p:cTn>
                        </p:par>
                      </p:childTnLst>
                    </p:cTn>
                  </p:par>
                  <p:par>
                    <p:cTn id="19" fill="hold">
                      <p:stCondLst>
                        <p:cond delay="indefinite"/>
                      </p:stCondLst>
                      <p:childTnLst>
                        <p:par>
                          <p:cTn id="20" fill="hold">
                            <p:stCondLst>
                              <p:cond delay="0"/>
                            </p:stCondLst>
                            <p:childTnLst>
                              <p:par>
                                <p:cTn id="21" presetID="10" presetClass="exit" presetSubtype="0" fill="hold" nodeType="clickEffect">
                                  <p:stCondLst>
                                    <p:cond delay="0"/>
                                  </p:stCondLst>
                                  <p:childTnLst>
                                    <p:animEffect transition="out" filter="fade">
                                      <p:cBhvr>
                                        <p:cTn id="22" dur="500"/>
                                        <p:tgtEl>
                                          <p:spTgt spid="15"/>
                                        </p:tgtEl>
                                      </p:cBhvr>
                                    </p:animEffect>
                                    <p:set>
                                      <p:cBhvr>
                                        <p:cTn id="23" dur="1" fill="hold">
                                          <p:stCondLst>
                                            <p:cond delay="499"/>
                                          </p:stCondLst>
                                        </p:cTn>
                                        <p:tgtEl>
                                          <p:spTgt spid="15"/>
                                        </p:tgtEl>
                                        <p:attrNameLst>
                                          <p:attrName>style.visibility</p:attrName>
                                        </p:attrNameLst>
                                      </p:cBhvr>
                                      <p:to>
                                        <p:strVal val="hidden"/>
                                      </p:to>
                                    </p:set>
                                  </p:childTnLst>
                                </p:cTn>
                              </p:par>
                            </p:childTnLst>
                          </p:cTn>
                        </p:par>
                      </p:childTnLst>
                    </p:cTn>
                  </p:par>
                  <p:par>
                    <p:cTn id="24" fill="hold">
                      <p:stCondLst>
                        <p:cond delay="indefinite"/>
                      </p:stCondLst>
                      <p:childTnLst>
                        <p:par>
                          <p:cTn id="25" fill="hold">
                            <p:stCondLst>
                              <p:cond delay="0"/>
                            </p:stCondLst>
                            <p:childTnLst>
                              <p:par>
                                <p:cTn id="26" presetID="10" presetClass="entr" presetSubtype="0" fill="hold" nodeType="clickEffect">
                                  <p:stCondLst>
                                    <p:cond delay="0"/>
                                  </p:stCondLst>
                                  <p:childTnLst>
                                    <p:set>
                                      <p:cBhvr>
                                        <p:cTn id="27" dur="1" fill="hold">
                                          <p:stCondLst>
                                            <p:cond delay="0"/>
                                          </p:stCondLst>
                                        </p:cTn>
                                        <p:tgtEl>
                                          <p:spTgt spid="21"/>
                                        </p:tgtEl>
                                        <p:attrNameLst>
                                          <p:attrName>style.visibility</p:attrName>
                                        </p:attrNameLst>
                                      </p:cBhvr>
                                      <p:to>
                                        <p:strVal val="visible"/>
                                      </p:to>
                                    </p:set>
                                    <p:animEffect transition="in" filter="fade">
                                      <p:cBhvr>
                                        <p:cTn id="28" dur="500"/>
                                        <p:tgtEl>
                                          <p:spTgt spid="21"/>
                                        </p:tgtEl>
                                      </p:cBhvr>
                                    </p:animEffect>
                                  </p:childTnLst>
                                </p:cTn>
                              </p:par>
                            </p:childTnLst>
                          </p:cTn>
                        </p:par>
                      </p:childTnLst>
                    </p:cTn>
                  </p:par>
                </p:childTnLst>
              </p:cTn>
              <p:prevCondLst>
                <p:cond evt="onPrev" delay="0">
                  <p:tgtEl>
                    <p:sldTgt/>
                  </p:tgtEl>
                </p:cond>
              </p:prevCondLst>
              <p:nextCondLst>
                <p:cond evt="onNext" delay="0">
                  <p:tgtEl>
                    <p:sldTgt/>
                  </p:tgtEl>
                </p:cond>
              </p:nextCondLst>
            </p:seq>
          </p:childTnLst>
        </p:cTn>
      </p:par>
    </p:tnLst>
    <p:bldLst>
      <p:bldP spid="3" grpId="0" build="p"/>
      <p:bldP spid="9" grpId="0"/>
    </p:bldLst>
  </p:timing>
</p:sld>
</file>

<file path=ppt/slides/slide10.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le 1"/>
          <p:cNvSpPr>
            <a:spLocks noGrp="1"/>
          </p:cNvSpPr>
          <p:nvPr>
            <p:ph type="title"/>
          </p:nvPr>
        </p:nvSpPr>
        <p:spPr/>
        <p:txBody>
          <a:bodyPr/>
          <a:lstStyle/>
          <a:p>
            <a:r>
              <a:rPr lang="en-US" dirty="0"/>
              <a:t>Self-Locking Screws</a:t>
            </a:r>
          </a:p>
        </p:txBody>
      </p:sp>
      <p:sp>
        <p:nvSpPr>
          <p:cNvPr id="3" name="Content Placeholder 2"/>
          <p:cNvSpPr>
            <a:spLocks noGrp="1"/>
          </p:cNvSpPr>
          <p:nvPr>
            <p:ph idx="1"/>
          </p:nvPr>
        </p:nvSpPr>
        <p:spPr>
          <a:xfrm>
            <a:off x="457200" y="1600201"/>
            <a:ext cx="8229600" cy="1143000"/>
          </a:xfrm>
        </p:spPr>
        <p:txBody>
          <a:bodyPr>
            <a:normAutofit fontScale="85000" lnSpcReduction="20000"/>
          </a:bodyPr>
          <a:lstStyle/>
          <a:p>
            <a:r>
              <a:rPr lang="en-US" dirty="0"/>
              <a:t>If the friction force is not sufficient to prevent this sliding, the nut will turn on its own, lowering the load quickly.</a:t>
            </a:r>
          </a:p>
        </p:txBody>
      </p:sp>
      <p:sp>
        <p:nvSpPr>
          <p:cNvPr id="4" name="Slide Number Placeholder 3"/>
          <p:cNvSpPr>
            <a:spLocks noGrp="1"/>
          </p:cNvSpPr>
          <p:nvPr>
            <p:ph type="sldNum" sz="quarter" idx="12"/>
          </p:nvPr>
        </p:nvSpPr>
        <p:spPr/>
        <p:txBody>
          <a:bodyPr/>
          <a:lstStyle/>
          <a:p>
            <a:fld id="{929262FE-7F58-4A1E-8AF3-5A510A86DEBD}" type="slidenum">
              <a:rPr lang="en-US" smtClean="0"/>
              <a:t>10</a:t>
            </a:fld>
            <a:endParaRPr lang="en-US"/>
          </a:p>
        </p:txBody>
      </p:sp>
      <p:pic>
        <p:nvPicPr>
          <p:cNvPr id="1026" name="Picture 2" descr="Tire, Flat, Fix, Spare, Car, Maintenance, Lift, Change">
            <a:extLst>
              <a:ext uri="{FF2B5EF4-FFF2-40B4-BE49-F238E27FC236}">
                <a16:creationId xmlns:a16="http://schemas.microsoft.com/office/drawing/2014/main" id="{7C26E792-627E-443A-8674-79C4E38DBE91}"/>
              </a:ext>
            </a:extLst>
          </p:cNvPr>
          <p:cNvPicPr>
            <a:picLocks noChangeAspect="1" noChangeArrowheads="1"/>
          </p:cNvPicPr>
          <p:nvPr/>
        </p:nvPicPr>
        <p:blipFill rotWithShape="1">
          <a:blip r:embed="rId2">
            <a:extLst>
              <a:ext uri="{28A0092B-C50C-407E-A947-70E740481C1C}">
                <a14:useLocalDpi xmlns:a14="http://schemas.microsoft.com/office/drawing/2010/main" val="0"/>
              </a:ext>
            </a:extLst>
          </a:blip>
          <a:srcRect l="20001" t="18935" r="15833" b="15000"/>
          <a:stretch/>
        </p:blipFill>
        <p:spPr bwMode="auto">
          <a:xfrm>
            <a:off x="4438651" y="3448050"/>
            <a:ext cx="3962400" cy="2719753"/>
          </a:xfrm>
          <a:prstGeom prst="rect">
            <a:avLst/>
          </a:prstGeom>
          <a:noFill/>
          <a:extLst>
            <a:ext uri="{909E8E84-426E-40DD-AFC4-6F175D3DCCD1}">
              <a14:hiddenFill xmlns:a14="http://schemas.microsoft.com/office/drawing/2010/main">
                <a:solidFill>
                  <a:srgbClr val="FFFFFF"/>
                </a:solidFill>
              </a14:hiddenFill>
            </a:ext>
          </a:extLst>
        </p:spPr>
      </p:pic>
      <p:sp>
        <p:nvSpPr>
          <p:cNvPr id="7" name="TextBox 6">
            <a:extLst>
              <a:ext uri="{FF2B5EF4-FFF2-40B4-BE49-F238E27FC236}">
                <a16:creationId xmlns:a16="http://schemas.microsoft.com/office/drawing/2014/main" id="{39EC7255-81B4-44AA-9B14-FF1637E93B08}"/>
              </a:ext>
            </a:extLst>
          </p:cNvPr>
          <p:cNvSpPr txBox="1"/>
          <p:nvPr/>
        </p:nvSpPr>
        <p:spPr>
          <a:xfrm>
            <a:off x="4673956" y="6292073"/>
            <a:ext cx="3491790" cy="369332"/>
          </a:xfrm>
          <a:prstGeom prst="rect">
            <a:avLst/>
          </a:prstGeom>
          <a:noFill/>
        </p:spPr>
        <p:txBody>
          <a:bodyPr wrap="none" rtlCol="0">
            <a:spAutoFit/>
          </a:bodyPr>
          <a:lstStyle/>
          <a:p>
            <a:r>
              <a:rPr lang="en-US" dirty="0"/>
              <a:t>Public Domain Image by nrjfalcon1 </a:t>
            </a:r>
          </a:p>
        </p:txBody>
      </p:sp>
      <p:pic>
        <p:nvPicPr>
          <p:cNvPr id="9" name="Picture 6">
            <a:extLst>
              <a:ext uri="{FF2B5EF4-FFF2-40B4-BE49-F238E27FC236}">
                <a16:creationId xmlns:a16="http://schemas.microsoft.com/office/drawing/2014/main" id="{7FC1AB41-8E3A-4442-9C96-D2948AE90471}"/>
              </a:ext>
            </a:extLst>
          </p:cNvPr>
          <p:cNvPicPr>
            <a:picLocks noChangeAspect="1" noChangeArrowheads="1"/>
          </p:cNvPicPr>
          <p:nvPr/>
        </p:nvPicPr>
        <p:blipFill rotWithShape="1">
          <a:blip r:embed="rId3">
            <a:extLst>
              <a:ext uri="{28A0092B-C50C-407E-A947-70E740481C1C}">
                <a14:useLocalDpi xmlns:a14="http://schemas.microsoft.com/office/drawing/2010/main" val="0"/>
              </a:ext>
            </a:extLst>
          </a:blip>
          <a:srcRect l="12408" t="2920" r="8760" b="16788"/>
          <a:stretch/>
        </p:blipFill>
        <p:spPr bwMode="auto">
          <a:xfrm>
            <a:off x="1264401" y="2740025"/>
            <a:ext cx="2367049" cy="3616325"/>
          </a:xfrm>
          <a:prstGeom prst="rect">
            <a:avLst/>
          </a:prstGeom>
          <a:noFill/>
          <a:extLst>
            <a:ext uri="{909E8E84-426E-40DD-AFC4-6F175D3DCCD1}">
              <a14:hiddenFill xmlns:a14="http://schemas.microsoft.com/office/drawing/2010/main">
                <a:solidFill>
                  <a:srgbClr val="FFFFFF"/>
                </a:solidFill>
              </a14:hiddenFill>
            </a:ext>
          </a:extLst>
        </p:spPr>
      </p:pic>
      <p:sp>
        <p:nvSpPr>
          <p:cNvPr id="10" name="TextBox 9">
            <a:extLst>
              <a:ext uri="{FF2B5EF4-FFF2-40B4-BE49-F238E27FC236}">
                <a16:creationId xmlns:a16="http://schemas.microsoft.com/office/drawing/2014/main" id="{2C99DF77-537E-462D-8788-6105AEB656C6}"/>
              </a:ext>
            </a:extLst>
          </p:cNvPr>
          <p:cNvSpPr txBox="1"/>
          <p:nvPr/>
        </p:nvSpPr>
        <p:spPr>
          <a:xfrm>
            <a:off x="702030" y="6376987"/>
            <a:ext cx="3491790" cy="369332"/>
          </a:xfrm>
          <a:prstGeom prst="rect">
            <a:avLst/>
          </a:prstGeom>
          <a:noFill/>
        </p:spPr>
        <p:txBody>
          <a:bodyPr wrap="square" rtlCol="0">
            <a:spAutoFit/>
          </a:bodyPr>
          <a:lstStyle/>
          <a:p>
            <a:r>
              <a:rPr lang="en-US" dirty="0"/>
              <a:t>Public Domain Image by </a:t>
            </a:r>
            <a:r>
              <a:rPr lang="en-US" dirty="0" err="1"/>
              <a:t>Daderot</a:t>
            </a:r>
            <a:r>
              <a:rPr lang="en-US" dirty="0"/>
              <a:t> </a:t>
            </a:r>
          </a:p>
        </p:txBody>
      </p:sp>
    </p:spTree>
    <p:extLst>
      <p:ext uri="{BB962C8B-B14F-4D97-AF65-F5344CB8AC3E}">
        <p14:creationId xmlns:p14="http://schemas.microsoft.com/office/powerpoint/2010/main" val="218045353"/>
      </p:ext>
    </p:extLst>
  </p:cSld>
  <p:clrMapOvr>
    <a:masterClrMapping/>
  </p:clrMapOvr>
  <p:timing>
    <p:tnLst>
      <p:par>
        <p:cTn id="1" dur="indefinite" restart="never" nodeType="tmRoot">
          <p:childTnLst>
            <p:seq concurrent="1" nextAc="seek">
              <p:cTn id="2" dur="indefinite" nodeType="mainSeq">
                <p:childTnLst>
                  <p:par>
                    <p:cTn id="3" fill="hold">
                      <p:stCondLst>
                        <p:cond delay="indefinite"/>
                      </p:stCondLst>
                      <p:childTnLst>
                        <p:par>
                          <p:cTn id="4" fill="hold">
                            <p:stCondLst>
                              <p:cond delay="0"/>
                            </p:stCondLst>
                            <p:childTnLst>
                              <p:par>
                                <p:cTn id="5" presetID="1" presetClass="entr" presetSubtype="0" fill="hold" grpId="0" nodeType="clickEffect">
                                  <p:stCondLst>
                                    <p:cond delay="0"/>
                                  </p:stCondLst>
                                  <p:childTnLst>
                                    <p:set>
                                      <p:cBhvr>
                                        <p:cTn id="6" dur="1" fill="hold">
                                          <p:stCondLst>
                                            <p:cond delay="0"/>
                                          </p:stCondLst>
                                        </p:cTn>
                                        <p:tgtEl>
                                          <p:spTgt spid="3">
                                            <p:txEl>
                                              <p:pRg st="0" end="0"/>
                                            </p:txEl>
                                          </p:spTgt>
                                        </p:tgtEl>
                                        <p:attrNameLst>
                                          <p:attrName>style.visibility</p:attrName>
                                        </p:attrNameLst>
                                      </p:cBhvr>
                                      <p:to>
                                        <p:strVal val="visible"/>
                                      </p:to>
                                    </p:set>
                                  </p:childTnLst>
                                </p:cTn>
                              </p:par>
                            </p:childTnLst>
                          </p:cTn>
                        </p:par>
                      </p:childTnLst>
                    </p:cTn>
                  </p:par>
                </p:childTnLst>
              </p:cTn>
              <p:prevCondLst>
                <p:cond evt="onPrev" delay="0">
                  <p:tgtEl>
                    <p:sldTgt/>
                  </p:tgtEl>
                </p:cond>
              </p:prevCondLst>
              <p:nextCondLst>
                <p:cond evt="onNext" delay="0">
                  <p:tgtEl>
                    <p:sldTgt/>
                  </p:tgtEl>
                </p:cond>
              </p:nextCondLst>
            </p:seq>
          </p:childTnLst>
        </p:cTn>
      </p:par>
    </p:tnLst>
    <p:bldLst>
      <p:bldP spid="3" grpId="0" build="p"/>
    </p:bldLst>
  </p:timing>
</p:sld>
</file>

<file path=ppt/slides/slide11.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le 1"/>
          <p:cNvSpPr>
            <a:spLocks noGrp="1"/>
          </p:cNvSpPr>
          <p:nvPr>
            <p:ph type="title"/>
          </p:nvPr>
        </p:nvSpPr>
        <p:spPr/>
        <p:txBody>
          <a:bodyPr/>
          <a:lstStyle/>
          <a:p>
            <a:r>
              <a:rPr lang="en-US" dirty="0"/>
              <a:t>Self-Locking Screws</a:t>
            </a:r>
          </a:p>
        </p:txBody>
      </p:sp>
      <p:sp>
        <p:nvSpPr>
          <p:cNvPr id="3" name="Content Placeholder 2"/>
          <p:cNvSpPr>
            <a:spLocks noGrp="1"/>
          </p:cNvSpPr>
          <p:nvPr>
            <p:ph idx="1"/>
          </p:nvPr>
        </p:nvSpPr>
        <p:spPr/>
        <p:txBody>
          <a:bodyPr>
            <a:normAutofit fontScale="92500" lnSpcReduction="10000"/>
          </a:bodyPr>
          <a:lstStyle/>
          <a:p>
            <a:r>
              <a:rPr lang="en-US" dirty="0"/>
              <a:t>Generally, the nuts are less likely to slip if </a:t>
            </a:r>
            <a:r>
              <a:rPr lang="en-US"/>
              <a:t>we have </a:t>
            </a:r>
            <a:r>
              <a:rPr lang="en-US" dirty="0"/>
              <a:t>gentle slopes (small lead angles) while they are more likely to slip on steep slopes (large lead angles.</a:t>
            </a:r>
          </a:p>
          <a:p>
            <a:r>
              <a:rPr lang="en-US" dirty="0"/>
              <a:t>The dividing point between sliding and not sliding is defined by the self-locking angle.</a:t>
            </a:r>
          </a:p>
          <a:p>
            <a:pPr lvl="1"/>
            <a:r>
              <a:rPr lang="en-US" dirty="0"/>
              <a:t>lead angles below this will be self locking (they will not slip if released)</a:t>
            </a:r>
          </a:p>
          <a:p>
            <a:pPr lvl="1"/>
            <a:r>
              <a:rPr lang="en-US" dirty="0"/>
              <a:t>lead angles above this will not be self locking (they will slip if released)</a:t>
            </a:r>
          </a:p>
        </p:txBody>
      </p:sp>
      <p:sp>
        <p:nvSpPr>
          <p:cNvPr id="4" name="Slide Number Placeholder 3"/>
          <p:cNvSpPr>
            <a:spLocks noGrp="1"/>
          </p:cNvSpPr>
          <p:nvPr>
            <p:ph type="sldNum" sz="quarter" idx="12"/>
          </p:nvPr>
        </p:nvSpPr>
        <p:spPr/>
        <p:txBody>
          <a:bodyPr/>
          <a:lstStyle/>
          <a:p>
            <a:fld id="{929262FE-7F58-4A1E-8AF3-5A510A86DEBD}" type="slidenum">
              <a:rPr lang="en-US" smtClean="0"/>
              <a:t>11</a:t>
            </a:fld>
            <a:endParaRPr lang="en-US"/>
          </a:p>
        </p:txBody>
      </p:sp>
    </p:spTree>
    <p:extLst>
      <p:ext uri="{BB962C8B-B14F-4D97-AF65-F5344CB8AC3E}">
        <p14:creationId xmlns:p14="http://schemas.microsoft.com/office/powerpoint/2010/main" val="2916267197"/>
      </p:ext>
    </p:extLst>
  </p:cSld>
  <p:clrMapOvr>
    <a:masterClrMapping/>
  </p:clrMapOvr>
  <p:timing>
    <p:tnLst>
      <p:par>
        <p:cTn id="1" dur="indefinite" restart="never" nodeType="tmRoot">
          <p:childTnLst>
            <p:seq concurrent="1" nextAc="seek">
              <p:cTn id="2" dur="indefinite" nodeType="mainSeq">
                <p:childTnLst>
                  <p:par>
                    <p:cTn id="3" fill="hold">
                      <p:stCondLst>
                        <p:cond delay="indefinite"/>
                      </p:stCondLst>
                      <p:childTnLst>
                        <p:par>
                          <p:cTn id="4" fill="hold">
                            <p:stCondLst>
                              <p:cond delay="0"/>
                            </p:stCondLst>
                            <p:childTnLst>
                              <p:par>
                                <p:cTn id="5" presetID="1" presetClass="entr" presetSubtype="0" fill="hold" grpId="0" nodeType="clickEffect">
                                  <p:stCondLst>
                                    <p:cond delay="0"/>
                                  </p:stCondLst>
                                  <p:childTnLst>
                                    <p:set>
                                      <p:cBhvr>
                                        <p:cTn id="6" dur="1" fill="hold">
                                          <p:stCondLst>
                                            <p:cond delay="0"/>
                                          </p:stCondLst>
                                        </p:cTn>
                                        <p:tgtEl>
                                          <p:spTgt spid="3">
                                            <p:txEl>
                                              <p:pRg st="0" end="0"/>
                                            </p:txEl>
                                          </p:spTgt>
                                        </p:tgtEl>
                                        <p:attrNameLst>
                                          <p:attrName>style.visibility</p:attrName>
                                        </p:attrNameLst>
                                      </p:cBhvr>
                                      <p:to>
                                        <p:strVal val="visible"/>
                                      </p:to>
                                    </p:set>
                                  </p:childTnLst>
                                </p:cTn>
                              </p:par>
                            </p:childTnLst>
                          </p:cTn>
                        </p:par>
                      </p:childTnLst>
                    </p:cTn>
                  </p:par>
                  <p:par>
                    <p:cTn id="7" fill="hold">
                      <p:stCondLst>
                        <p:cond delay="indefinite"/>
                      </p:stCondLst>
                      <p:childTnLst>
                        <p:par>
                          <p:cTn id="8" fill="hold">
                            <p:stCondLst>
                              <p:cond delay="0"/>
                            </p:stCondLst>
                            <p:childTnLst>
                              <p:par>
                                <p:cTn id="9" presetID="1" presetClass="entr" presetSubtype="0" fill="hold" grpId="0" nodeType="clickEffect">
                                  <p:stCondLst>
                                    <p:cond delay="0"/>
                                  </p:stCondLst>
                                  <p:childTnLst>
                                    <p:set>
                                      <p:cBhvr>
                                        <p:cTn id="10" dur="1" fill="hold">
                                          <p:stCondLst>
                                            <p:cond delay="0"/>
                                          </p:stCondLst>
                                        </p:cTn>
                                        <p:tgtEl>
                                          <p:spTgt spid="3">
                                            <p:txEl>
                                              <p:pRg st="1" end="1"/>
                                            </p:txEl>
                                          </p:spTgt>
                                        </p:tgtEl>
                                        <p:attrNameLst>
                                          <p:attrName>style.visibility</p:attrName>
                                        </p:attrNameLst>
                                      </p:cBhvr>
                                      <p:to>
                                        <p:strVal val="visible"/>
                                      </p:to>
                                    </p:set>
                                  </p:childTnLst>
                                </p:cTn>
                              </p:par>
                            </p:childTnLst>
                          </p:cTn>
                        </p:par>
                      </p:childTnLst>
                    </p:cTn>
                  </p:par>
                  <p:par>
                    <p:cTn id="11" fill="hold">
                      <p:stCondLst>
                        <p:cond delay="indefinite"/>
                      </p:stCondLst>
                      <p:childTnLst>
                        <p:par>
                          <p:cTn id="12" fill="hold">
                            <p:stCondLst>
                              <p:cond delay="0"/>
                            </p:stCondLst>
                            <p:childTnLst>
                              <p:par>
                                <p:cTn id="13" presetID="1" presetClass="entr" presetSubtype="0" fill="hold" grpId="0" nodeType="clickEffect">
                                  <p:stCondLst>
                                    <p:cond delay="0"/>
                                  </p:stCondLst>
                                  <p:childTnLst>
                                    <p:set>
                                      <p:cBhvr>
                                        <p:cTn id="14" dur="1" fill="hold">
                                          <p:stCondLst>
                                            <p:cond delay="0"/>
                                          </p:stCondLst>
                                        </p:cTn>
                                        <p:tgtEl>
                                          <p:spTgt spid="3">
                                            <p:txEl>
                                              <p:pRg st="2" end="2"/>
                                            </p:txEl>
                                          </p:spTgt>
                                        </p:tgtEl>
                                        <p:attrNameLst>
                                          <p:attrName>style.visibility</p:attrName>
                                        </p:attrNameLst>
                                      </p:cBhvr>
                                      <p:to>
                                        <p:strVal val="visible"/>
                                      </p:to>
                                    </p:set>
                                  </p:childTnLst>
                                </p:cTn>
                              </p:par>
                            </p:childTnLst>
                          </p:cTn>
                        </p:par>
                      </p:childTnLst>
                    </p:cTn>
                  </p:par>
                  <p:par>
                    <p:cTn id="15" fill="hold">
                      <p:stCondLst>
                        <p:cond delay="indefinite"/>
                      </p:stCondLst>
                      <p:childTnLst>
                        <p:par>
                          <p:cTn id="16" fill="hold">
                            <p:stCondLst>
                              <p:cond delay="0"/>
                            </p:stCondLst>
                            <p:childTnLst>
                              <p:par>
                                <p:cTn id="17" presetID="1" presetClass="entr" presetSubtype="0" fill="hold" grpId="0" nodeType="clickEffect">
                                  <p:stCondLst>
                                    <p:cond delay="0"/>
                                  </p:stCondLst>
                                  <p:childTnLst>
                                    <p:set>
                                      <p:cBhvr>
                                        <p:cTn id="18" dur="1" fill="hold">
                                          <p:stCondLst>
                                            <p:cond delay="0"/>
                                          </p:stCondLst>
                                        </p:cTn>
                                        <p:tgtEl>
                                          <p:spTgt spid="3">
                                            <p:txEl>
                                              <p:pRg st="3" end="3"/>
                                            </p:txEl>
                                          </p:spTgt>
                                        </p:tgtEl>
                                        <p:attrNameLst>
                                          <p:attrName>style.visibility</p:attrName>
                                        </p:attrNameLst>
                                      </p:cBhvr>
                                      <p:to>
                                        <p:strVal val="visible"/>
                                      </p:to>
                                    </p:set>
                                  </p:childTnLst>
                                </p:cTn>
                              </p:par>
                            </p:childTnLst>
                          </p:cTn>
                        </p:par>
                      </p:childTnLst>
                    </p:cTn>
                  </p:par>
                </p:childTnLst>
              </p:cTn>
              <p:prevCondLst>
                <p:cond evt="onPrev" delay="0">
                  <p:tgtEl>
                    <p:sldTgt/>
                  </p:tgtEl>
                </p:cond>
              </p:prevCondLst>
              <p:nextCondLst>
                <p:cond evt="onNext" delay="0">
                  <p:tgtEl>
                    <p:sldTgt/>
                  </p:tgtEl>
                </p:cond>
              </p:nextCondLst>
            </p:seq>
          </p:childTnLst>
        </p:cTn>
      </p:par>
    </p:tnLst>
    <p:bldLst>
      <p:bldP spid="3" grpId="0" build="p"/>
    </p:bldLst>
  </p:timing>
</p:sld>
</file>

<file path=ppt/slides/slide12.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le 1"/>
          <p:cNvSpPr>
            <a:spLocks noGrp="1"/>
          </p:cNvSpPr>
          <p:nvPr>
            <p:ph type="title"/>
          </p:nvPr>
        </p:nvSpPr>
        <p:spPr/>
        <p:txBody>
          <a:bodyPr/>
          <a:lstStyle/>
          <a:p>
            <a:r>
              <a:rPr lang="en-US" dirty="0"/>
              <a:t>The Self-Locking Angle</a:t>
            </a:r>
          </a:p>
        </p:txBody>
      </p:sp>
      <p:sp>
        <p:nvSpPr>
          <p:cNvPr id="3" name="Content Placeholder 2"/>
          <p:cNvSpPr>
            <a:spLocks noGrp="1"/>
          </p:cNvSpPr>
          <p:nvPr>
            <p:ph idx="1"/>
          </p:nvPr>
        </p:nvSpPr>
        <p:spPr>
          <a:xfrm>
            <a:off x="457200" y="1600200"/>
            <a:ext cx="4724400" cy="4525963"/>
          </a:xfrm>
        </p:spPr>
        <p:txBody>
          <a:bodyPr>
            <a:normAutofit fontScale="92500" lnSpcReduction="20000"/>
          </a:bodyPr>
          <a:lstStyle/>
          <a:p>
            <a:pPr marL="0" indent="0">
              <a:buNone/>
            </a:pPr>
            <a:r>
              <a:rPr lang="en-US" dirty="0"/>
              <a:t>To find the self-locking angle, we will... </a:t>
            </a:r>
          </a:p>
          <a:p>
            <a:pPr marL="514350" indent="-514350">
              <a:buFont typeface="+mj-lt"/>
              <a:buAutoNum type="arabicPeriod"/>
            </a:pPr>
            <a:r>
              <a:rPr lang="en-US" dirty="0"/>
              <a:t>assume impending motion.</a:t>
            </a:r>
          </a:p>
          <a:p>
            <a:pPr marL="514350" indent="-514350">
              <a:buFont typeface="+mj-lt"/>
              <a:buAutoNum type="arabicPeriod"/>
            </a:pPr>
            <a:r>
              <a:rPr lang="en-US" dirty="0"/>
              <a:t>Draw a free body diagram with an unknown angle</a:t>
            </a:r>
          </a:p>
          <a:p>
            <a:pPr marL="514350" indent="-514350">
              <a:buFont typeface="+mj-lt"/>
              <a:buAutoNum type="arabicPeriod"/>
            </a:pPr>
            <a:r>
              <a:rPr lang="en-US" dirty="0"/>
              <a:t>Write out the equilibrium equations</a:t>
            </a:r>
          </a:p>
          <a:p>
            <a:pPr marL="514350" indent="-514350">
              <a:buFont typeface="+mj-lt"/>
              <a:buAutoNum type="arabicPeriod"/>
            </a:pPr>
            <a:r>
              <a:rPr lang="en-US" dirty="0"/>
              <a:t>Solve for the unknown angle.</a:t>
            </a:r>
          </a:p>
          <a:p>
            <a:endParaRPr lang="en-US" dirty="0"/>
          </a:p>
        </p:txBody>
      </p:sp>
      <p:sp>
        <p:nvSpPr>
          <p:cNvPr id="4" name="Slide Number Placeholder 3"/>
          <p:cNvSpPr>
            <a:spLocks noGrp="1"/>
          </p:cNvSpPr>
          <p:nvPr>
            <p:ph type="sldNum" sz="quarter" idx="12"/>
          </p:nvPr>
        </p:nvSpPr>
        <p:spPr/>
        <p:txBody>
          <a:bodyPr/>
          <a:lstStyle/>
          <a:p>
            <a:fld id="{929262FE-7F58-4A1E-8AF3-5A510A86DEBD}" type="slidenum">
              <a:rPr lang="en-US" smtClean="0"/>
              <a:t>12</a:t>
            </a:fld>
            <a:endParaRPr lang="en-US"/>
          </a:p>
        </p:txBody>
      </p:sp>
      <p:sp>
        <p:nvSpPr>
          <p:cNvPr id="5" name="Isosceles Triangle 4"/>
          <p:cNvSpPr/>
          <p:nvPr/>
        </p:nvSpPr>
        <p:spPr>
          <a:xfrm rot="10800000" flipH="1">
            <a:off x="6781801" y="3570378"/>
            <a:ext cx="1981200" cy="327489"/>
          </a:xfrm>
          <a:prstGeom prst="triangle">
            <a:avLst>
              <a:gd name="adj" fmla="val 0"/>
            </a:avLst>
          </a:prstGeom>
        </p:spPr>
        <p:style>
          <a:lnRef idx="1">
            <a:schemeClr val="dk1"/>
          </a:lnRef>
          <a:fillRef idx="2">
            <a:schemeClr val="dk1"/>
          </a:fillRef>
          <a:effectRef idx="1">
            <a:schemeClr val="dk1"/>
          </a:effectRef>
          <a:fontRef idx="minor">
            <a:schemeClr val="dk1"/>
          </a:fontRef>
        </p:style>
        <p:txBody>
          <a:bodyPr rtlCol="0" anchor="ctr"/>
          <a:lstStyle/>
          <a:p>
            <a:pPr algn="ctr"/>
            <a:endParaRPr lang="en-US"/>
          </a:p>
        </p:txBody>
      </p:sp>
      <p:sp>
        <p:nvSpPr>
          <p:cNvPr id="6" name="Rectangle 5"/>
          <p:cNvSpPr/>
          <p:nvPr/>
        </p:nvSpPr>
        <p:spPr>
          <a:xfrm rot="21026450">
            <a:off x="5158992" y="3840778"/>
            <a:ext cx="3855217" cy="50057"/>
          </a:xfrm>
          <a:prstGeom prst="rect">
            <a:avLst/>
          </a:prstGeom>
        </p:spPr>
        <p:style>
          <a:lnRef idx="1">
            <a:schemeClr val="dk1"/>
          </a:lnRef>
          <a:fillRef idx="2">
            <a:schemeClr val="dk1"/>
          </a:fillRef>
          <a:effectRef idx="1">
            <a:schemeClr val="dk1"/>
          </a:effectRef>
          <a:fontRef idx="minor">
            <a:schemeClr val="dk1"/>
          </a:fontRef>
        </p:style>
        <p:txBody>
          <a:bodyPr rtlCol="0" anchor="ctr"/>
          <a:lstStyle/>
          <a:p>
            <a:pPr algn="ctr"/>
            <a:endParaRPr lang="en-US"/>
          </a:p>
        </p:txBody>
      </p:sp>
      <p:cxnSp>
        <p:nvCxnSpPr>
          <p:cNvPr id="9" name="Straight Arrow Connector 8"/>
          <p:cNvCxnSpPr/>
          <p:nvPr/>
        </p:nvCxnSpPr>
        <p:spPr>
          <a:xfrm>
            <a:off x="7543801" y="2591124"/>
            <a:ext cx="0" cy="979254"/>
          </a:xfrm>
          <a:prstGeom prst="straightConnector1">
            <a:avLst/>
          </a:prstGeom>
          <a:ln>
            <a:solidFill>
              <a:srgbClr val="FF0000"/>
            </a:solidFill>
            <a:prstDash val="solid"/>
            <a:tailEnd type="arrow"/>
          </a:ln>
        </p:spPr>
        <p:style>
          <a:lnRef idx="2">
            <a:schemeClr val="accent2"/>
          </a:lnRef>
          <a:fillRef idx="0">
            <a:schemeClr val="accent2"/>
          </a:fillRef>
          <a:effectRef idx="1">
            <a:schemeClr val="accent2"/>
          </a:effectRef>
          <a:fontRef idx="minor">
            <a:schemeClr val="tx1"/>
          </a:fontRef>
        </p:style>
      </p:cxnSp>
      <mc:AlternateContent xmlns:mc="http://schemas.openxmlformats.org/markup-compatibility/2006" xmlns:a14="http://schemas.microsoft.com/office/drawing/2010/main">
        <mc:Choice Requires="a14">
          <p:sp>
            <p:nvSpPr>
              <p:cNvPr id="10" name="Rectangle 9"/>
              <p:cNvSpPr/>
              <p:nvPr/>
            </p:nvSpPr>
            <p:spPr>
              <a:xfrm>
                <a:off x="7609115" y="4257098"/>
                <a:ext cx="497187" cy="369332"/>
              </a:xfrm>
              <a:prstGeom prst="rect">
                <a:avLst/>
              </a:prstGeom>
            </p:spPr>
            <p:txBody>
              <a:bodyPr wrap="none">
                <a:spAutoFit/>
              </a:bodyPr>
              <a:lstStyle/>
              <a:p>
                <a:pPr/>
                <a14:m>
                  <m:oMathPara xmlns:m="http://schemas.openxmlformats.org/officeDocument/2006/math">
                    <m:oMathParaPr>
                      <m:jc m:val="centerGroup"/>
                    </m:oMathParaPr>
                    <m:oMath xmlns:m="http://schemas.openxmlformats.org/officeDocument/2006/math">
                      <m:sSub>
                        <m:sSubPr>
                          <m:ctrlPr>
                            <a:rPr lang="en-US" i="1" smtClean="0">
                              <a:solidFill>
                                <a:srgbClr val="FF0000"/>
                              </a:solidFill>
                              <a:latin typeface="Cambria Math" panose="02040503050406030204" pitchFamily="18" charset="0"/>
                            </a:rPr>
                          </m:ctrlPr>
                        </m:sSubPr>
                        <m:e>
                          <m:r>
                            <m:rPr>
                              <m:sty m:val="p"/>
                            </m:rPr>
                            <a:rPr lang="en-US">
                              <a:solidFill>
                                <a:srgbClr val="FF0000"/>
                              </a:solidFill>
                              <a:latin typeface="Cambria Math"/>
                            </a:rPr>
                            <m:t>F</m:t>
                          </m:r>
                        </m:e>
                        <m:sub>
                          <m:r>
                            <m:rPr>
                              <m:sty m:val="p"/>
                            </m:rPr>
                            <a:rPr lang="en-US" b="0" i="0" smtClean="0">
                              <a:solidFill>
                                <a:srgbClr val="FF0000"/>
                              </a:solidFill>
                              <a:latin typeface="Cambria Math"/>
                            </a:rPr>
                            <m:t>N</m:t>
                          </m:r>
                        </m:sub>
                      </m:sSub>
                    </m:oMath>
                  </m:oMathPara>
                </a14:m>
                <a:endParaRPr lang="en-US" dirty="0"/>
              </a:p>
            </p:txBody>
          </p:sp>
        </mc:Choice>
        <mc:Fallback xmlns="">
          <p:sp>
            <p:nvSpPr>
              <p:cNvPr id="10" name="Rectangle 9"/>
              <p:cNvSpPr>
                <a:spLocks noRot="1" noChangeAspect="1" noMove="1" noResize="1" noEditPoints="1" noAdjustHandles="1" noChangeArrowheads="1" noChangeShapeType="1" noTextEdit="1"/>
              </p:cNvSpPr>
              <p:nvPr/>
            </p:nvSpPr>
            <p:spPr>
              <a:xfrm>
                <a:off x="7609115" y="4257098"/>
                <a:ext cx="497187" cy="369332"/>
              </a:xfrm>
              <a:prstGeom prst="rect">
                <a:avLst/>
              </a:prstGeom>
              <a:blipFill rotWithShape="1">
                <a:blip r:embed="rId2"/>
                <a:stretch>
                  <a:fillRect/>
                </a:stretch>
              </a:blipFill>
            </p:spPr>
            <p:txBody>
              <a:bodyPr/>
              <a:lstStyle/>
              <a:p>
                <a:r>
                  <a:rPr lang="en-US">
                    <a:noFill/>
                  </a:rPr>
                  <a:t> </a:t>
                </a:r>
              </a:p>
            </p:txBody>
          </p:sp>
        </mc:Fallback>
      </mc:AlternateContent>
      <mc:AlternateContent xmlns:mc="http://schemas.openxmlformats.org/markup-compatibility/2006" xmlns:a14="http://schemas.microsoft.com/office/drawing/2010/main">
        <mc:Choice Requires="a14">
          <p:sp>
            <p:nvSpPr>
              <p:cNvPr id="11" name="Rectangle 10"/>
              <p:cNvSpPr/>
              <p:nvPr/>
            </p:nvSpPr>
            <p:spPr>
              <a:xfrm>
                <a:off x="7195457" y="2232352"/>
                <a:ext cx="723211" cy="369332"/>
              </a:xfrm>
              <a:prstGeom prst="rect">
                <a:avLst/>
              </a:prstGeom>
            </p:spPr>
            <p:txBody>
              <a:bodyPr wrap="none">
                <a:spAutoFit/>
              </a:bodyPr>
              <a:lstStyle/>
              <a:p>
                <a:pPr/>
                <a14:m>
                  <m:oMathPara xmlns:m="http://schemas.openxmlformats.org/officeDocument/2006/math">
                    <m:oMathParaPr>
                      <m:jc m:val="centerGroup"/>
                    </m:oMathParaPr>
                    <m:oMath xmlns:m="http://schemas.openxmlformats.org/officeDocument/2006/math">
                      <m:sSub>
                        <m:sSubPr>
                          <m:ctrlPr>
                            <a:rPr lang="en-US" i="1" smtClean="0">
                              <a:solidFill>
                                <a:srgbClr val="FF0000"/>
                              </a:solidFill>
                              <a:latin typeface="Cambria Math" panose="02040503050406030204" pitchFamily="18" charset="0"/>
                            </a:rPr>
                          </m:ctrlPr>
                        </m:sSubPr>
                        <m:e>
                          <m:r>
                            <m:rPr>
                              <m:sty m:val="p"/>
                            </m:rPr>
                            <a:rPr lang="en-US">
                              <a:solidFill>
                                <a:srgbClr val="FF0000"/>
                              </a:solidFill>
                              <a:latin typeface="Cambria Math"/>
                            </a:rPr>
                            <m:t>F</m:t>
                          </m:r>
                        </m:e>
                        <m:sub>
                          <m:r>
                            <m:rPr>
                              <m:sty m:val="p"/>
                            </m:rPr>
                            <a:rPr lang="en-US" b="0" i="0" smtClean="0">
                              <a:solidFill>
                                <a:srgbClr val="FF0000"/>
                              </a:solidFill>
                              <a:latin typeface="Cambria Math"/>
                            </a:rPr>
                            <m:t>load</m:t>
                          </m:r>
                        </m:sub>
                      </m:sSub>
                    </m:oMath>
                  </m:oMathPara>
                </a14:m>
                <a:endParaRPr lang="en-US" dirty="0"/>
              </a:p>
            </p:txBody>
          </p:sp>
        </mc:Choice>
        <mc:Fallback xmlns="">
          <p:sp>
            <p:nvSpPr>
              <p:cNvPr id="11" name="Rectangle 10"/>
              <p:cNvSpPr>
                <a:spLocks noRot="1" noChangeAspect="1" noMove="1" noResize="1" noEditPoints="1" noAdjustHandles="1" noChangeArrowheads="1" noChangeShapeType="1" noTextEdit="1"/>
              </p:cNvSpPr>
              <p:nvPr/>
            </p:nvSpPr>
            <p:spPr>
              <a:xfrm>
                <a:off x="7195457" y="2232352"/>
                <a:ext cx="723211" cy="369332"/>
              </a:xfrm>
              <a:prstGeom prst="rect">
                <a:avLst/>
              </a:prstGeom>
              <a:blipFill rotWithShape="1">
                <a:blip r:embed="rId3"/>
                <a:stretch>
                  <a:fillRect/>
                </a:stretch>
              </a:blipFill>
            </p:spPr>
            <p:txBody>
              <a:bodyPr/>
              <a:lstStyle/>
              <a:p>
                <a:r>
                  <a:rPr lang="en-US">
                    <a:noFill/>
                  </a:rPr>
                  <a:t> </a:t>
                </a:r>
              </a:p>
            </p:txBody>
          </p:sp>
        </mc:Fallback>
      </mc:AlternateContent>
      <mc:AlternateContent xmlns:mc="http://schemas.openxmlformats.org/markup-compatibility/2006" xmlns:a14="http://schemas.microsoft.com/office/drawing/2010/main">
        <mc:Choice Requires="a14">
          <p:sp>
            <p:nvSpPr>
              <p:cNvPr id="12" name="Rectangle 11"/>
              <p:cNvSpPr/>
              <p:nvPr/>
            </p:nvSpPr>
            <p:spPr>
              <a:xfrm>
                <a:off x="7872309" y="3680936"/>
                <a:ext cx="929935" cy="369332"/>
              </a:xfrm>
              <a:prstGeom prst="rect">
                <a:avLst/>
              </a:prstGeom>
            </p:spPr>
            <p:txBody>
              <a:bodyPr wrap="none">
                <a:spAutoFit/>
              </a:bodyPr>
              <a:lstStyle/>
              <a:p>
                <a:pPr/>
                <a14:m>
                  <m:oMathPara xmlns:m="http://schemas.openxmlformats.org/officeDocument/2006/math">
                    <m:oMathParaPr>
                      <m:jc m:val="centerGroup"/>
                    </m:oMathParaPr>
                    <m:oMath xmlns:m="http://schemas.openxmlformats.org/officeDocument/2006/math">
                      <m:sSub>
                        <m:sSubPr>
                          <m:ctrlPr>
                            <a:rPr lang="en-US" i="1" smtClean="0">
                              <a:solidFill>
                                <a:srgbClr val="FF0000"/>
                              </a:solidFill>
                              <a:latin typeface="Cambria Math" panose="02040503050406030204" pitchFamily="18" charset="0"/>
                            </a:rPr>
                          </m:ctrlPr>
                        </m:sSubPr>
                        <m:e>
                          <m:sSub>
                            <m:sSubPr>
                              <m:ctrlPr>
                                <a:rPr lang="en-US" i="1" smtClean="0">
                                  <a:solidFill>
                                    <a:srgbClr val="FF0000"/>
                                  </a:solidFill>
                                  <a:latin typeface="Cambria Math" panose="02040503050406030204" pitchFamily="18" charset="0"/>
                                </a:rPr>
                              </m:ctrlPr>
                            </m:sSubPr>
                            <m:e>
                              <m:r>
                                <m:rPr>
                                  <m:sty m:val="p"/>
                                </m:rPr>
                                <a:rPr lang="en-US" i="0" smtClean="0">
                                  <a:solidFill>
                                    <a:srgbClr val="FF0000"/>
                                  </a:solidFill>
                                  <a:latin typeface="Cambria Math"/>
                                  <a:ea typeface="Cambria Math"/>
                                </a:rPr>
                                <m:t>μ</m:t>
                              </m:r>
                            </m:e>
                            <m:sub>
                              <m:r>
                                <m:rPr>
                                  <m:sty m:val="p"/>
                                </m:rPr>
                                <a:rPr lang="en-US" b="0" i="0" smtClean="0">
                                  <a:solidFill>
                                    <a:srgbClr val="FF0000"/>
                                  </a:solidFill>
                                  <a:latin typeface="Cambria Math"/>
                                </a:rPr>
                                <m:t>s</m:t>
                              </m:r>
                            </m:sub>
                          </m:sSub>
                          <m:r>
                            <a:rPr lang="en-US" b="0" i="0" smtClean="0">
                              <a:solidFill>
                                <a:srgbClr val="FF0000"/>
                              </a:solidFill>
                              <a:latin typeface="Cambria Math"/>
                            </a:rPr>
                            <m:t>∗</m:t>
                          </m:r>
                          <m:r>
                            <m:rPr>
                              <m:sty m:val="p"/>
                            </m:rPr>
                            <a:rPr lang="en-US">
                              <a:solidFill>
                                <a:srgbClr val="FF0000"/>
                              </a:solidFill>
                              <a:latin typeface="Cambria Math"/>
                            </a:rPr>
                            <m:t>F</m:t>
                          </m:r>
                        </m:e>
                        <m:sub>
                          <m:r>
                            <m:rPr>
                              <m:sty m:val="p"/>
                            </m:rPr>
                            <a:rPr lang="en-US" b="0" i="0" smtClean="0">
                              <a:solidFill>
                                <a:srgbClr val="FF0000"/>
                              </a:solidFill>
                              <a:latin typeface="Cambria Math"/>
                            </a:rPr>
                            <m:t>N</m:t>
                          </m:r>
                        </m:sub>
                      </m:sSub>
                    </m:oMath>
                  </m:oMathPara>
                </a14:m>
                <a:endParaRPr lang="en-US" dirty="0"/>
              </a:p>
            </p:txBody>
          </p:sp>
        </mc:Choice>
        <mc:Fallback xmlns="">
          <p:sp>
            <p:nvSpPr>
              <p:cNvPr id="12" name="Rectangle 11"/>
              <p:cNvSpPr>
                <a:spLocks noRot="1" noChangeAspect="1" noMove="1" noResize="1" noEditPoints="1" noAdjustHandles="1" noChangeArrowheads="1" noChangeShapeType="1" noTextEdit="1"/>
              </p:cNvSpPr>
              <p:nvPr/>
            </p:nvSpPr>
            <p:spPr>
              <a:xfrm>
                <a:off x="7872309" y="3680936"/>
                <a:ext cx="929935" cy="369332"/>
              </a:xfrm>
              <a:prstGeom prst="rect">
                <a:avLst/>
              </a:prstGeom>
              <a:blipFill rotWithShape="1">
                <a:blip r:embed="rId4"/>
                <a:stretch>
                  <a:fillRect b="-6667"/>
                </a:stretch>
              </a:blipFill>
            </p:spPr>
            <p:txBody>
              <a:bodyPr/>
              <a:lstStyle/>
              <a:p>
                <a:r>
                  <a:rPr lang="en-US">
                    <a:noFill/>
                  </a:rPr>
                  <a:t> </a:t>
                </a:r>
              </a:p>
            </p:txBody>
          </p:sp>
        </mc:Fallback>
      </mc:AlternateContent>
      <p:cxnSp>
        <p:nvCxnSpPr>
          <p:cNvPr id="13" name="Straight Arrow Connector 12"/>
          <p:cNvCxnSpPr/>
          <p:nvPr/>
        </p:nvCxnSpPr>
        <p:spPr>
          <a:xfrm flipH="1" flipV="1">
            <a:off x="7543802" y="3740624"/>
            <a:ext cx="228598" cy="1387330"/>
          </a:xfrm>
          <a:prstGeom prst="straightConnector1">
            <a:avLst/>
          </a:prstGeom>
          <a:ln>
            <a:solidFill>
              <a:srgbClr val="FF0000"/>
            </a:solidFill>
            <a:prstDash val="solid"/>
            <a:tailEnd type="arrow"/>
          </a:ln>
        </p:spPr>
        <p:style>
          <a:lnRef idx="2">
            <a:schemeClr val="accent2"/>
          </a:lnRef>
          <a:fillRef idx="0">
            <a:schemeClr val="accent2"/>
          </a:fillRef>
          <a:effectRef idx="1">
            <a:schemeClr val="accent2"/>
          </a:effectRef>
          <a:fontRef idx="minor">
            <a:schemeClr val="tx1"/>
          </a:fontRef>
        </p:style>
      </p:cxnSp>
      <p:cxnSp>
        <p:nvCxnSpPr>
          <p:cNvPr id="16" name="Straight Connector 15"/>
          <p:cNvCxnSpPr>
            <a:stCxn id="6" idx="1"/>
          </p:cNvCxnSpPr>
          <p:nvPr/>
        </p:nvCxnSpPr>
        <p:spPr>
          <a:xfrm>
            <a:off x="5185758" y="4185917"/>
            <a:ext cx="1372514" cy="12890"/>
          </a:xfrm>
          <a:prstGeom prst="line">
            <a:avLst/>
          </a:prstGeom>
        </p:spPr>
        <p:style>
          <a:lnRef idx="1">
            <a:schemeClr val="accent1"/>
          </a:lnRef>
          <a:fillRef idx="0">
            <a:schemeClr val="accent1"/>
          </a:fillRef>
          <a:effectRef idx="0">
            <a:schemeClr val="accent1"/>
          </a:effectRef>
          <a:fontRef idx="minor">
            <a:schemeClr val="tx1"/>
          </a:fontRef>
        </p:style>
      </p:cxnSp>
      <p:cxnSp>
        <p:nvCxnSpPr>
          <p:cNvPr id="17" name="Straight Connector 16"/>
          <p:cNvCxnSpPr/>
          <p:nvPr/>
        </p:nvCxnSpPr>
        <p:spPr>
          <a:xfrm flipH="1">
            <a:off x="7543801" y="3763380"/>
            <a:ext cx="2375" cy="1225977"/>
          </a:xfrm>
          <a:prstGeom prst="line">
            <a:avLst/>
          </a:prstGeom>
        </p:spPr>
        <p:style>
          <a:lnRef idx="1">
            <a:schemeClr val="accent1"/>
          </a:lnRef>
          <a:fillRef idx="0">
            <a:schemeClr val="accent1"/>
          </a:fillRef>
          <a:effectRef idx="0">
            <a:schemeClr val="accent1"/>
          </a:effectRef>
          <a:fontRef idx="minor">
            <a:schemeClr val="tx1"/>
          </a:fontRef>
        </p:style>
      </p:cxnSp>
      <p:sp>
        <p:nvSpPr>
          <p:cNvPr id="18" name="Arc 17"/>
          <p:cNvSpPr/>
          <p:nvPr/>
        </p:nvSpPr>
        <p:spPr>
          <a:xfrm rot="5400000">
            <a:off x="6629401" y="3059668"/>
            <a:ext cx="1828800" cy="1828800"/>
          </a:xfrm>
          <a:prstGeom prst="arc">
            <a:avLst>
              <a:gd name="adj1" fmla="val 20984732"/>
              <a:gd name="adj2" fmla="val 21567569"/>
            </a:avLst>
          </a:prstGeom>
        </p:spPr>
        <p:style>
          <a:lnRef idx="1">
            <a:schemeClr val="accent1"/>
          </a:lnRef>
          <a:fillRef idx="0">
            <a:schemeClr val="accent1"/>
          </a:fillRef>
          <a:effectRef idx="0">
            <a:schemeClr val="accent1"/>
          </a:effectRef>
          <a:fontRef idx="minor">
            <a:schemeClr val="tx1"/>
          </a:fontRef>
        </p:style>
        <p:txBody>
          <a:bodyPr rtlCol="0" anchor="ctr"/>
          <a:lstStyle/>
          <a:p>
            <a:pPr algn="ctr"/>
            <a:endParaRPr lang="en-US"/>
          </a:p>
        </p:txBody>
      </p:sp>
      <mc:AlternateContent xmlns:mc="http://schemas.openxmlformats.org/markup-compatibility/2006" xmlns:a14="http://schemas.microsoft.com/office/drawing/2010/main">
        <mc:Choice Requires="a14">
          <p:sp>
            <p:nvSpPr>
              <p:cNvPr id="19" name="Rectangle 18"/>
              <p:cNvSpPr/>
              <p:nvPr/>
            </p:nvSpPr>
            <p:spPr>
              <a:xfrm>
                <a:off x="7204563" y="5127954"/>
                <a:ext cx="996876" cy="391902"/>
              </a:xfrm>
              <a:prstGeom prst="rect">
                <a:avLst/>
              </a:prstGeom>
              <a:noFill/>
            </p:spPr>
            <p:txBody>
              <a:bodyPr wrap="none">
                <a:spAutoFit/>
              </a:bodyPr>
              <a:lstStyle/>
              <a:p>
                <a:pPr/>
                <a14:m>
                  <m:oMathPara xmlns:m="http://schemas.openxmlformats.org/officeDocument/2006/math">
                    <m:oMathParaPr>
                      <m:jc m:val="centerGroup"/>
                    </m:oMathParaPr>
                    <m:oMath xmlns:m="http://schemas.openxmlformats.org/officeDocument/2006/math">
                      <m:sSub>
                        <m:sSubPr>
                          <m:ctrlPr>
                            <a:rPr lang="en-US" i="1" smtClean="0">
                              <a:solidFill>
                                <a:srgbClr val="0070C0"/>
                              </a:solidFill>
                              <a:latin typeface="Cambria Math" panose="02040503050406030204" pitchFamily="18" charset="0"/>
                            </a:rPr>
                          </m:ctrlPr>
                        </m:sSubPr>
                        <m:e>
                          <m:r>
                            <m:rPr>
                              <m:sty m:val="p"/>
                            </m:rPr>
                            <a:rPr lang="en-US" i="0" smtClean="0">
                              <a:solidFill>
                                <a:srgbClr val="0070C0"/>
                              </a:solidFill>
                              <a:latin typeface="Cambria Math"/>
                              <a:ea typeface="Cambria Math"/>
                            </a:rPr>
                            <m:t>θ</m:t>
                          </m:r>
                        </m:e>
                        <m:sub>
                          <m:r>
                            <m:rPr>
                              <m:sty m:val="p"/>
                            </m:rPr>
                            <a:rPr lang="en-US" b="0" i="0" smtClean="0">
                              <a:solidFill>
                                <a:srgbClr val="0070C0"/>
                              </a:solidFill>
                              <a:latin typeface="Cambria Math"/>
                            </a:rPr>
                            <m:t>locking</m:t>
                          </m:r>
                        </m:sub>
                      </m:sSub>
                    </m:oMath>
                  </m:oMathPara>
                </a14:m>
                <a:endParaRPr lang="en-US" dirty="0">
                  <a:solidFill>
                    <a:srgbClr val="0070C0"/>
                  </a:solidFill>
                </a:endParaRPr>
              </a:p>
            </p:txBody>
          </p:sp>
        </mc:Choice>
        <mc:Fallback xmlns="">
          <p:sp>
            <p:nvSpPr>
              <p:cNvPr id="19" name="Rectangle 18"/>
              <p:cNvSpPr>
                <a:spLocks noRot="1" noChangeAspect="1" noMove="1" noResize="1" noEditPoints="1" noAdjustHandles="1" noChangeArrowheads="1" noChangeShapeType="1" noTextEdit="1"/>
              </p:cNvSpPr>
              <p:nvPr/>
            </p:nvSpPr>
            <p:spPr>
              <a:xfrm>
                <a:off x="7204563" y="5127954"/>
                <a:ext cx="996876" cy="391902"/>
              </a:xfrm>
              <a:prstGeom prst="rect">
                <a:avLst/>
              </a:prstGeom>
              <a:blipFill rotWithShape="1">
                <a:blip r:embed="rId5"/>
                <a:stretch>
                  <a:fillRect b="-10938"/>
                </a:stretch>
              </a:blipFill>
            </p:spPr>
            <p:txBody>
              <a:bodyPr/>
              <a:lstStyle/>
              <a:p>
                <a:r>
                  <a:rPr lang="en-US">
                    <a:noFill/>
                  </a:rPr>
                  <a:t> </a:t>
                </a:r>
              </a:p>
            </p:txBody>
          </p:sp>
        </mc:Fallback>
      </mc:AlternateContent>
      <p:cxnSp>
        <p:nvCxnSpPr>
          <p:cNvPr id="20" name="Straight Arrow Connector 19"/>
          <p:cNvCxnSpPr/>
          <p:nvPr/>
        </p:nvCxnSpPr>
        <p:spPr>
          <a:xfrm flipV="1">
            <a:off x="7173684" y="3668486"/>
            <a:ext cx="848239" cy="157917"/>
          </a:xfrm>
          <a:prstGeom prst="straightConnector1">
            <a:avLst/>
          </a:prstGeom>
          <a:ln>
            <a:solidFill>
              <a:srgbClr val="FF0000"/>
            </a:solidFill>
            <a:prstDash val="solid"/>
            <a:tailEnd type="arrow"/>
          </a:ln>
        </p:spPr>
        <p:style>
          <a:lnRef idx="2">
            <a:schemeClr val="accent2"/>
          </a:lnRef>
          <a:fillRef idx="0">
            <a:schemeClr val="accent2"/>
          </a:fillRef>
          <a:effectRef idx="1">
            <a:schemeClr val="accent2"/>
          </a:effectRef>
          <a:fontRef idx="minor">
            <a:schemeClr val="tx1"/>
          </a:fontRef>
        </p:style>
      </p:cxnSp>
      <mc:AlternateContent xmlns:mc="http://schemas.openxmlformats.org/markup-compatibility/2006" xmlns:a14="http://schemas.microsoft.com/office/drawing/2010/main">
        <mc:Choice Requires="a14">
          <p:sp>
            <p:nvSpPr>
              <p:cNvPr id="21" name="Rectangle 20"/>
              <p:cNvSpPr/>
              <p:nvPr/>
            </p:nvSpPr>
            <p:spPr>
              <a:xfrm>
                <a:off x="5632525" y="4192362"/>
                <a:ext cx="996876" cy="391902"/>
              </a:xfrm>
              <a:prstGeom prst="rect">
                <a:avLst/>
              </a:prstGeom>
              <a:noFill/>
            </p:spPr>
            <p:txBody>
              <a:bodyPr wrap="none">
                <a:spAutoFit/>
              </a:bodyPr>
              <a:lstStyle/>
              <a:p>
                <a:pPr/>
                <a14:m>
                  <m:oMathPara xmlns:m="http://schemas.openxmlformats.org/officeDocument/2006/math">
                    <m:oMathParaPr>
                      <m:jc m:val="centerGroup"/>
                    </m:oMathParaPr>
                    <m:oMath xmlns:m="http://schemas.openxmlformats.org/officeDocument/2006/math">
                      <m:sSub>
                        <m:sSubPr>
                          <m:ctrlPr>
                            <a:rPr lang="en-US" i="1" smtClean="0">
                              <a:solidFill>
                                <a:srgbClr val="0070C0"/>
                              </a:solidFill>
                              <a:latin typeface="Cambria Math" panose="02040503050406030204" pitchFamily="18" charset="0"/>
                            </a:rPr>
                          </m:ctrlPr>
                        </m:sSubPr>
                        <m:e>
                          <m:r>
                            <m:rPr>
                              <m:sty m:val="p"/>
                            </m:rPr>
                            <a:rPr lang="en-US" i="0" smtClean="0">
                              <a:solidFill>
                                <a:srgbClr val="0070C0"/>
                              </a:solidFill>
                              <a:latin typeface="Cambria Math"/>
                              <a:ea typeface="Cambria Math"/>
                            </a:rPr>
                            <m:t>θ</m:t>
                          </m:r>
                        </m:e>
                        <m:sub>
                          <m:r>
                            <m:rPr>
                              <m:sty m:val="p"/>
                            </m:rPr>
                            <a:rPr lang="en-US" b="0" i="0" smtClean="0">
                              <a:solidFill>
                                <a:srgbClr val="0070C0"/>
                              </a:solidFill>
                              <a:latin typeface="Cambria Math"/>
                            </a:rPr>
                            <m:t>locking</m:t>
                          </m:r>
                        </m:sub>
                      </m:sSub>
                    </m:oMath>
                  </m:oMathPara>
                </a14:m>
                <a:endParaRPr lang="en-US" dirty="0">
                  <a:solidFill>
                    <a:srgbClr val="0070C0"/>
                  </a:solidFill>
                </a:endParaRPr>
              </a:p>
            </p:txBody>
          </p:sp>
        </mc:Choice>
        <mc:Fallback xmlns="">
          <p:sp>
            <p:nvSpPr>
              <p:cNvPr id="21" name="Rectangle 20"/>
              <p:cNvSpPr>
                <a:spLocks noRot="1" noChangeAspect="1" noMove="1" noResize="1" noEditPoints="1" noAdjustHandles="1" noChangeArrowheads="1" noChangeShapeType="1" noTextEdit="1"/>
              </p:cNvSpPr>
              <p:nvPr/>
            </p:nvSpPr>
            <p:spPr>
              <a:xfrm>
                <a:off x="5632525" y="4192362"/>
                <a:ext cx="996876" cy="391902"/>
              </a:xfrm>
              <a:prstGeom prst="rect">
                <a:avLst/>
              </a:prstGeom>
              <a:blipFill rotWithShape="1">
                <a:blip r:embed="rId6"/>
                <a:stretch>
                  <a:fillRect b="-10938"/>
                </a:stretch>
              </a:blipFill>
            </p:spPr>
            <p:txBody>
              <a:bodyPr/>
              <a:lstStyle/>
              <a:p>
                <a:r>
                  <a:rPr lang="en-US">
                    <a:noFill/>
                  </a:rPr>
                  <a:t> </a:t>
                </a:r>
              </a:p>
            </p:txBody>
          </p:sp>
        </mc:Fallback>
      </mc:AlternateContent>
    </p:spTree>
    <p:extLst>
      <p:ext uri="{BB962C8B-B14F-4D97-AF65-F5344CB8AC3E}">
        <p14:creationId xmlns:p14="http://schemas.microsoft.com/office/powerpoint/2010/main" val="3291394161"/>
      </p:ext>
    </p:extLst>
  </p:cSld>
  <p:clrMapOvr>
    <a:masterClrMapping/>
  </p:clrMapOvr>
  <p:timing>
    <p:tnLst>
      <p:par>
        <p:cTn id="1" dur="indefinite" restart="never" nodeType="tmRoot">
          <p:childTnLst>
            <p:seq concurrent="1" nextAc="seek">
              <p:cTn id="2" dur="indefinite" nodeType="mainSeq">
                <p:childTnLst>
                  <p:par>
                    <p:cTn id="3" fill="hold">
                      <p:stCondLst>
                        <p:cond delay="indefinite"/>
                      </p:stCondLst>
                      <p:childTnLst>
                        <p:par>
                          <p:cTn id="4" fill="hold">
                            <p:stCondLst>
                              <p:cond delay="0"/>
                            </p:stCondLst>
                            <p:childTnLst>
                              <p:par>
                                <p:cTn id="5" presetID="1" presetClass="entr" presetSubtype="0" fill="hold" grpId="0" nodeType="clickEffect">
                                  <p:stCondLst>
                                    <p:cond delay="0"/>
                                  </p:stCondLst>
                                  <p:childTnLst>
                                    <p:set>
                                      <p:cBhvr>
                                        <p:cTn id="6" dur="1" fill="hold">
                                          <p:stCondLst>
                                            <p:cond delay="0"/>
                                          </p:stCondLst>
                                        </p:cTn>
                                        <p:tgtEl>
                                          <p:spTgt spid="3">
                                            <p:txEl>
                                              <p:pRg st="1" end="1"/>
                                            </p:txEl>
                                          </p:spTgt>
                                        </p:tgtEl>
                                        <p:attrNameLst>
                                          <p:attrName>style.visibility</p:attrName>
                                        </p:attrNameLst>
                                      </p:cBhvr>
                                      <p:to>
                                        <p:strVal val="visible"/>
                                      </p:to>
                                    </p:set>
                                  </p:childTnLst>
                                </p:cTn>
                              </p:par>
                            </p:childTnLst>
                          </p:cTn>
                        </p:par>
                      </p:childTnLst>
                    </p:cTn>
                  </p:par>
                  <p:par>
                    <p:cTn id="7" fill="hold">
                      <p:stCondLst>
                        <p:cond delay="indefinite"/>
                      </p:stCondLst>
                      <p:childTnLst>
                        <p:par>
                          <p:cTn id="8" fill="hold">
                            <p:stCondLst>
                              <p:cond delay="0"/>
                            </p:stCondLst>
                            <p:childTnLst>
                              <p:par>
                                <p:cTn id="9" presetID="1" presetClass="entr" presetSubtype="0" fill="hold" grpId="0" nodeType="clickEffect">
                                  <p:stCondLst>
                                    <p:cond delay="0"/>
                                  </p:stCondLst>
                                  <p:childTnLst>
                                    <p:set>
                                      <p:cBhvr>
                                        <p:cTn id="10" dur="1" fill="hold">
                                          <p:stCondLst>
                                            <p:cond delay="0"/>
                                          </p:stCondLst>
                                        </p:cTn>
                                        <p:tgtEl>
                                          <p:spTgt spid="3">
                                            <p:txEl>
                                              <p:pRg st="2" end="2"/>
                                            </p:txEl>
                                          </p:spTgt>
                                        </p:tgtEl>
                                        <p:attrNameLst>
                                          <p:attrName>style.visibility</p:attrName>
                                        </p:attrNameLst>
                                      </p:cBhvr>
                                      <p:to>
                                        <p:strVal val="visible"/>
                                      </p:to>
                                    </p:set>
                                  </p:childTnLst>
                                </p:cTn>
                              </p:par>
                            </p:childTnLst>
                          </p:cTn>
                        </p:par>
                      </p:childTnLst>
                    </p:cTn>
                  </p:par>
                  <p:par>
                    <p:cTn id="11" fill="hold">
                      <p:stCondLst>
                        <p:cond delay="indefinite"/>
                      </p:stCondLst>
                      <p:childTnLst>
                        <p:par>
                          <p:cTn id="12" fill="hold">
                            <p:stCondLst>
                              <p:cond delay="0"/>
                            </p:stCondLst>
                            <p:childTnLst>
                              <p:par>
                                <p:cTn id="13" presetID="1" presetClass="entr" presetSubtype="0" fill="hold" grpId="0" nodeType="clickEffect">
                                  <p:stCondLst>
                                    <p:cond delay="0"/>
                                  </p:stCondLst>
                                  <p:childTnLst>
                                    <p:set>
                                      <p:cBhvr>
                                        <p:cTn id="14" dur="1" fill="hold">
                                          <p:stCondLst>
                                            <p:cond delay="0"/>
                                          </p:stCondLst>
                                        </p:cTn>
                                        <p:tgtEl>
                                          <p:spTgt spid="3">
                                            <p:txEl>
                                              <p:pRg st="3" end="3"/>
                                            </p:txEl>
                                          </p:spTgt>
                                        </p:tgtEl>
                                        <p:attrNameLst>
                                          <p:attrName>style.visibility</p:attrName>
                                        </p:attrNameLst>
                                      </p:cBhvr>
                                      <p:to>
                                        <p:strVal val="visible"/>
                                      </p:to>
                                    </p:set>
                                  </p:childTnLst>
                                </p:cTn>
                              </p:par>
                            </p:childTnLst>
                          </p:cTn>
                        </p:par>
                      </p:childTnLst>
                    </p:cTn>
                  </p:par>
                  <p:par>
                    <p:cTn id="15" fill="hold">
                      <p:stCondLst>
                        <p:cond delay="indefinite"/>
                      </p:stCondLst>
                      <p:childTnLst>
                        <p:par>
                          <p:cTn id="16" fill="hold">
                            <p:stCondLst>
                              <p:cond delay="0"/>
                            </p:stCondLst>
                            <p:childTnLst>
                              <p:par>
                                <p:cTn id="17" presetID="1" presetClass="entr" presetSubtype="0" fill="hold" grpId="0" nodeType="clickEffect">
                                  <p:stCondLst>
                                    <p:cond delay="0"/>
                                  </p:stCondLst>
                                  <p:childTnLst>
                                    <p:set>
                                      <p:cBhvr>
                                        <p:cTn id="18" dur="1" fill="hold">
                                          <p:stCondLst>
                                            <p:cond delay="0"/>
                                          </p:stCondLst>
                                        </p:cTn>
                                        <p:tgtEl>
                                          <p:spTgt spid="3">
                                            <p:txEl>
                                              <p:pRg st="4" end="4"/>
                                            </p:txEl>
                                          </p:spTgt>
                                        </p:tgtEl>
                                        <p:attrNameLst>
                                          <p:attrName>style.visibility</p:attrName>
                                        </p:attrNameLst>
                                      </p:cBhvr>
                                      <p:to>
                                        <p:strVal val="visible"/>
                                      </p:to>
                                    </p:set>
                                  </p:childTnLst>
                                </p:cTn>
                              </p:par>
                            </p:childTnLst>
                          </p:cTn>
                        </p:par>
                      </p:childTnLst>
                    </p:cTn>
                  </p:par>
                </p:childTnLst>
              </p:cTn>
              <p:prevCondLst>
                <p:cond evt="onPrev" delay="0">
                  <p:tgtEl>
                    <p:sldTgt/>
                  </p:tgtEl>
                </p:cond>
              </p:prevCondLst>
              <p:nextCondLst>
                <p:cond evt="onNext" delay="0">
                  <p:tgtEl>
                    <p:sldTgt/>
                  </p:tgtEl>
                </p:cond>
              </p:nextCondLst>
            </p:seq>
          </p:childTnLst>
        </p:cTn>
      </p:par>
    </p:tnLst>
    <p:bldLst>
      <p:bldP spid="3" grpId="0" build="p"/>
    </p:bldLst>
  </p:timing>
</p:sld>
</file>

<file path=ppt/slides/slide13.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le 1"/>
          <p:cNvSpPr>
            <a:spLocks noGrp="1"/>
          </p:cNvSpPr>
          <p:nvPr>
            <p:ph type="title"/>
          </p:nvPr>
        </p:nvSpPr>
        <p:spPr/>
        <p:txBody>
          <a:bodyPr/>
          <a:lstStyle/>
          <a:p>
            <a:r>
              <a:rPr lang="en-US" dirty="0"/>
              <a:t>The Self-Locking Angle</a:t>
            </a:r>
          </a:p>
        </p:txBody>
      </p:sp>
      <p:sp>
        <p:nvSpPr>
          <p:cNvPr id="3" name="Content Placeholder 2"/>
          <p:cNvSpPr>
            <a:spLocks noGrp="1"/>
          </p:cNvSpPr>
          <p:nvPr>
            <p:ph idx="1"/>
          </p:nvPr>
        </p:nvSpPr>
        <p:spPr>
          <a:xfrm>
            <a:off x="430062" y="3658383"/>
            <a:ext cx="4648200" cy="1197430"/>
          </a:xfrm>
        </p:spPr>
        <p:txBody>
          <a:bodyPr>
            <a:normAutofit fontScale="85000" lnSpcReduction="20000"/>
          </a:bodyPr>
          <a:lstStyle/>
          <a:p>
            <a:pPr marL="0" indent="0">
              <a:buNone/>
            </a:pPr>
            <a:r>
              <a:rPr lang="en-US" dirty="0"/>
              <a:t>Using the x equation above, we can solve for theta in terms of the coefficient of friction.</a:t>
            </a:r>
          </a:p>
        </p:txBody>
      </p:sp>
      <p:sp>
        <p:nvSpPr>
          <p:cNvPr id="4" name="Slide Number Placeholder 3"/>
          <p:cNvSpPr>
            <a:spLocks noGrp="1"/>
          </p:cNvSpPr>
          <p:nvPr>
            <p:ph type="sldNum" sz="quarter" idx="12"/>
          </p:nvPr>
        </p:nvSpPr>
        <p:spPr/>
        <p:txBody>
          <a:bodyPr/>
          <a:lstStyle/>
          <a:p>
            <a:fld id="{929262FE-7F58-4A1E-8AF3-5A510A86DEBD}" type="slidenum">
              <a:rPr lang="en-US" smtClean="0"/>
              <a:t>13</a:t>
            </a:fld>
            <a:endParaRPr lang="en-US"/>
          </a:p>
        </p:txBody>
      </p:sp>
      <p:sp>
        <p:nvSpPr>
          <p:cNvPr id="5" name="Isosceles Triangle 4"/>
          <p:cNvSpPr/>
          <p:nvPr/>
        </p:nvSpPr>
        <p:spPr>
          <a:xfrm rot="10800000" flipH="1">
            <a:off x="6858001" y="3570378"/>
            <a:ext cx="1981200" cy="327489"/>
          </a:xfrm>
          <a:prstGeom prst="triangle">
            <a:avLst>
              <a:gd name="adj" fmla="val 0"/>
            </a:avLst>
          </a:prstGeom>
        </p:spPr>
        <p:style>
          <a:lnRef idx="1">
            <a:schemeClr val="dk1"/>
          </a:lnRef>
          <a:fillRef idx="2">
            <a:schemeClr val="dk1"/>
          </a:fillRef>
          <a:effectRef idx="1">
            <a:schemeClr val="dk1"/>
          </a:effectRef>
          <a:fontRef idx="minor">
            <a:schemeClr val="dk1"/>
          </a:fontRef>
        </p:style>
        <p:txBody>
          <a:bodyPr rtlCol="0" anchor="ctr"/>
          <a:lstStyle/>
          <a:p>
            <a:pPr algn="ctr"/>
            <a:endParaRPr lang="en-US"/>
          </a:p>
        </p:txBody>
      </p:sp>
      <p:sp>
        <p:nvSpPr>
          <p:cNvPr id="6" name="Rectangle 5"/>
          <p:cNvSpPr/>
          <p:nvPr/>
        </p:nvSpPr>
        <p:spPr>
          <a:xfrm rot="21026450">
            <a:off x="5235192" y="3840778"/>
            <a:ext cx="3855217" cy="50057"/>
          </a:xfrm>
          <a:prstGeom prst="rect">
            <a:avLst/>
          </a:prstGeom>
        </p:spPr>
        <p:style>
          <a:lnRef idx="1">
            <a:schemeClr val="dk1"/>
          </a:lnRef>
          <a:fillRef idx="2">
            <a:schemeClr val="dk1"/>
          </a:fillRef>
          <a:effectRef idx="1">
            <a:schemeClr val="dk1"/>
          </a:effectRef>
          <a:fontRef idx="minor">
            <a:schemeClr val="dk1"/>
          </a:fontRef>
        </p:style>
        <p:txBody>
          <a:bodyPr rtlCol="0" anchor="ctr"/>
          <a:lstStyle/>
          <a:p>
            <a:pPr algn="ctr"/>
            <a:endParaRPr lang="en-US"/>
          </a:p>
        </p:txBody>
      </p:sp>
      <p:cxnSp>
        <p:nvCxnSpPr>
          <p:cNvPr id="7" name="Straight Arrow Connector 6"/>
          <p:cNvCxnSpPr/>
          <p:nvPr/>
        </p:nvCxnSpPr>
        <p:spPr>
          <a:xfrm>
            <a:off x="7620001" y="2591124"/>
            <a:ext cx="0" cy="979254"/>
          </a:xfrm>
          <a:prstGeom prst="straightConnector1">
            <a:avLst/>
          </a:prstGeom>
          <a:ln>
            <a:solidFill>
              <a:srgbClr val="FF0000"/>
            </a:solidFill>
            <a:prstDash val="solid"/>
            <a:tailEnd type="arrow"/>
          </a:ln>
        </p:spPr>
        <p:style>
          <a:lnRef idx="2">
            <a:schemeClr val="accent2"/>
          </a:lnRef>
          <a:fillRef idx="0">
            <a:schemeClr val="accent2"/>
          </a:fillRef>
          <a:effectRef idx="1">
            <a:schemeClr val="accent2"/>
          </a:effectRef>
          <a:fontRef idx="minor">
            <a:schemeClr val="tx1"/>
          </a:fontRef>
        </p:style>
      </p:cxnSp>
      <mc:AlternateContent xmlns:mc="http://schemas.openxmlformats.org/markup-compatibility/2006" xmlns:a14="http://schemas.microsoft.com/office/drawing/2010/main">
        <mc:Choice Requires="a14">
          <p:sp>
            <p:nvSpPr>
              <p:cNvPr id="8" name="Rectangle 7"/>
              <p:cNvSpPr/>
              <p:nvPr/>
            </p:nvSpPr>
            <p:spPr>
              <a:xfrm>
                <a:off x="7685315" y="4257098"/>
                <a:ext cx="497187" cy="369332"/>
              </a:xfrm>
              <a:prstGeom prst="rect">
                <a:avLst/>
              </a:prstGeom>
            </p:spPr>
            <p:txBody>
              <a:bodyPr wrap="none">
                <a:spAutoFit/>
              </a:bodyPr>
              <a:lstStyle/>
              <a:p>
                <a:pPr/>
                <a14:m>
                  <m:oMathPara xmlns:m="http://schemas.openxmlformats.org/officeDocument/2006/math">
                    <m:oMathParaPr>
                      <m:jc m:val="centerGroup"/>
                    </m:oMathParaPr>
                    <m:oMath xmlns:m="http://schemas.openxmlformats.org/officeDocument/2006/math">
                      <m:sSub>
                        <m:sSubPr>
                          <m:ctrlPr>
                            <a:rPr lang="en-US" i="1" smtClean="0">
                              <a:solidFill>
                                <a:srgbClr val="FF0000"/>
                              </a:solidFill>
                              <a:latin typeface="Cambria Math" panose="02040503050406030204" pitchFamily="18" charset="0"/>
                            </a:rPr>
                          </m:ctrlPr>
                        </m:sSubPr>
                        <m:e>
                          <m:r>
                            <m:rPr>
                              <m:sty m:val="p"/>
                            </m:rPr>
                            <a:rPr lang="en-US">
                              <a:solidFill>
                                <a:srgbClr val="FF0000"/>
                              </a:solidFill>
                              <a:latin typeface="Cambria Math"/>
                            </a:rPr>
                            <m:t>F</m:t>
                          </m:r>
                        </m:e>
                        <m:sub>
                          <m:r>
                            <m:rPr>
                              <m:sty m:val="p"/>
                            </m:rPr>
                            <a:rPr lang="en-US" b="0" i="0" smtClean="0">
                              <a:solidFill>
                                <a:srgbClr val="FF0000"/>
                              </a:solidFill>
                              <a:latin typeface="Cambria Math"/>
                            </a:rPr>
                            <m:t>N</m:t>
                          </m:r>
                        </m:sub>
                      </m:sSub>
                    </m:oMath>
                  </m:oMathPara>
                </a14:m>
                <a:endParaRPr lang="en-US" dirty="0"/>
              </a:p>
            </p:txBody>
          </p:sp>
        </mc:Choice>
        <mc:Fallback xmlns="">
          <p:sp>
            <p:nvSpPr>
              <p:cNvPr id="8" name="Rectangle 7"/>
              <p:cNvSpPr>
                <a:spLocks noRot="1" noChangeAspect="1" noMove="1" noResize="1" noEditPoints="1" noAdjustHandles="1" noChangeArrowheads="1" noChangeShapeType="1" noTextEdit="1"/>
              </p:cNvSpPr>
              <p:nvPr/>
            </p:nvSpPr>
            <p:spPr>
              <a:xfrm>
                <a:off x="7685315" y="4257098"/>
                <a:ext cx="497187" cy="369332"/>
              </a:xfrm>
              <a:prstGeom prst="rect">
                <a:avLst/>
              </a:prstGeom>
              <a:blipFill rotWithShape="1">
                <a:blip r:embed="rId3"/>
                <a:stretch>
                  <a:fillRect/>
                </a:stretch>
              </a:blipFill>
            </p:spPr>
            <p:txBody>
              <a:bodyPr/>
              <a:lstStyle/>
              <a:p>
                <a:r>
                  <a:rPr lang="en-US">
                    <a:noFill/>
                  </a:rPr>
                  <a:t> </a:t>
                </a:r>
              </a:p>
            </p:txBody>
          </p:sp>
        </mc:Fallback>
      </mc:AlternateContent>
      <mc:AlternateContent xmlns:mc="http://schemas.openxmlformats.org/markup-compatibility/2006" xmlns:a14="http://schemas.microsoft.com/office/drawing/2010/main">
        <mc:Choice Requires="a14">
          <p:sp>
            <p:nvSpPr>
              <p:cNvPr id="9" name="Rectangle 8"/>
              <p:cNvSpPr/>
              <p:nvPr/>
            </p:nvSpPr>
            <p:spPr>
              <a:xfrm>
                <a:off x="7271657" y="2232352"/>
                <a:ext cx="723211" cy="369332"/>
              </a:xfrm>
              <a:prstGeom prst="rect">
                <a:avLst/>
              </a:prstGeom>
            </p:spPr>
            <p:txBody>
              <a:bodyPr wrap="none">
                <a:spAutoFit/>
              </a:bodyPr>
              <a:lstStyle/>
              <a:p>
                <a:pPr/>
                <a14:m>
                  <m:oMathPara xmlns:m="http://schemas.openxmlformats.org/officeDocument/2006/math">
                    <m:oMathParaPr>
                      <m:jc m:val="centerGroup"/>
                    </m:oMathParaPr>
                    <m:oMath xmlns:m="http://schemas.openxmlformats.org/officeDocument/2006/math">
                      <m:sSub>
                        <m:sSubPr>
                          <m:ctrlPr>
                            <a:rPr lang="en-US" i="1" smtClean="0">
                              <a:solidFill>
                                <a:srgbClr val="FF0000"/>
                              </a:solidFill>
                              <a:latin typeface="Cambria Math" panose="02040503050406030204" pitchFamily="18" charset="0"/>
                            </a:rPr>
                          </m:ctrlPr>
                        </m:sSubPr>
                        <m:e>
                          <m:r>
                            <m:rPr>
                              <m:sty m:val="p"/>
                            </m:rPr>
                            <a:rPr lang="en-US">
                              <a:solidFill>
                                <a:srgbClr val="FF0000"/>
                              </a:solidFill>
                              <a:latin typeface="Cambria Math"/>
                            </a:rPr>
                            <m:t>F</m:t>
                          </m:r>
                        </m:e>
                        <m:sub>
                          <m:r>
                            <m:rPr>
                              <m:sty m:val="p"/>
                            </m:rPr>
                            <a:rPr lang="en-US" b="0" i="0" smtClean="0">
                              <a:solidFill>
                                <a:srgbClr val="FF0000"/>
                              </a:solidFill>
                              <a:latin typeface="Cambria Math"/>
                            </a:rPr>
                            <m:t>load</m:t>
                          </m:r>
                        </m:sub>
                      </m:sSub>
                    </m:oMath>
                  </m:oMathPara>
                </a14:m>
                <a:endParaRPr lang="en-US" dirty="0"/>
              </a:p>
            </p:txBody>
          </p:sp>
        </mc:Choice>
        <mc:Fallback xmlns="">
          <p:sp>
            <p:nvSpPr>
              <p:cNvPr id="9" name="Rectangle 8"/>
              <p:cNvSpPr>
                <a:spLocks noRot="1" noChangeAspect="1" noMove="1" noResize="1" noEditPoints="1" noAdjustHandles="1" noChangeArrowheads="1" noChangeShapeType="1" noTextEdit="1"/>
              </p:cNvSpPr>
              <p:nvPr/>
            </p:nvSpPr>
            <p:spPr>
              <a:xfrm>
                <a:off x="7271657" y="2232352"/>
                <a:ext cx="723211" cy="369332"/>
              </a:xfrm>
              <a:prstGeom prst="rect">
                <a:avLst/>
              </a:prstGeom>
              <a:blipFill rotWithShape="1">
                <a:blip r:embed="rId4"/>
                <a:stretch>
                  <a:fillRect/>
                </a:stretch>
              </a:blipFill>
            </p:spPr>
            <p:txBody>
              <a:bodyPr/>
              <a:lstStyle/>
              <a:p>
                <a:r>
                  <a:rPr lang="en-US">
                    <a:noFill/>
                  </a:rPr>
                  <a:t> </a:t>
                </a:r>
              </a:p>
            </p:txBody>
          </p:sp>
        </mc:Fallback>
      </mc:AlternateContent>
      <mc:AlternateContent xmlns:mc="http://schemas.openxmlformats.org/markup-compatibility/2006" xmlns:a14="http://schemas.microsoft.com/office/drawing/2010/main">
        <mc:Choice Requires="a14">
          <p:sp>
            <p:nvSpPr>
              <p:cNvPr id="10" name="Rectangle 9"/>
              <p:cNvSpPr/>
              <p:nvPr/>
            </p:nvSpPr>
            <p:spPr>
              <a:xfrm>
                <a:off x="7948509" y="3680936"/>
                <a:ext cx="929935" cy="369332"/>
              </a:xfrm>
              <a:prstGeom prst="rect">
                <a:avLst/>
              </a:prstGeom>
            </p:spPr>
            <p:txBody>
              <a:bodyPr wrap="none">
                <a:spAutoFit/>
              </a:bodyPr>
              <a:lstStyle/>
              <a:p>
                <a:pPr/>
                <a14:m>
                  <m:oMathPara xmlns:m="http://schemas.openxmlformats.org/officeDocument/2006/math">
                    <m:oMathParaPr>
                      <m:jc m:val="centerGroup"/>
                    </m:oMathParaPr>
                    <m:oMath xmlns:m="http://schemas.openxmlformats.org/officeDocument/2006/math">
                      <m:sSub>
                        <m:sSubPr>
                          <m:ctrlPr>
                            <a:rPr lang="en-US" i="1" smtClean="0">
                              <a:solidFill>
                                <a:srgbClr val="FF0000"/>
                              </a:solidFill>
                              <a:latin typeface="Cambria Math" panose="02040503050406030204" pitchFamily="18" charset="0"/>
                            </a:rPr>
                          </m:ctrlPr>
                        </m:sSubPr>
                        <m:e>
                          <m:sSub>
                            <m:sSubPr>
                              <m:ctrlPr>
                                <a:rPr lang="en-US" i="1" smtClean="0">
                                  <a:solidFill>
                                    <a:srgbClr val="FF0000"/>
                                  </a:solidFill>
                                  <a:latin typeface="Cambria Math" panose="02040503050406030204" pitchFamily="18" charset="0"/>
                                </a:rPr>
                              </m:ctrlPr>
                            </m:sSubPr>
                            <m:e>
                              <m:r>
                                <m:rPr>
                                  <m:sty m:val="p"/>
                                </m:rPr>
                                <a:rPr lang="en-US" i="0" smtClean="0">
                                  <a:solidFill>
                                    <a:srgbClr val="FF0000"/>
                                  </a:solidFill>
                                  <a:latin typeface="Cambria Math"/>
                                  <a:ea typeface="Cambria Math"/>
                                </a:rPr>
                                <m:t>μ</m:t>
                              </m:r>
                            </m:e>
                            <m:sub>
                              <m:r>
                                <m:rPr>
                                  <m:sty m:val="p"/>
                                </m:rPr>
                                <a:rPr lang="en-US" b="0" i="0" smtClean="0">
                                  <a:solidFill>
                                    <a:srgbClr val="FF0000"/>
                                  </a:solidFill>
                                  <a:latin typeface="Cambria Math"/>
                                </a:rPr>
                                <m:t>s</m:t>
                              </m:r>
                            </m:sub>
                          </m:sSub>
                          <m:r>
                            <a:rPr lang="en-US" b="0" i="0" smtClean="0">
                              <a:solidFill>
                                <a:srgbClr val="FF0000"/>
                              </a:solidFill>
                              <a:latin typeface="Cambria Math"/>
                            </a:rPr>
                            <m:t>∗</m:t>
                          </m:r>
                          <m:r>
                            <m:rPr>
                              <m:sty m:val="p"/>
                            </m:rPr>
                            <a:rPr lang="en-US">
                              <a:solidFill>
                                <a:srgbClr val="FF0000"/>
                              </a:solidFill>
                              <a:latin typeface="Cambria Math"/>
                            </a:rPr>
                            <m:t>F</m:t>
                          </m:r>
                        </m:e>
                        <m:sub>
                          <m:r>
                            <m:rPr>
                              <m:sty m:val="p"/>
                            </m:rPr>
                            <a:rPr lang="en-US" b="0" i="0" smtClean="0">
                              <a:solidFill>
                                <a:srgbClr val="FF0000"/>
                              </a:solidFill>
                              <a:latin typeface="Cambria Math"/>
                            </a:rPr>
                            <m:t>N</m:t>
                          </m:r>
                        </m:sub>
                      </m:sSub>
                    </m:oMath>
                  </m:oMathPara>
                </a14:m>
                <a:endParaRPr lang="en-US" dirty="0"/>
              </a:p>
            </p:txBody>
          </p:sp>
        </mc:Choice>
        <mc:Fallback xmlns="">
          <p:sp>
            <p:nvSpPr>
              <p:cNvPr id="10" name="Rectangle 9"/>
              <p:cNvSpPr>
                <a:spLocks noRot="1" noChangeAspect="1" noMove="1" noResize="1" noEditPoints="1" noAdjustHandles="1" noChangeArrowheads="1" noChangeShapeType="1" noTextEdit="1"/>
              </p:cNvSpPr>
              <p:nvPr/>
            </p:nvSpPr>
            <p:spPr>
              <a:xfrm>
                <a:off x="7948509" y="3680936"/>
                <a:ext cx="929935" cy="369332"/>
              </a:xfrm>
              <a:prstGeom prst="rect">
                <a:avLst/>
              </a:prstGeom>
              <a:blipFill rotWithShape="1">
                <a:blip r:embed="rId5"/>
                <a:stretch>
                  <a:fillRect b="-6667"/>
                </a:stretch>
              </a:blipFill>
            </p:spPr>
            <p:txBody>
              <a:bodyPr/>
              <a:lstStyle/>
              <a:p>
                <a:r>
                  <a:rPr lang="en-US">
                    <a:noFill/>
                  </a:rPr>
                  <a:t> </a:t>
                </a:r>
              </a:p>
            </p:txBody>
          </p:sp>
        </mc:Fallback>
      </mc:AlternateContent>
      <p:cxnSp>
        <p:nvCxnSpPr>
          <p:cNvPr id="11" name="Straight Arrow Connector 10"/>
          <p:cNvCxnSpPr/>
          <p:nvPr/>
        </p:nvCxnSpPr>
        <p:spPr>
          <a:xfrm flipH="1" flipV="1">
            <a:off x="7620002" y="3740624"/>
            <a:ext cx="228598" cy="1387330"/>
          </a:xfrm>
          <a:prstGeom prst="straightConnector1">
            <a:avLst/>
          </a:prstGeom>
          <a:ln>
            <a:solidFill>
              <a:srgbClr val="FF0000"/>
            </a:solidFill>
            <a:prstDash val="solid"/>
            <a:tailEnd type="arrow"/>
          </a:ln>
        </p:spPr>
        <p:style>
          <a:lnRef idx="2">
            <a:schemeClr val="accent2"/>
          </a:lnRef>
          <a:fillRef idx="0">
            <a:schemeClr val="accent2"/>
          </a:fillRef>
          <a:effectRef idx="1">
            <a:schemeClr val="accent2"/>
          </a:effectRef>
          <a:fontRef idx="minor">
            <a:schemeClr val="tx1"/>
          </a:fontRef>
        </p:style>
      </p:cxnSp>
      <p:cxnSp>
        <p:nvCxnSpPr>
          <p:cNvPr id="12" name="Straight Connector 11"/>
          <p:cNvCxnSpPr>
            <a:stCxn id="6" idx="1"/>
          </p:cNvCxnSpPr>
          <p:nvPr/>
        </p:nvCxnSpPr>
        <p:spPr>
          <a:xfrm>
            <a:off x="5261958" y="4185917"/>
            <a:ext cx="1372514" cy="12890"/>
          </a:xfrm>
          <a:prstGeom prst="line">
            <a:avLst/>
          </a:prstGeom>
        </p:spPr>
        <p:style>
          <a:lnRef idx="1">
            <a:schemeClr val="accent1"/>
          </a:lnRef>
          <a:fillRef idx="0">
            <a:schemeClr val="accent1"/>
          </a:fillRef>
          <a:effectRef idx="0">
            <a:schemeClr val="accent1"/>
          </a:effectRef>
          <a:fontRef idx="minor">
            <a:schemeClr val="tx1"/>
          </a:fontRef>
        </p:style>
      </p:cxnSp>
      <p:cxnSp>
        <p:nvCxnSpPr>
          <p:cNvPr id="13" name="Straight Connector 12"/>
          <p:cNvCxnSpPr/>
          <p:nvPr/>
        </p:nvCxnSpPr>
        <p:spPr>
          <a:xfrm flipH="1">
            <a:off x="7620001" y="3763380"/>
            <a:ext cx="2375" cy="1225977"/>
          </a:xfrm>
          <a:prstGeom prst="line">
            <a:avLst/>
          </a:prstGeom>
        </p:spPr>
        <p:style>
          <a:lnRef idx="1">
            <a:schemeClr val="accent1"/>
          </a:lnRef>
          <a:fillRef idx="0">
            <a:schemeClr val="accent1"/>
          </a:fillRef>
          <a:effectRef idx="0">
            <a:schemeClr val="accent1"/>
          </a:effectRef>
          <a:fontRef idx="minor">
            <a:schemeClr val="tx1"/>
          </a:fontRef>
        </p:style>
      </p:cxnSp>
      <p:sp>
        <p:nvSpPr>
          <p:cNvPr id="14" name="Arc 13"/>
          <p:cNvSpPr/>
          <p:nvPr/>
        </p:nvSpPr>
        <p:spPr>
          <a:xfrm rot="5400000">
            <a:off x="6705601" y="3059668"/>
            <a:ext cx="1828800" cy="1828800"/>
          </a:xfrm>
          <a:prstGeom prst="arc">
            <a:avLst>
              <a:gd name="adj1" fmla="val 20984732"/>
              <a:gd name="adj2" fmla="val 21567569"/>
            </a:avLst>
          </a:prstGeom>
        </p:spPr>
        <p:style>
          <a:lnRef idx="1">
            <a:schemeClr val="accent1"/>
          </a:lnRef>
          <a:fillRef idx="0">
            <a:schemeClr val="accent1"/>
          </a:fillRef>
          <a:effectRef idx="0">
            <a:schemeClr val="accent1"/>
          </a:effectRef>
          <a:fontRef idx="minor">
            <a:schemeClr val="tx1"/>
          </a:fontRef>
        </p:style>
        <p:txBody>
          <a:bodyPr rtlCol="0" anchor="ctr"/>
          <a:lstStyle/>
          <a:p>
            <a:pPr algn="ctr"/>
            <a:endParaRPr lang="en-US"/>
          </a:p>
        </p:txBody>
      </p:sp>
      <mc:AlternateContent xmlns:mc="http://schemas.openxmlformats.org/markup-compatibility/2006" xmlns:a14="http://schemas.microsoft.com/office/drawing/2010/main">
        <mc:Choice Requires="a14">
          <p:sp>
            <p:nvSpPr>
              <p:cNvPr id="15" name="Rectangle 14"/>
              <p:cNvSpPr/>
              <p:nvPr/>
            </p:nvSpPr>
            <p:spPr>
              <a:xfrm>
                <a:off x="7280763" y="5127954"/>
                <a:ext cx="996876" cy="391902"/>
              </a:xfrm>
              <a:prstGeom prst="rect">
                <a:avLst/>
              </a:prstGeom>
              <a:noFill/>
            </p:spPr>
            <p:txBody>
              <a:bodyPr wrap="none">
                <a:spAutoFit/>
              </a:bodyPr>
              <a:lstStyle/>
              <a:p>
                <a:pPr/>
                <a14:m>
                  <m:oMathPara xmlns:m="http://schemas.openxmlformats.org/officeDocument/2006/math">
                    <m:oMathParaPr>
                      <m:jc m:val="centerGroup"/>
                    </m:oMathParaPr>
                    <m:oMath xmlns:m="http://schemas.openxmlformats.org/officeDocument/2006/math">
                      <m:sSub>
                        <m:sSubPr>
                          <m:ctrlPr>
                            <a:rPr lang="en-US" i="1" smtClean="0">
                              <a:solidFill>
                                <a:srgbClr val="0070C0"/>
                              </a:solidFill>
                              <a:latin typeface="Cambria Math" panose="02040503050406030204" pitchFamily="18" charset="0"/>
                            </a:rPr>
                          </m:ctrlPr>
                        </m:sSubPr>
                        <m:e>
                          <m:r>
                            <m:rPr>
                              <m:sty m:val="p"/>
                            </m:rPr>
                            <a:rPr lang="en-US" i="0" smtClean="0">
                              <a:solidFill>
                                <a:srgbClr val="0070C0"/>
                              </a:solidFill>
                              <a:latin typeface="Cambria Math"/>
                              <a:ea typeface="Cambria Math"/>
                            </a:rPr>
                            <m:t>θ</m:t>
                          </m:r>
                        </m:e>
                        <m:sub>
                          <m:r>
                            <m:rPr>
                              <m:sty m:val="p"/>
                            </m:rPr>
                            <a:rPr lang="en-US" b="0" i="0" smtClean="0">
                              <a:solidFill>
                                <a:srgbClr val="0070C0"/>
                              </a:solidFill>
                              <a:latin typeface="Cambria Math"/>
                            </a:rPr>
                            <m:t>locking</m:t>
                          </m:r>
                        </m:sub>
                      </m:sSub>
                    </m:oMath>
                  </m:oMathPara>
                </a14:m>
                <a:endParaRPr lang="en-US" dirty="0">
                  <a:solidFill>
                    <a:srgbClr val="0070C0"/>
                  </a:solidFill>
                </a:endParaRPr>
              </a:p>
            </p:txBody>
          </p:sp>
        </mc:Choice>
        <mc:Fallback xmlns="">
          <p:sp>
            <p:nvSpPr>
              <p:cNvPr id="15" name="Rectangle 14"/>
              <p:cNvSpPr>
                <a:spLocks noRot="1" noChangeAspect="1" noMove="1" noResize="1" noEditPoints="1" noAdjustHandles="1" noChangeArrowheads="1" noChangeShapeType="1" noTextEdit="1"/>
              </p:cNvSpPr>
              <p:nvPr/>
            </p:nvSpPr>
            <p:spPr>
              <a:xfrm>
                <a:off x="7280763" y="5127954"/>
                <a:ext cx="996876" cy="391902"/>
              </a:xfrm>
              <a:prstGeom prst="rect">
                <a:avLst/>
              </a:prstGeom>
              <a:blipFill rotWithShape="1">
                <a:blip r:embed="rId6"/>
                <a:stretch>
                  <a:fillRect b="-10938"/>
                </a:stretch>
              </a:blipFill>
            </p:spPr>
            <p:txBody>
              <a:bodyPr/>
              <a:lstStyle/>
              <a:p>
                <a:r>
                  <a:rPr lang="en-US">
                    <a:noFill/>
                  </a:rPr>
                  <a:t> </a:t>
                </a:r>
              </a:p>
            </p:txBody>
          </p:sp>
        </mc:Fallback>
      </mc:AlternateContent>
      <p:cxnSp>
        <p:nvCxnSpPr>
          <p:cNvPr id="16" name="Straight Arrow Connector 15"/>
          <p:cNvCxnSpPr/>
          <p:nvPr/>
        </p:nvCxnSpPr>
        <p:spPr>
          <a:xfrm flipV="1">
            <a:off x="7249884" y="3668486"/>
            <a:ext cx="848239" cy="157917"/>
          </a:xfrm>
          <a:prstGeom prst="straightConnector1">
            <a:avLst/>
          </a:prstGeom>
          <a:ln>
            <a:solidFill>
              <a:srgbClr val="FF0000"/>
            </a:solidFill>
            <a:prstDash val="solid"/>
            <a:tailEnd type="arrow"/>
          </a:ln>
        </p:spPr>
        <p:style>
          <a:lnRef idx="2">
            <a:schemeClr val="accent2"/>
          </a:lnRef>
          <a:fillRef idx="0">
            <a:schemeClr val="accent2"/>
          </a:fillRef>
          <a:effectRef idx="1">
            <a:schemeClr val="accent2"/>
          </a:effectRef>
          <a:fontRef idx="minor">
            <a:schemeClr val="tx1"/>
          </a:fontRef>
        </p:style>
      </p:cxnSp>
      <mc:AlternateContent xmlns:mc="http://schemas.openxmlformats.org/markup-compatibility/2006" xmlns:a14="http://schemas.microsoft.com/office/drawing/2010/main">
        <mc:Choice Requires="a14">
          <p:sp>
            <p:nvSpPr>
              <p:cNvPr id="17" name="Rectangle 16"/>
              <p:cNvSpPr/>
              <p:nvPr/>
            </p:nvSpPr>
            <p:spPr>
              <a:xfrm>
                <a:off x="5708725" y="4192362"/>
                <a:ext cx="996876" cy="391902"/>
              </a:xfrm>
              <a:prstGeom prst="rect">
                <a:avLst/>
              </a:prstGeom>
              <a:noFill/>
            </p:spPr>
            <p:txBody>
              <a:bodyPr wrap="none">
                <a:spAutoFit/>
              </a:bodyPr>
              <a:lstStyle/>
              <a:p>
                <a:pPr/>
                <a14:m>
                  <m:oMathPara xmlns:m="http://schemas.openxmlformats.org/officeDocument/2006/math">
                    <m:oMathParaPr>
                      <m:jc m:val="centerGroup"/>
                    </m:oMathParaPr>
                    <m:oMath xmlns:m="http://schemas.openxmlformats.org/officeDocument/2006/math">
                      <m:sSub>
                        <m:sSubPr>
                          <m:ctrlPr>
                            <a:rPr lang="en-US" i="1" smtClean="0">
                              <a:solidFill>
                                <a:srgbClr val="0070C0"/>
                              </a:solidFill>
                              <a:latin typeface="Cambria Math" panose="02040503050406030204" pitchFamily="18" charset="0"/>
                            </a:rPr>
                          </m:ctrlPr>
                        </m:sSubPr>
                        <m:e>
                          <m:r>
                            <m:rPr>
                              <m:sty m:val="p"/>
                            </m:rPr>
                            <a:rPr lang="en-US" i="0" smtClean="0">
                              <a:solidFill>
                                <a:srgbClr val="0070C0"/>
                              </a:solidFill>
                              <a:latin typeface="Cambria Math"/>
                              <a:ea typeface="Cambria Math"/>
                            </a:rPr>
                            <m:t>θ</m:t>
                          </m:r>
                        </m:e>
                        <m:sub>
                          <m:r>
                            <m:rPr>
                              <m:sty m:val="p"/>
                            </m:rPr>
                            <a:rPr lang="en-US" b="0" i="0" smtClean="0">
                              <a:solidFill>
                                <a:srgbClr val="0070C0"/>
                              </a:solidFill>
                              <a:latin typeface="Cambria Math"/>
                            </a:rPr>
                            <m:t>locking</m:t>
                          </m:r>
                        </m:sub>
                      </m:sSub>
                    </m:oMath>
                  </m:oMathPara>
                </a14:m>
                <a:endParaRPr lang="en-US" dirty="0">
                  <a:solidFill>
                    <a:srgbClr val="0070C0"/>
                  </a:solidFill>
                </a:endParaRPr>
              </a:p>
            </p:txBody>
          </p:sp>
        </mc:Choice>
        <mc:Fallback xmlns="">
          <p:sp>
            <p:nvSpPr>
              <p:cNvPr id="17" name="Rectangle 16"/>
              <p:cNvSpPr>
                <a:spLocks noRot="1" noChangeAspect="1" noMove="1" noResize="1" noEditPoints="1" noAdjustHandles="1" noChangeArrowheads="1" noChangeShapeType="1" noTextEdit="1"/>
              </p:cNvSpPr>
              <p:nvPr/>
            </p:nvSpPr>
            <p:spPr>
              <a:xfrm>
                <a:off x="5708725" y="4192362"/>
                <a:ext cx="996876" cy="391902"/>
              </a:xfrm>
              <a:prstGeom prst="rect">
                <a:avLst/>
              </a:prstGeom>
              <a:blipFill rotWithShape="1">
                <a:blip r:embed="rId7"/>
                <a:stretch>
                  <a:fillRect b="-10938"/>
                </a:stretch>
              </a:blipFill>
            </p:spPr>
            <p:txBody>
              <a:bodyPr/>
              <a:lstStyle/>
              <a:p>
                <a:r>
                  <a:rPr lang="en-US">
                    <a:noFill/>
                  </a:rPr>
                  <a:t> </a:t>
                </a:r>
              </a:p>
            </p:txBody>
          </p:sp>
        </mc:Fallback>
      </mc:AlternateContent>
      <mc:AlternateContent xmlns:mc="http://schemas.openxmlformats.org/markup-compatibility/2006" xmlns:a14="http://schemas.microsoft.com/office/drawing/2010/main">
        <mc:Choice Requires="a14">
          <p:sp>
            <p:nvSpPr>
              <p:cNvPr id="18" name="TextBox 17"/>
              <p:cNvSpPr txBox="1"/>
              <p:nvPr/>
            </p:nvSpPr>
            <p:spPr>
              <a:xfrm>
                <a:off x="519831" y="1600200"/>
                <a:ext cx="5576169" cy="837665"/>
              </a:xfrm>
              <a:prstGeom prst="rect">
                <a:avLst/>
              </a:prstGeom>
              <a:noFill/>
            </p:spPr>
            <p:txBody>
              <a:bodyPr wrap="square" rtlCol="0">
                <a:spAutoFit/>
              </a:bodyPr>
              <a:lstStyle/>
              <a:p>
                <a:pPr/>
                <a14:m>
                  <m:oMathPara xmlns:m="http://schemas.openxmlformats.org/officeDocument/2006/math">
                    <m:oMathParaPr>
                      <m:jc m:val="centerGroup"/>
                    </m:oMathParaPr>
                    <m:oMath xmlns:m="http://schemas.openxmlformats.org/officeDocument/2006/math">
                      <m:nary>
                        <m:naryPr>
                          <m:chr m:val="∑"/>
                          <m:subHide m:val="on"/>
                          <m:supHide m:val="on"/>
                          <m:ctrlPr>
                            <a:rPr lang="en-US" sz="2000" i="1" smtClean="0">
                              <a:latin typeface="Cambria Math" panose="02040503050406030204" pitchFamily="18" charset="0"/>
                            </a:rPr>
                          </m:ctrlPr>
                        </m:naryPr>
                        <m:sub/>
                        <m:sup/>
                        <m:e>
                          <m:sSub>
                            <m:sSubPr>
                              <m:ctrlPr>
                                <a:rPr lang="en-US" sz="2000" i="1" smtClean="0">
                                  <a:latin typeface="Cambria Math" panose="02040503050406030204" pitchFamily="18" charset="0"/>
                                </a:rPr>
                              </m:ctrlPr>
                            </m:sSubPr>
                            <m:e>
                              <m:r>
                                <m:rPr>
                                  <m:sty m:val="p"/>
                                </m:rPr>
                                <a:rPr lang="en-US" sz="2000" b="0" i="0" smtClean="0">
                                  <a:latin typeface="Cambria Math"/>
                                </a:rPr>
                                <m:t>F</m:t>
                              </m:r>
                            </m:e>
                            <m:sub>
                              <m:r>
                                <m:rPr>
                                  <m:sty m:val="p"/>
                                </m:rPr>
                                <a:rPr lang="en-US" sz="2000" b="0" i="0" smtClean="0">
                                  <a:latin typeface="Cambria Math"/>
                                </a:rPr>
                                <m:t>X</m:t>
                              </m:r>
                            </m:sub>
                          </m:sSub>
                          <m:r>
                            <a:rPr lang="en-US" sz="2000" b="0" i="0" smtClean="0">
                              <a:latin typeface="Cambria Math"/>
                            </a:rPr>
                            <m:t>=−</m:t>
                          </m:r>
                          <m:sSub>
                            <m:sSubPr>
                              <m:ctrlPr>
                                <a:rPr lang="en-US" sz="2000" b="0" i="1" smtClean="0">
                                  <a:latin typeface="Cambria Math" panose="02040503050406030204" pitchFamily="18" charset="0"/>
                                </a:rPr>
                              </m:ctrlPr>
                            </m:sSubPr>
                            <m:e>
                              <m:r>
                                <m:rPr>
                                  <m:sty m:val="p"/>
                                </m:rPr>
                                <a:rPr lang="en-US" sz="2000" b="0" i="0" smtClean="0">
                                  <a:latin typeface="Cambria Math"/>
                                </a:rPr>
                                <m:t>F</m:t>
                              </m:r>
                            </m:e>
                            <m:sub>
                              <m:r>
                                <m:rPr>
                                  <m:sty m:val="p"/>
                                </m:rPr>
                                <a:rPr lang="en-US" sz="2000" b="0" i="0" smtClean="0">
                                  <a:latin typeface="Cambria Math"/>
                                </a:rPr>
                                <m:t>N</m:t>
                              </m:r>
                            </m:sub>
                          </m:sSub>
                          <m:r>
                            <a:rPr lang="en-US" sz="2000" b="0" i="0" smtClean="0">
                              <a:latin typeface="Cambria Math"/>
                            </a:rPr>
                            <m:t>∗</m:t>
                          </m:r>
                          <m:func>
                            <m:funcPr>
                              <m:ctrlPr>
                                <a:rPr lang="en-US" sz="2000" b="0" i="1" smtClean="0">
                                  <a:latin typeface="Cambria Math" panose="02040503050406030204" pitchFamily="18" charset="0"/>
                                </a:rPr>
                              </m:ctrlPr>
                            </m:funcPr>
                            <m:fName>
                              <m:r>
                                <m:rPr>
                                  <m:sty m:val="p"/>
                                </m:rPr>
                                <a:rPr lang="en-US" sz="2000" b="0" i="0" smtClean="0">
                                  <a:latin typeface="Cambria Math"/>
                                </a:rPr>
                                <m:t>sin</m:t>
                              </m:r>
                            </m:fName>
                            <m:e>
                              <m:d>
                                <m:dPr>
                                  <m:ctrlPr>
                                    <a:rPr lang="en-US" sz="2000" b="0" i="1" smtClean="0">
                                      <a:latin typeface="Cambria Math" panose="02040503050406030204" pitchFamily="18" charset="0"/>
                                    </a:rPr>
                                  </m:ctrlPr>
                                </m:dPr>
                                <m:e>
                                  <m:r>
                                    <m:rPr>
                                      <m:sty m:val="p"/>
                                    </m:rPr>
                                    <a:rPr lang="en-US" sz="2000" b="0" i="0" smtClean="0">
                                      <a:latin typeface="Cambria Math"/>
                                      <a:ea typeface="Cambria Math"/>
                                    </a:rPr>
                                    <m:t>θ</m:t>
                                  </m:r>
                                </m:e>
                              </m:d>
                            </m:e>
                          </m:func>
                          <m:r>
                            <a:rPr lang="en-US" sz="2000" b="0" i="0" smtClean="0">
                              <a:latin typeface="Cambria Math"/>
                              <a:ea typeface="Cambria Math"/>
                            </a:rPr>
                            <m:t>+</m:t>
                          </m:r>
                          <m:sSub>
                            <m:sSubPr>
                              <m:ctrlPr>
                                <a:rPr lang="en-US" sz="2000" i="1">
                                  <a:latin typeface="Cambria Math" panose="02040503050406030204" pitchFamily="18" charset="0"/>
                                </a:rPr>
                              </m:ctrlPr>
                            </m:sSubPr>
                            <m:e>
                              <m:r>
                                <m:rPr>
                                  <m:sty m:val="p"/>
                                </m:rPr>
                                <a:rPr lang="en-US" sz="2000" i="0">
                                  <a:latin typeface="Cambria Math"/>
                                  <a:ea typeface="Cambria Math"/>
                                </a:rPr>
                                <m:t>μ</m:t>
                              </m:r>
                            </m:e>
                            <m:sub>
                              <m:r>
                                <m:rPr>
                                  <m:sty m:val="p"/>
                                </m:rPr>
                                <a:rPr lang="en-US" sz="2000" b="0" i="0" smtClean="0">
                                  <a:latin typeface="Cambria Math"/>
                                  <a:ea typeface="Cambria Math"/>
                                </a:rPr>
                                <m:t>s</m:t>
                              </m:r>
                            </m:sub>
                          </m:sSub>
                          <m:r>
                            <a:rPr lang="en-US" sz="2000" i="0">
                              <a:latin typeface="Cambria Math"/>
                            </a:rPr>
                            <m:t>∗</m:t>
                          </m:r>
                          <m:sSub>
                            <m:sSubPr>
                              <m:ctrlPr>
                                <a:rPr lang="en-US" sz="2000" i="1">
                                  <a:latin typeface="Cambria Math" panose="02040503050406030204" pitchFamily="18" charset="0"/>
                                </a:rPr>
                              </m:ctrlPr>
                            </m:sSubPr>
                            <m:e>
                              <m:r>
                                <m:rPr>
                                  <m:sty m:val="p"/>
                                </m:rPr>
                                <a:rPr lang="en-US" sz="2000" i="0">
                                  <a:latin typeface="Cambria Math"/>
                                </a:rPr>
                                <m:t>F</m:t>
                              </m:r>
                            </m:e>
                            <m:sub>
                              <m:r>
                                <m:rPr>
                                  <m:sty m:val="p"/>
                                </m:rPr>
                                <a:rPr lang="en-US" sz="2000" i="0">
                                  <a:latin typeface="Cambria Math"/>
                                </a:rPr>
                                <m:t>N</m:t>
                              </m:r>
                            </m:sub>
                          </m:sSub>
                          <m:r>
                            <a:rPr lang="en-US" sz="2000" b="0" i="0" smtClean="0">
                              <a:latin typeface="Cambria Math"/>
                            </a:rPr>
                            <m:t>∗</m:t>
                          </m:r>
                          <m:r>
                            <m:rPr>
                              <m:sty m:val="p"/>
                            </m:rPr>
                            <a:rPr lang="en-US" sz="2000" b="0" i="0" smtClean="0">
                              <a:latin typeface="Cambria Math"/>
                            </a:rPr>
                            <m:t>cos</m:t>
                          </m:r>
                          <m:r>
                            <a:rPr lang="en-US" sz="2000" b="0" i="0" smtClean="0">
                              <a:latin typeface="Cambria Math"/>
                            </a:rPr>
                            <m:t>⁡(</m:t>
                          </m:r>
                          <m:r>
                            <m:rPr>
                              <m:sty m:val="p"/>
                            </m:rPr>
                            <a:rPr lang="en-US" sz="2000" b="0" i="0" smtClean="0">
                              <a:latin typeface="Cambria Math"/>
                              <a:ea typeface="Cambria Math"/>
                            </a:rPr>
                            <m:t>θ</m:t>
                          </m:r>
                          <m:r>
                            <a:rPr lang="en-US" sz="2000" b="0" i="0" smtClean="0">
                              <a:latin typeface="Cambria Math"/>
                              <a:ea typeface="Cambria Math"/>
                            </a:rPr>
                            <m:t>)</m:t>
                          </m:r>
                        </m:e>
                      </m:nary>
                      <m:r>
                        <a:rPr lang="en-US" sz="2000" b="0" i="0" smtClean="0">
                          <a:latin typeface="Cambria Math"/>
                        </a:rPr>
                        <m:t>=0</m:t>
                      </m:r>
                    </m:oMath>
                  </m:oMathPara>
                </a14:m>
                <a:endParaRPr lang="en-US" sz="2800" dirty="0"/>
              </a:p>
            </p:txBody>
          </p:sp>
        </mc:Choice>
        <mc:Fallback xmlns="">
          <p:sp>
            <p:nvSpPr>
              <p:cNvPr id="18" name="TextBox 17"/>
              <p:cNvSpPr txBox="1">
                <a:spLocks noRot="1" noChangeAspect="1" noMove="1" noResize="1" noEditPoints="1" noAdjustHandles="1" noChangeArrowheads="1" noChangeShapeType="1" noTextEdit="1"/>
              </p:cNvSpPr>
              <p:nvPr/>
            </p:nvSpPr>
            <p:spPr>
              <a:xfrm>
                <a:off x="519831" y="1600200"/>
                <a:ext cx="5576169" cy="837665"/>
              </a:xfrm>
              <a:prstGeom prst="rect">
                <a:avLst/>
              </a:prstGeom>
              <a:blipFill rotWithShape="1">
                <a:blip r:embed="rId8"/>
                <a:stretch>
                  <a:fillRect/>
                </a:stretch>
              </a:blipFill>
            </p:spPr>
            <p:txBody>
              <a:bodyPr/>
              <a:lstStyle/>
              <a:p>
                <a:r>
                  <a:rPr lang="en-US">
                    <a:noFill/>
                  </a:rPr>
                  <a:t> </a:t>
                </a:r>
              </a:p>
            </p:txBody>
          </p:sp>
        </mc:Fallback>
      </mc:AlternateContent>
      <mc:AlternateContent xmlns:mc="http://schemas.openxmlformats.org/markup-compatibility/2006" xmlns:a14="http://schemas.microsoft.com/office/drawing/2010/main">
        <mc:Choice Requires="a14">
          <p:sp>
            <p:nvSpPr>
              <p:cNvPr id="19" name="TextBox 18"/>
              <p:cNvSpPr txBox="1"/>
              <p:nvPr/>
            </p:nvSpPr>
            <p:spPr>
              <a:xfrm>
                <a:off x="430062" y="2580238"/>
                <a:ext cx="6046938" cy="837665"/>
              </a:xfrm>
              <a:prstGeom prst="rect">
                <a:avLst/>
              </a:prstGeom>
              <a:noFill/>
            </p:spPr>
            <p:txBody>
              <a:bodyPr wrap="square" rtlCol="0">
                <a:spAutoFit/>
              </a:bodyPr>
              <a:lstStyle/>
              <a:p>
                <a:pPr/>
                <a14:m>
                  <m:oMathPara xmlns:m="http://schemas.openxmlformats.org/officeDocument/2006/math">
                    <m:oMathParaPr>
                      <m:jc m:val="centerGroup"/>
                    </m:oMathParaPr>
                    <m:oMath xmlns:m="http://schemas.openxmlformats.org/officeDocument/2006/math">
                      <m:nary>
                        <m:naryPr>
                          <m:chr m:val="∑"/>
                          <m:subHide m:val="on"/>
                          <m:supHide m:val="on"/>
                          <m:ctrlPr>
                            <a:rPr lang="en-US" sz="2000" i="1" smtClean="0">
                              <a:latin typeface="Cambria Math" panose="02040503050406030204" pitchFamily="18" charset="0"/>
                            </a:rPr>
                          </m:ctrlPr>
                        </m:naryPr>
                        <m:sub/>
                        <m:sup/>
                        <m:e>
                          <m:sSub>
                            <m:sSubPr>
                              <m:ctrlPr>
                                <a:rPr lang="en-US" sz="2000" i="1" smtClean="0">
                                  <a:latin typeface="Cambria Math" panose="02040503050406030204" pitchFamily="18" charset="0"/>
                                </a:rPr>
                              </m:ctrlPr>
                            </m:sSubPr>
                            <m:e>
                              <m:r>
                                <m:rPr>
                                  <m:sty m:val="p"/>
                                </m:rPr>
                                <a:rPr lang="en-US" sz="2000" b="0" i="0" smtClean="0">
                                  <a:latin typeface="Cambria Math"/>
                                </a:rPr>
                                <m:t>F</m:t>
                              </m:r>
                            </m:e>
                            <m:sub>
                              <m:r>
                                <m:rPr>
                                  <m:sty m:val="p"/>
                                </m:rPr>
                                <a:rPr lang="en-US" sz="2000" b="0" i="0" smtClean="0">
                                  <a:latin typeface="Cambria Math"/>
                                </a:rPr>
                                <m:t>y</m:t>
                              </m:r>
                            </m:sub>
                          </m:sSub>
                          <m:r>
                            <a:rPr lang="en-US" sz="2000" b="0" i="0" smtClean="0">
                              <a:latin typeface="Cambria Math"/>
                            </a:rPr>
                            <m:t>=−</m:t>
                          </m:r>
                          <m:sSub>
                            <m:sSubPr>
                              <m:ctrlPr>
                                <a:rPr lang="en-US" sz="2000" b="0" i="1" smtClean="0">
                                  <a:latin typeface="Cambria Math" panose="02040503050406030204" pitchFamily="18" charset="0"/>
                                </a:rPr>
                              </m:ctrlPr>
                            </m:sSubPr>
                            <m:e>
                              <m:r>
                                <m:rPr>
                                  <m:sty m:val="p"/>
                                </m:rPr>
                                <a:rPr lang="en-US" sz="2000" b="0" i="0" smtClean="0">
                                  <a:latin typeface="Cambria Math"/>
                                </a:rPr>
                                <m:t>F</m:t>
                              </m:r>
                            </m:e>
                            <m:sub>
                              <m:r>
                                <m:rPr>
                                  <m:sty m:val="p"/>
                                </m:rPr>
                                <a:rPr lang="en-US" sz="2000" b="0" i="0" smtClean="0">
                                  <a:latin typeface="Cambria Math"/>
                                </a:rPr>
                                <m:t>load</m:t>
                              </m:r>
                            </m:sub>
                          </m:sSub>
                          <m:r>
                            <a:rPr lang="en-US" sz="2000" b="0" i="0" smtClean="0">
                              <a:latin typeface="Cambria Math"/>
                            </a:rPr>
                            <m:t>+</m:t>
                          </m:r>
                          <m:sSub>
                            <m:sSubPr>
                              <m:ctrlPr>
                                <a:rPr lang="en-US" sz="2000" b="0" i="1" smtClean="0">
                                  <a:latin typeface="Cambria Math" panose="02040503050406030204" pitchFamily="18" charset="0"/>
                                </a:rPr>
                              </m:ctrlPr>
                            </m:sSubPr>
                            <m:e>
                              <m:r>
                                <m:rPr>
                                  <m:sty m:val="p"/>
                                </m:rPr>
                                <a:rPr lang="en-US" sz="2000" b="0" i="0" smtClean="0">
                                  <a:latin typeface="Cambria Math"/>
                                </a:rPr>
                                <m:t>F</m:t>
                              </m:r>
                            </m:e>
                            <m:sub>
                              <m:r>
                                <m:rPr>
                                  <m:sty m:val="p"/>
                                </m:rPr>
                                <a:rPr lang="en-US" sz="2000" b="0" i="0" smtClean="0">
                                  <a:latin typeface="Cambria Math"/>
                                </a:rPr>
                                <m:t>N</m:t>
                              </m:r>
                            </m:sub>
                          </m:sSub>
                          <m:r>
                            <a:rPr lang="en-US" sz="2000" b="0" i="0" smtClean="0">
                              <a:latin typeface="Cambria Math"/>
                            </a:rPr>
                            <m:t>∗</m:t>
                          </m:r>
                          <m:r>
                            <m:rPr>
                              <m:sty m:val="p"/>
                            </m:rPr>
                            <a:rPr lang="en-US" sz="2000" b="0" i="0" smtClean="0">
                              <a:latin typeface="Cambria Math"/>
                            </a:rPr>
                            <m:t>cos</m:t>
                          </m:r>
                          <m:d>
                            <m:dPr>
                              <m:ctrlPr>
                                <a:rPr lang="en-US" sz="2000" b="0" i="1" smtClean="0">
                                  <a:latin typeface="Cambria Math" panose="02040503050406030204" pitchFamily="18" charset="0"/>
                                </a:rPr>
                              </m:ctrlPr>
                            </m:dPr>
                            <m:e>
                              <m:r>
                                <m:rPr>
                                  <m:sty m:val="p"/>
                                </m:rPr>
                                <a:rPr lang="el-GR" sz="2000" b="0" i="1" smtClean="0">
                                  <a:latin typeface="Cambria Math"/>
                                  <a:ea typeface="Cambria Math"/>
                                </a:rPr>
                                <m:t>θ</m:t>
                              </m:r>
                            </m:e>
                          </m:d>
                          <m:r>
                            <a:rPr lang="en-US" sz="2000" b="0" i="0" smtClean="0">
                              <a:latin typeface="Cambria Math"/>
                              <a:ea typeface="Cambria Math"/>
                            </a:rPr>
                            <m:t>+</m:t>
                          </m:r>
                          <m:sSub>
                            <m:sSubPr>
                              <m:ctrlPr>
                                <a:rPr lang="en-US" sz="2000" i="1">
                                  <a:latin typeface="Cambria Math" panose="02040503050406030204" pitchFamily="18" charset="0"/>
                                </a:rPr>
                              </m:ctrlPr>
                            </m:sSubPr>
                            <m:e>
                              <m:r>
                                <m:rPr>
                                  <m:sty m:val="p"/>
                                </m:rPr>
                                <a:rPr lang="en-US" sz="2000" i="0">
                                  <a:latin typeface="Cambria Math"/>
                                  <a:ea typeface="Cambria Math"/>
                                </a:rPr>
                                <m:t>μ</m:t>
                              </m:r>
                            </m:e>
                            <m:sub>
                              <m:r>
                                <m:rPr>
                                  <m:sty m:val="p"/>
                                </m:rPr>
                                <a:rPr lang="en-US" sz="2000" b="0" i="0" smtClean="0">
                                  <a:latin typeface="Cambria Math"/>
                                  <a:ea typeface="Cambria Math"/>
                                </a:rPr>
                                <m:t>s</m:t>
                              </m:r>
                            </m:sub>
                          </m:sSub>
                          <m:r>
                            <a:rPr lang="en-US" sz="2000" i="0">
                              <a:latin typeface="Cambria Math"/>
                            </a:rPr>
                            <m:t>∗</m:t>
                          </m:r>
                          <m:sSub>
                            <m:sSubPr>
                              <m:ctrlPr>
                                <a:rPr lang="en-US" sz="2000" i="1">
                                  <a:latin typeface="Cambria Math" panose="02040503050406030204" pitchFamily="18" charset="0"/>
                                </a:rPr>
                              </m:ctrlPr>
                            </m:sSubPr>
                            <m:e>
                              <m:r>
                                <m:rPr>
                                  <m:sty m:val="p"/>
                                </m:rPr>
                                <a:rPr lang="en-US" sz="2000" i="0">
                                  <a:latin typeface="Cambria Math"/>
                                </a:rPr>
                                <m:t>F</m:t>
                              </m:r>
                            </m:e>
                            <m:sub>
                              <m:r>
                                <m:rPr>
                                  <m:sty m:val="p"/>
                                </m:rPr>
                                <a:rPr lang="en-US" sz="2000" i="0">
                                  <a:latin typeface="Cambria Math"/>
                                </a:rPr>
                                <m:t>N</m:t>
                              </m:r>
                            </m:sub>
                          </m:sSub>
                          <m:r>
                            <a:rPr lang="en-US" sz="2000" b="0" i="0" smtClean="0">
                              <a:latin typeface="Cambria Math"/>
                            </a:rPr>
                            <m:t>∗</m:t>
                          </m:r>
                          <m:func>
                            <m:funcPr>
                              <m:ctrlPr>
                                <a:rPr lang="en-US" sz="2000" b="0" i="1" smtClean="0">
                                  <a:latin typeface="Cambria Math" panose="02040503050406030204" pitchFamily="18" charset="0"/>
                                </a:rPr>
                              </m:ctrlPr>
                            </m:funcPr>
                            <m:fName>
                              <m:r>
                                <m:rPr>
                                  <m:sty m:val="p"/>
                                </m:rPr>
                                <a:rPr lang="en-US" sz="2000" b="0" i="0" smtClean="0">
                                  <a:latin typeface="Cambria Math"/>
                                </a:rPr>
                                <m:t>sin</m:t>
                              </m:r>
                            </m:fName>
                            <m:e>
                              <m:d>
                                <m:dPr>
                                  <m:ctrlPr>
                                    <a:rPr lang="en-US" sz="2000" b="0" i="1" smtClean="0">
                                      <a:latin typeface="Cambria Math" panose="02040503050406030204" pitchFamily="18" charset="0"/>
                                    </a:rPr>
                                  </m:ctrlPr>
                                </m:dPr>
                                <m:e>
                                  <m:r>
                                    <m:rPr>
                                      <m:sty m:val="p"/>
                                    </m:rPr>
                                    <a:rPr lang="en-US" sz="2000" b="0" i="0" smtClean="0">
                                      <a:latin typeface="Cambria Math"/>
                                      <a:ea typeface="Cambria Math"/>
                                    </a:rPr>
                                    <m:t>θ</m:t>
                                  </m:r>
                                </m:e>
                              </m:d>
                            </m:e>
                          </m:func>
                          <m:r>
                            <a:rPr lang="en-US" sz="2000" b="0" i="0" smtClean="0">
                              <a:latin typeface="Cambria Math"/>
                              <a:ea typeface="Cambria Math"/>
                            </a:rPr>
                            <m:t>=0</m:t>
                          </m:r>
                        </m:e>
                      </m:nary>
                    </m:oMath>
                  </m:oMathPara>
                </a14:m>
                <a:endParaRPr lang="en-US" sz="2800" dirty="0"/>
              </a:p>
            </p:txBody>
          </p:sp>
        </mc:Choice>
        <mc:Fallback xmlns="">
          <p:sp>
            <p:nvSpPr>
              <p:cNvPr id="19" name="TextBox 18"/>
              <p:cNvSpPr txBox="1">
                <a:spLocks noRot="1" noChangeAspect="1" noMove="1" noResize="1" noEditPoints="1" noAdjustHandles="1" noChangeArrowheads="1" noChangeShapeType="1" noTextEdit="1"/>
              </p:cNvSpPr>
              <p:nvPr/>
            </p:nvSpPr>
            <p:spPr>
              <a:xfrm>
                <a:off x="430062" y="2580238"/>
                <a:ext cx="6046938" cy="837665"/>
              </a:xfrm>
              <a:prstGeom prst="rect">
                <a:avLst/>
              </a:prstGeom>
              <a:blipFill rotWithShape="1">
                <a:blip r:embed="rId9"/>
                <a:stretch>
                  <a:fillRect/>
                </a:stretch>
              </a:blipFill>
            </p:spPr>
            <p:txBody>
              <a:bodyPr/>
              <a:lstStyle/>
              <a:p>
                <a:r>
                  <a:rPr lang="en-US">
                    <a:noFill/>
                  </a:rPr>
                  <a:t> </a:t>
                </a:r>
              </a:p>
            </p:txBody>
          </p:sp>
        </mc:Fallback>
      </mc:AlternateContent>
      <mc:AlternateContent xmlns:mc="http://schemas.openxmlformats.org/markup-compatibility/2006" xmlns:a14="http://schemas.microsoft.com/office/drawing/2010/main">
        <mc:Choice Requires="a14">
          <p:sp>
            <p:nvSpPr>
              <p:cNvPr id="20" name="TextBox 19"/>
              <p:cNvSpPr txBox="1"/>
              <p:nvPr/>
            </p:nvSpPr>
            <p:spPr>
              <a:xfrm>
                <a:off x="1947930" y="5530742"/>
                <a:ext cx="6046938" cy="640175"/>
              </a:xfrm>
              <a:prstGeom prst="rect">
                <a:avLst/>
              </a:prstGeom>
              <a:noFill/>
            </p:spPr>
            <p:txBody>
              <a:bodyPr wrap="square" rtlCol="0">
                <a:spAutoFit/>
              </a:bodyPr>
              <a:lstStyle/>
              <a:p>
                <a:pPr/>
                <a14:m>
                  <m:oMathPara xmlns:m="http://schemas.openxmlformats.org/officeDocument/2006/math">
                    <m:oMathParaPr>
                      <m:jc m:val="centerGroup"/>
                    </m:oMathParaPr>
                    <m:oMath xmlns:m="http://schemas.openxmlformats.org/officeDocument/2006/math">
                      <m:sSub>
                        <m:sSubPr>
                          <m:ctrlPr>
                            <a:rPr lang="el-GR" sz="3200" i="1" smtClean="0">
                              <a:latin typeface="Cambria Math" panose="02040503050406030204" pitchFamily="18" charset="0"/>
                              <a:ea typeface="Cambria Math"/>
                            </a:rPr>
                          </m:ctrlPr>
                        </m:sSubPr>
                        <m:e>
                          <m:r>
                            <m:rPr>
                              <m:sty m:val="p"/>
                            </m:rPr>
                            <a:rPr lang="el-GR" sz="3200" i="1">
                              <a:latin typeface="Cambria Math"/>
                              <a:ea typeface="Cambria Math"/>
                            </a:rPr>
                            <m:t>θ</m:t>
                          </m:r>
                        </m:e>
                        <m:sub>
                          <m:r>
                            <m:rPr>
                              <m:sty m:val="p"/>
                            </m:rPr>
                            <a:rPr lang="en-US" sz="3200" b="0" i="0" smtClean="0">
                              <a:latin typeface="Cambria Math"/>
                              <a:ea typeface="Cambria Math"/>
                            </a:rPr>
                            <m:t>locking</m:t>
                          </m:r>
                        </m:sub>
                      </m:sSub>
                      <m:r>
                        <a:rPr lang="en-US" sz="3200" b="0" i="1" smtClean="0">
                          <a:latin typeface="Cambria Math"/>
                          <a:ea typeface="Cambria Math"/>
                        </a:rPr>
                        <m:t>=</m:t>
                      </m:r>
                      <m:func>
                        <m:funcPr>
                          <m:ctrlPr>
                            <a:rPr lang="en-US" sz="3200" b="0" i="1" smtClean="0">
                              <a:latin typeface="Cambria Math" panose="02040503050406030204" pitchFamily="18" charset="0"/>
                              <a:ea typeface="Cambria Math"/>
                            </a:rPr>
                          </m:ctrlPr>
                        </m:funcPr>
                        <m:fName>
                          <m:sSup>
                            <m:sSupPr>
                              <m:ctrlPr>
                                <a:rPr lang="en-US" sz="3200" b="0" i="1" smtClean="0">
                                  <a:latin typeface="Cambria Math" panose="02040503050406030204" pitchFamily="18" charset="0"/>
                                  <a:ea typeface="Cambria Math"/>
                                </a:rPr>
                              </m:ctrlPr>
                            </m:sSupPr>
                            <m:e>
                              <m:r>
                                <m:rPr>
                                  <m:sty m:val="p"/>
                                </m:rPr>
                                <a:rPr lang="en-US" sz="3200" b="0" i="0" smtClean="0">
                                  <a:latin typeface="Cambria Math"/>
                                  <a:ea typeface="Cambria Math"/>
                                </a:rPr>
                                <m:t>tan</m:t>
                              </m:r>
                            </m:e>
                            <m:sup>
                              <m:r>
                                <a:rPr lang="en-US" sz="3200" b="0" i="1" smtClean="0">
                                  <a:latin typeface="Cambria Math"/>
                                  <a:ea typeface="Cambria Math"/>
                                </a:rPr>
                                <m:t>−1</m:t>
                              </m:r>
                            </m:sup>
                          </m:sSup>
                        </m:fName>
                        <m:e>
                          <m:r>
                            <a:rPr lang="en-US" sz="3200" b="0" i="1" smtClean="0">
                              <a:latin typeface="Cambria Math"/>
                              <a:ea typeface="Cambria Math"/>
                            </a:rPr>
                            <m:t>(</m:t>
                          </m:r>
                          <m:sSub>
                            <m:sSubPr>
                              <m:ctrlPr>
                                <a:rPr lang="en-US" sz="3200" i="1">
                                  <a:latin typeface="Cambria Math" panose="02040503050406030204" pitchFamily="18" charset="0"/>
                                </a:rPr>
                              </m:ctrlPr>
                            </m:sSubPr>
                            <m:e>
                              <m:r>
                                <m:rPr>
                                  <m:sty m:val="p"/>
                                </m:rPr>
                                <a:rPr lang="en-US" sz="3200">
                                  <a:latin typeface="Cambria Math"/>
                                  <a:ea typeface="Cambria Math"/>
                                </a:rPr>
                                <m:t>μ</m:t>
                              </m:r>
                            </m:e>
                            <m:sub>
                              <m:r>
                                <m:rPr>
                                  <m:sty m:val="p"/>
                                </m:rPr>
                                <a:rPr lang="en-US" sz="3200">
                                  <a:latin typeface="Cambria Math"/>
                                  <a:ea typeface="Cambria Math"/>
                                </a:rPr>
                                <m:t>s</m:t>
                              </m:r>
                            </m:sub>
                          </m:sSub>
                          <m:r>
                            <a:rPr lang="en-US" sz="3200" b="0" i="1" smtClean="0">
                              <a:latin typeface="Cambria Math"/>
                              <a:ea typeface="Cambria Math"/>
                            </a:rPr>
                            <m:t>)</m:t>
                          </m:r>
                        </m:e>
                      </m:func>
                    </m:oMath>
                  </m:oMathPara>
                </a14:m>
                <a:endParaRPr lang="en-US" sz="4000" dirty="0"/>
              </a:p>
            </p:txBody>
          </p:sp>
        </mc:Choice>
        <mc:Fallback xmlns="">
          <p:sp>
            <p:nvSpPr>
              <p:cNvPr id="20" name="TextBox 19"/>
              <p:cNvSpPr txBox="1">
                <a:spLocks noRot="1" noChangeAspect="1" noMove="1" noResize="1" noEditPoints="1" noAdjustHandles="1" noChangeArrowheads="1" noChangeShapeType="1" noTextEdit="1"/>
              </p:cNvSpPr>
              <p:nvPr/>
            </p:nvSpPr>
            <p:spPr>
              <a:xfrm>
                <a:off x="1947930" y="5530742"/>
                <a:ext cx="6046938" cy="640175"/>
              </a:xfrm>
              <a:prstGeom prst="rect">
                <a:avLst/>
              </a:prstGeom>
              <a:blipFill rotWithShape="1">
                <a:blip r:embed="rId10"/>
                <a:stretch>
                  <a:fillRect/>
                </a:stretch>
              </a:blipFill>
            </p:spPr>
            <p:txBody>
              <a:bodyPr/>
              <a:lstStyle/>
              <a:p>
                <a:r>
                  <a:rPr lang="en-US">
                    <a:noFill/>
                  </a:rPr>
                  <a:t> </a:t>
                </a:r>
              </a:p>
            </p:txBody>
          </p:sp>
        </mc:Fallback>
      </mc:AlternateContent>
    </p:spTree>
    <p:extLst>
      <p:ext uri="{BB962C8B-B14F-4D97-AF65-F5344CB8AC3E}">
        <p14:creationId xmlns:p14="http://schemas.microsoft.com/office/powerpoint/2010/main" val="3884024961"/>
      </p:ext>
    </p:extLst>
  </p:cSld>
  <p:clrMapOvr>
    <a:masterClrMapping/>
  </p:clrMapOvr>
  <p:timing>
    <p:tnLst>
      <p:par>
        <p:cTn id="1" dur="indefinite" restart="never" nodeType="tmRoot">
          <p:childTnLst>
            <p:seq concurrent="1" nextAc="seek">
              <p:cTn id="2" dur="indefinite" nodeType="mainSeq">
                <p:childTnLst>
                  <p:par>
                    <p:cTn id="3" fill="hold">
                      <p:stCondLst>
                        <p:cond delay="indefinite"/>
                      </p:stCondLst>
                      <p:childTnLst>
                        <p:par>
                          <p:cTn id="4" fill="hold">
                            <p:stCondLst>
                              <p:cond delay="0"/>
                            </p:stCondLst>
                            <p:childTnLst>
                              <p:par>
                                <p:cTn id="5" presetID="10" presetClass="entr" presetSubtype="0" fill="hold" grpId="0" nodeType="clickEffect">
                                  <p:stCondLst>
                                    <p:cond delay="0"/>
                                  </p:stCondLst>
                                  <p:childTnLst>
                                    <p:set>
                                      <p:cBhvr>
                                        <p:cTn id="6" dur="1" fill="hold">
                                          <p:stCondLst>
                                            <p:cond delay="0"/>
                                          </p:stCondLst>
                                        </p:cTn>
                                        <p:tgtEl>
                                          <p:spTgt spid="18"/>
                                        </p:tgtEl>
                                        <p:attrNameLst>
                                          <p:attrName>style.visibility</p:attrName>
                                        </p:attrNameLst>
                                      </p:cBhvr>
                                      <p:to>
                                        <p:strVal val="visible"/>
                                      </p:to>
                                    </p:set>
                                    <p:animEffect transition="in" filter="fade">
                                      <p:cBhvr>
                                        <p:cTn id="7" dur="500"/>
                                        <p:tgtEl>
                                          <p:spTgt spid="18"/>
                                        </p:tgtEl>
                                      </p:cBhvr>
                                    </p:animEffect>
                                  </p:childTnLst>
                                </p:cTn>
                              </p:par>
                            </p:childTnLst>
                          </p:cTn>
                        </p:par>
                      </p:childTnLst>
                    </p:cTn>
                  </p:par>
                  <p:par>
                    <p:cTn id="8" fill="hold">
                      <p:stCondLst>
                        <p:cond delay="indefinite"/>
                      </p:stCondLst>
                      <p:childTnLst>
                        <p:par>
                          <p:cTn id="9" fill="hold">
                            <p:stCondLst>
                              <p:cond delay="0"/>
                            </p:stCondLst>
                            <p:childTnLst>
                              <p:par>
                                <p:cTn id="10" presetID="10" presetClass="entr" presetSubtype="0" fill="hold" grpId="0" nodeType="clickEffect">
                                  <p:stCondLst>
                                    <p:cond delay="0"/>
                                  </p:stCondLst>
                                  <p:childTnLst>
                                    <p:set>
                                      <p:cBhvr>
                                        <p:cTn id="11" dur="1" fill="hold">
                                          <p:stCondLst>
                                            <p:cond delay="0"/>
                                          </p:stCondLst>
                                        </p:cTn>
                                        <p:tgtEl>
                                          <p:spTgt spid="19"/>
                                        </p:tgtEl>
                                        <p:attrNameLst>
                                          <p:attrName>style.visibility</p:attrName>
                                        </p:attrNameLst>
                                      </p:cBhvr>
                                      <p:to>
                                        <p:strVal val="visible"/>
                                      </p:to>
                                    </p:set>
                                    <p:animEffect transition="in" filter="fade">
                                      <p:cBhvr>
                                        <p:cTn id="12" dur="500"/>
                                        <p:tgtEl>
                                          <p:spTgt spid="19"/>
                                        </p:tgtEl>
                                      </p:cBhvr>
                                    </p:animEffect>
                                  </p:childTnLst>
                                </p:cTn>
                              </p:par>
                            </p:childTnLst>
                          </p:cTn>
                        </p:par>
                      </p:childTnLst>
                    </p:cTn>
                  </p:par>
                  <p:par>
                    <p:cTn id="13" fill="hold">
                      <p:stCondLst>
                        <p:cond delay="indefinite"/>
                      </p:stCondLst>
                      <p:childTnLst>
                        <p:par>
                          <p:cTn id="14" fill="hold">
                            <p:stCondLst>
                              <p:cond delay="0"/>
                            </p:stCondLst>
                            <p:childTnLst>
                              <p:par>
                                <p:cTn id="15" presetID="1" presetClass="entr" presetSubtype="0" fill="hold" grpId="0" nodeType="clickEffect">
                                  <p:stCondLst>
                                    <p:cond delay="0"/>
                                  </p:stCondLst>
                                  <p:childTnLst>
                                    <p:set>
                                      <p:cBhvr>
                                        <p:cTn id="16" dur="1" fill="hold">
                                          <p:stCondLst>
                                            <p:cond delay="0"/>
                                          </p:stCondLst>
                                        </p:cTn>
                                        <p:tgtEl>
                                          <p:spTgt spid="3">
                                            <p:txEl>
                                              <p:pRg st="0" end="0"/>
                                            </p:txEl>
                                          </p:spTgt>
                                        </p:tgtEl>
                                        <p:attrNameLst>
                                          <p:attrName>style.visibility</p:attrName>
                                        </p:attrNameLst>
                                      </p:cBhvr>
                                      <p:to>
                                        <p:strVal val="visible"/>
                                      </p:to>
                                    </p:set>
                                  </p:childTnLst>
                                </p:cTn>
                              </p:par>
                            </p:childTnLst>
                          </p:cTn>
                        </p:par>
                      </p:childTnLst>
                    </p:cTn>
                  </p:par>
                  <p:par>
                    <p:cTn id="17" fill="hold">
                      <p:stCondLst>
                        <p:cond delay="indefinite"/>
                      </p:stCondLst>
                      <p:childTnLst>
                        <p:par>
                          <p:cTn id="18" fill="hold">
                            <p:stCondLst>
                              <p:cond delay="0"/>
                            </p:stCondLst>
                            <p:childTnLst>
                              <p:par>
                                <p:cTn id="19" presetID="10" presetClass="entr" presetSubtype="0" fill="hold" grpId="0" nodeType="clickEffect">
                                  <p:stCondLst>
                                    <p:cond delay="0"/>
                                  </p:stCondLst>
                                  <p:childTnLst>
                                    <p:set>
                                      <p:cBhvr>
                                        <p:cTn id="20" dur="1" fill="hold">
                                          <p:stCondLst>
                                            <p:cond delay="0"/>
                                          </p:stCondLst>
                                        </p:cTn>
                                        <p:tgtEl>
                                          <p:spTgt spid="20"/>
                                        </p:tgtEl>
                                        <p:attrNameLst>
                                          <p:attrName>style.visibility</p:attrName>
                                        </p:attrNameLst>
                                      </p:cBhvr>
                                      <p:to>
                                        <p:strVal val="visible"/>
                                      </p:to>
                                    </p:set>
                                    <p:animEffect transition="in" filter="fade">
                                      <p:cBhvr>
                                        <p:cTn id="21" dur="500"/>
                                        <p:tgtEl>
                                          <p:spTgt spid="20"/>
                                        </p:tgtEl>
                                      </p:cBhvr>
                                    </p:animEffect>
                                  </p:childTnLst>
                                </p:cTn>
                              </p:par>
                            </p:childTnLst>
                          </p:cTn>
                        </p:par>
                      </p:childTnLst>
                    </p:cTn>
                  </p:par>
                </p:childTnLst>
              </p:cTn>
              <p:prevCondLst>
                <p:cond evt="onPrev" delay="0">
                  <p:tgtEl>
                    <p:sldTgt/>
                  </p:tgtEl>
                </p:cond>
              </p:prevCondLst>
              <p:nextCondLst>
                <p:cond evt="onNext" delay="0">
                  <p:tgtEl>
                    <p:sldTgt/>
                  </p:tgtEl>
                </p:cond>
              </p:nextCondLst>
            </p:seq>
          </p:childTnLst>
        </p:cTn>
      </p:par>
    </p:tnLst>
    <p:bldLst>
      <p:bldP spid="3" grpId="0" build="p"/>
      <p:bldP spid="18" grpId="0"/>
      <p:bldP spid="19" grpId="0"/>
      <p:bldP spid="20" grpId="0"/>
    </p:bldLst>
  </p:timing>
</p:sld>
</file>

<file path=ppt/slides/slide14.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le 1"/>
          <p:cNvSpPr>
            <a:spLocks noGrp="1"/>
          </p:cNvSpPr>
          <p:nvPr>
            <p:ph type="ctrTitle"/>
          </p:nvPr>
        </p:nvSpPr>
        <p:spPr/>
        <p:txBody>
          <a:bodyPr/>
          <a:lstStyle/>
          <a:p>
            <a:r>
              <a:rPr lang="en-US" dirty="0"/>
              <a:t>Thanks for Watching</a:t>
            </a:r>
          </a:p>
        </p:txBody>
      </p:sp>
      <p:sp>
        <p:nvSpPr>
          <p:cNvPr id="3" name="Subtitle 2"/>
          <p:cNvSpPr>
            <a:spLocks noGrp="1"/>
          </p:cNvSpPr>
          <p:nvPr>
            <p:ph type="subTitle" idx="1"/>
          </p:nvPr>
        </p:nvSpPr>
        <p:spPr/>
        <p:txBody>
          <a:bodyPr/>
          <a:lstStyle/>
          <a:p>
            <a:r>
              <a:rPr lang="en-US" dirty="0"/>
              <a:t>See other engineering mechanics videos and access the full tool at…</a:t>
            </a:r>
          </a:p>
        </p:txBody>
      </p:sp>
    </p:spTree>
    <p:extLst>
      <p:ext uri="{BB962C8B-B14F-4D97-AF65-F5344CB8AC3E}">
        <p14:creationId xmlns:p14="http://schemas.microsoft.com/office/powerpoint/2010/main" val="3129637585"/>
      </p:ext>
    </p:extLst>
  </p:cSld>
  <p:clrMapOvr>
    <a:masterClrMapping/>
  </p:clrMapOvr>
</p:sld>
</file>

<file path=ppt/slides/slide15.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le 1"/>
          <p:cNvSpPr>
            <a:spLocks noGrp="1"/>
          </p:cNvSpPr>
          <p:nvPr>
            <p:ph type="title"/>
          </p:nvPr>
        </p:nvSpPr>
        <p:spPr/>
        <p:txBody>
          <a:bodyPr/>
          <a:lstStyle/>
          <a:p>
            <a:r>
              <a:rPr lang="en-US" dirty="0"/>
              <a:t>Power Screws Worked Example</a:t>
            </a:r>
          </a:p>
        </p:txBody>
      </p:sp>
      <p:sp>
        <p:nvSpPr>
          <p:cNvPr id="3" name="Content Placeholder 2"/>
          <p:cNvSpPr>
            <a:spLocks noGrp="1"/>
          </p:cNvSpPr>
          <p:nvPr>
            <p:ph idx="1"/>
          </p:nvPr>
        </p:nvSpPr>
        <p:spPr>
          <a:xfrm>
            <a:off x="457200" y="1600201"/>
            <a:ext cx="8229600" cy="1447798"/>
          </a:xfrm>
        </p:spPr>
        <p:txBody>
          <a:bodyPr>
            <a:normAutofit fontScale="77500" lnSpcReduction="20000"/>
          </a:bodyPr>
          <a:lstStyle/>
          <a:p>
            <a:r>
              <a:rPr lang="en-US" dirty="0"/>
              <a:t>The power screw below is being used to lift a platform with a weight of 12 pounds. Based on the information below... </a:t>
            </a:r>
          </a:p>
          <a:p>
            <a:pPr lvl="1"/>
            <a:r>
              <a:rPr lang="en-US" dirty="0"/>
              <a:t>What is the torque on the shaft required to lift the platform?</a:t>
            </a:r>
          </a:p>
          <a:p>
            <a:pPr lvl="1"/>
            <a:r>
              <a:rPr lang="en-US" dirty="0"/>
              <a:t>If the torque were released, would the platform begin to fall?</a:t>
            </a:r>
          </a:p>
          <a:p>
            <a:pPr lvl="1"/>
            <a:endParaRPr lang="en-US" dirty="0"/>
          </a:p>
        </p:txBody>
      </p:sp>
      <p:sp>
        <p:nvSpPr>
          <p:cNvPr id="5" name="TextBox 4"/>
          <p:cNvSpPr txBox="1"/>
          <p:nvPr/>
        </p:nvSpPr>
        <p:spPr>
          <a:xfrm>
            <a:off x="4724400" y="3526176"/>
            <a:ext cx="3657599" cy="646331"/>
          </a:xfrm>
          <a:prstGeom prst="rect">
            <a:avLst/>
          </a:prstGeom>
          <a:noFill/>
        </p:spPr>
        <p:txBody>
          <a:bodyPr wrap="square" rtlCol="0">
            <a:spAutoFit/>
          </a:bodyPr>
          <a:lstStyle/>
          <a:p>
            <a:pPr marL="285750" indent="-285750">
              <a:buFont typeface="Arial" panose="020B0604020202020204" pitchFamily="34" charset="0"/>
              <a:buChar char="•"/>
            </a:pPr>
            <a:r>
              <a:rPr lang="en-US" dirty="0"/>
              <a:t>Diameter of Screw = .375 in</a:t>
            </a:r>
          </a:p>
          <a:p>
            <a:pPr marL="285750" indent="-285750">
              <a:buFont typeface="Arial" panose="020B0604020202020204" pitchFamily="34" charset="0"/>
              <a:buChar char="•"/>
            </a:pPr>
            <a:r>
              <a:rPr lang="en-US" dirty="0"/>
              <a:t>Threads per inch = 12</a:t>
            </a:r>
          </a:p>
        </p:txBody>
      </p:sp>
      <mc:AlternateContent xmlns:mc="http://schemas.openxmlformats.org/markup-compatibility/2006" xmlns:a14="http://schemas.microsoft.com/office/drawing/2010/main">
        <mc:Choice Requires="a14">
          <p:sp>
            <p:nvSpPr>
              <p:cNvPr id="6" name="Rectangle 5"/>
              <p:cNvSpPr/>
              <p:nvPr/>
            </p:nvSpPr>
            <p:spPr>
              <a:xfrm>
                <a:off x="5723816" y="4851121"/>
                <a:ext cx="1061444" cy="369332"/>
              </a:xfrm>
              <a:prstGeom prst="rect">
                <a:avLst/>
              </a:prstGeom>
            </p:spPr>
            <p:txBody>
              <a:bodyPr wrap="none">
                <a:spAutoFit/>
              </a:bodyPr>
              <a:lstStyle/>
              <a:p>
                <a:pPr/>
                <a14:m>
                  <m:oMathPara xmlns:m="http://schemas.openxmlformats.org/officeDocument/2006/math">
                    <m:oMathParaPr>
                      <m:jc m:val="centerGroup"/>
                    </m:oMathParaPr>
                    <m:oMath xmlns:m="http://schemas.openxmlformats.org/officeDocument/2006/math">
                      <m:sSub>
                        <m:sSubPr>
                          <m:ctrlPr>
                            <a:rPr lang="en-US" i="1" smtClean="0">
                              <a:solidFill>
                                <a:schemeClr val="tx1"/>
                              </a:solidFill>
                              <a:latin typeface="Cambria Math" panose="02040503050406030204" pitchFamily="18" charset="0"/>
                            </a:rPr>
                          </m:ctrlPr>
                        </m:sSubPr>
                        <m:e>
                          <m:r>
                            <m:rPr>
                              <m:sty m:val="p"/>
                            </m:rPr>
                            <a:rPr lang="en-US">
                              <a:solidFill>
                                <a:schemeClr val="tx1"/>
                              </a:solidFill>
                              <a:latin typeface="Cambria Math"/>
                              <a:ea typeface="Cambria Math"/>
                            </a:rPr>
                            <m:t>μ</m:t>
                          </m:r>
                        </m:e>
                        <m:sub>
                          <m:r>
                            <m:rPr>
                              <m:sty m:val="p"/>
                            </m:rPr>
                            <a:rPr lang="en-US">
                              <a:solidFill>
                                <a:schemeClr val="tx1"/>
                              </a:solidFill>
                              <a:latin typeface="Cambria Math"/>
                            </a:rPr>
                            <m:t>s</m:t>
                          </m:r>
                        </m:sub>
                      </m:sSub>
                      <m:r>
                        <a:rPr lang="en-US" b="0" i="1" smtClean="0">
                          <a:solidFill>
                            <a:schemeClr val="tx1"/>
                          </a:solidFill>
                          <a:latin typeface="Cambria Math"/>
                        </a:rPr>
                        <m:t>=.16</m:t>
                      </m:r>
                    </m:oMath>
                  </m:oMathPara>
                </a14:m>
                <a:endParaRPr lang="en-US" sz="1100" dirty="0"/>
              </a:p>
            </p:txBody>
          </p:sp>
        </mc:Choice>
        <mc:Fallback xmlns="">
          <p:sp>
            <p:nvSpPr>
              <p:cNvPr id="6" name="Rectangle 5"/>
              <p:cNvSpPr>
                <a:spLocks noRot="1" noChangeAspect="1" noMove="1" noResize="1" noEditPoints="1" noAdjustHandles="1" noChangeArrowheads="1" noChangeShapeType="1" noTextEdit="1"/>
              </p:cNvSpPr>
              <p:nvPr/>
            </p:nvSpPr>
            <p:spPr>
              <a:xfrm>
                <a:off x="5723816" y="4851121"/>
                <a:ext cx="1061444" cy="369332"/>
              </a:xfrm>
              <a:prstGeom prst="rect">
                <a:avLst/>
              </a:prstGeom>
              <a:blipFill>
                <a:blip r:embed="rId2"/>
                <a:stretch>
                  <a:fillRect b="-6667"/>
                </a:stretch>
              </a:blipFill>
            </p:spPr>
            <p:txBody>
              <a:bodyPr/>
              <a:lstStyle/>
              <a:p>
                <a:r>
                  <a:rPr lang="en-US">
                    <a:noFill/>
                  </a:rPr>
                  <a:t> </a:t>
                </a:r>
              </a:p>
            </p:txBody>
          </p:sp>
        </mc:Fallback>
      </mc:AlternateContent>
      <mc:AlternateContent xmlns:mc="http://schemas.openxmlformats.org/markup-compatibility/2006" xmlns:a14="http://schemas.microsoft.com/office/drawing/2010/main">
        <mc:Choice Requires="a14">
          <p:sp>
            <p:nvSpPr>
              <p:cNvPr id="7" name="Rectangle 6"/>
              <p:cNvSpPr/>
              <p:nvPr/>
            </p:nvSpPr>
            <p:spPr>
              <a:xfrm>
                <a:off x="5715000" y="5220453"/>
                <a:ext cx="1079078" cy="369332"/>
              </a:xfrm>
              <a:prstGeom prst="rect">
                <a:avLst/>
              </a:prstGeom>
            </p:spPr>
            <p:txBody>
              <a:bodyPr wrap="none">
                <a:spAutoFit/>
              </a:bodyPr>
              <a:lstStyle/>
              <a:p>
                <a:pPr/>
                <a14:m>
                  <m:oMathPara xmlns:m="http://schemas.openxmlformats.org/officeDocument/2006/math">
                    <m:oMathParaPr>
                      <m:jc m:val="centerGroup"/>
                    </m:oMathParaPr>
                    <m:oMath xmlns:m="http://schemas.openxmlformats.org/officeDocument/2006/math">
                      <m:sSub>
                        <m:sSubPr>
                          <m:ctrlPr>
                            <a:rPr lang="en-US" i="1" smtClean="0">
                              <a:solidFill>
                                <a:schemeClr val="tx1"/>
                              </a:solidFill>
                              <a:latin typeface="Cambria Math" panose="02040503050406030204" pitchFamily="18" charset="0"/>
                            </a:rPr>
                          </m:ctrlPr>
                        </m:sSubPr>
                        <m:e>
                          <m:r>
                            <m:rPr>
                              <m:sty m:val="p"/>
                            </m:rPr>
                            <a:rPr lang="en-US">
                              <a:solidFill>
                                <a:schemeClr val="tx1"/>
                              </a:solidFill>
                              <a:latin typeface="Cambria Math"/>
                              <a:ea typeface="Cambria Math"/>
                            </a:rPr>
                            <m:t>μ</m:t>
                          </m:r>
                        </m:e>
                        <m:sub>
                          <m:r>
                            <m:rPr>
                              <m:sty m:val="p"/>
                            </m:rPr>
                            <a:rPr lang="en-US" b="0" i="0" smtClean="0">
                              <a:solidFill>
                                <a:schemeClr val="tx1"/>
                              </a:solidFill>
                              <a:latin typeface="Cambria Math"/>
                              <a:ea typeface="Cambria Math"/>
                            </a:rPr>
                            <m:t>k</m:t>
                          </m:r>
                        </m:sub>
                      </m:sSub>
                      <m:r>
                        <a:rPr lang="en-US" b="0" i="1" smtClean="0">
                          <a:solidFill>
                            <a:schemeClr val="tx1"/>
                          </a:solidFill>
                          <a:latin typeface="Cambria Math"/>
                        </a:rPr>
                        <m:t>=.16</m:t>
                      </m:r>
                    </m:oMath>
                  </m:oMathPara>
                </a14:m>
                <a:endParaRPr lang="en-US" sz="1100" dirty="0"/>
              </a:p>
            </p:txBody>
          </p:sp>
        </mc:Choice>
        <mc:Fallback xmlns="">
          <p:sp>
            <p:nvSpPr>
              <p:cNvPr id="7" name="Rectangle 6"/>
              <p:cNvSpPr>
                <a:spLocks noRot="1" noChangeAspect="1" noMove="1" noResize="1" noEditPoints="1" noAdjustHandles="1" noChangeArrowheads="1" noChangeShapeType="1" noTextEdit="1"/>
              </p:cNvSpPr>
              <p:nvPr/>
            </p:nvSpPr>
            <p:spPr>
              <a:xfrm>
                <a:off x="5715000" y="5220453"/>
                <a:ext cx="1079078" cy="369332"/>
              </a:xfrm>
              <a:prstGeom prst="rect">
                <a:avLst/>
              </a:prstGeom>
              <a:blipFill>
                <a:blip r:embed="rId3"/>
                <a:stretch>
                  <a:fillRect b="-6557"/>
                </a:stretch>
              </a:blipFill>
            </p:spPr>
            <p:txBody>
              <a:bodyPr/>
              <a:lstStyle/>
              <a:p>
                <a:r>
                  <a:rPr lang="en-US">
                    <a:noFill/>
                  </a:rPr>
                  <a:t> </a:t>
                </a:r>
              </a:p>
            </p:txBody>
          </p:sp>
        </mc:Fallback>
      </mc:AlternateContent>
      <p:pic>
        <p:nvPicPr>
          <p:cNvPr id="8" name="Picture 7" descr="Chart, funnel chart&#10;&#10;Description automatically generated">
            <a:extLst>
              <a:ext uri="{FF2B5EF4-FFF2-40B4-BE49-F238E27FC236}">
                <a16:creationId xmlns:a16="http://schemas.microsoft.com/office/drawing/2014/main" id="{42F39664-C970-4B20-86F0-2F4D31DEB48D}"/>
              </a:ext>
            </a:extLst>
          </p:cNvPr>
          <p:cNvPicPr>
            <a:picLocks noChangeAspect="1"/>
          </p:cNvPicPr>
          <p:nvPr/>
        </p:nvPicPr>
        <p:blipFill>
          <a:blip r:embed="rId4">
            <a:extLst>
              <a:ext uri="{28A0092B-C50C-407E-A947-70E740481C1C}">
                <a14:useLocalDpi xmlns:a14="http://schemas.microsoft.com/office/drawing/2010/main" val="0"/>
              </a:ext>
            </a:extLst>
          </a:blip>
          <a:stretch>
            <a:fillRect/>
          </a:stretch>
        </p:blipFill>
        <p:spPr>
          <a:xfrm>
            <a:off x="914400" y="3140632"/>
            <a:ext cx="3304893" cy="3336368"/>
          </a:xfrm>
          <a:prstGeom prst="rect">
            <a:avLst/>
          </a:prstGeom>
        </p:spPr>
      </p:pic>
    </p:spTree>
    <p:extLst>
      <p:ext uri="{BB962C8B-B14F-4D97-AF65-F5344CB8AC3E}">
        <p14:creationId xmlns:p14="http://schemas.microsoft.com/office/powerpoint/2010/main" val="3655754575"/>
      </p:ext>
    </p:extLst>
  </p:cSld>
  <p:clrMapOvr>
    <a:masterClrMapping/>
  </p:clrMapOvr>
</p:sld>
</file>

<file path=ppt/slides/slide16.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le 1">
            <a:extLst>
              <a:ext uri="{FF2B5EF4-FFF2-40B4-BE49-F238E27FC236}">
                <a16:creationId xmlns:a16="http://schemas.microsoft.com/office/drawing/2014/main" id="{E19A840F-4173-4D7A-A6B5-B1675CBA2428}"/>
              </a:ext>
            </a:extLst>
          </p:cNvPr>
          <p:cNvSpPr>
            <a:spLocks noGrp="1"/>
          </p:cNvSpPr>
          <p:nvPr>
            <p:ph type="title"/>
          </p:nvPr>
        </p:nvSpPr>
        <p:spPr/>
        <p:txBody>
          <a:bodyPr/>
          <a:lstStyle/>
          <a:p>
            <a:r>
              <a:rPr lang="en-US" dirty="0"/>
              <a:t>Power Screws Worked Example</a:t>
            </a:r>
          </a:p>
        </p:txBody>
      </p:sp>
      <p:sp>
        <p:nvSpPr>
          <p:cNvPr id="3" name="Content Placeholder 2">
            <a:extLst>
              <a:ext uri="{FF2B5EF4-FFF2-40B4-BE49-F238E27FC236}">
                <a16:creationId xmlns:a16="http://schemas.microsoft.com/office/drawing/2014/main" id="{C6D3C65C-9507-44BF-A01C-7CA0A5EE72FA}"/>
              </a:ext>
            </a:extLst>
          </p:cNvPr>
          <p:cNvSpPr>
            <a:spLocks noGrp="1"/>
          </p:cNvSpPr>
          <p:nvPr>
            <p:ph idx="1"/>
          </p:nvPr>
        </p:nvSpPr>
        <p:spPr>
          <a:xfrm>
            <a:off x="457200" y="1600200"/>
            <a:ext cx="8229600" cy="2580331"/>
          </a:xfrm>
        </p:spPr>
        <p:txBody>
          <a:bodyPr>
            <a:normAutofit fontScale="77500" lnSpcReduction="20000"/>
          </a:bodyPr>
          <a:lstStyle/>
          <a:p>
            <a:r>
              <a:rPr lang="en-US" dirty="0"/>
              <a:t>You are designing a screw lift system that will be used in auto repair shops as shown below. Each screw lift will be required to support loads up to 20kN.</a:t>
            </a:r>
          </a:p>
          <a:p>
            <a:pPr lvl="1"/>
            <a:r>
              <a:rPr lang="en-US" dirty="0"/>
              <a:t>Assuming a coefficient of friction of .1, what is the lead angle at which the system will be self-locking?</a:t>
            </a:r>
          </a:p>
          <a:p>
            <a:pPr lvl="1"/>
            <a:r>
              <a:rPr lang="en-US" dirty="0"/>
              <a:t>Assuming a 5cm diameter screw, and an available motor torque of 60Nm, what is the maximum pitch that could be used to lift the 20kN load?</a:t>
            </a:r>
          </a:p>
        </p:txBody>
      </p:sp>
      <p:sp>
        <p:nvSpPr>
          <p:cNvPr id="4" name="Slide Number Placeholder 3">
            <a:extLst>
              <a:ext uri="{FF2B5EF4-FFF2-40B4-BE49-F238E27FC236}">
                <a16:creationId xmlns:a16="http://schemas.microsoft.com/office/drawing/2014/main" id="{14BC2DC7-DC17-49EA-A576-2722716E7087}"/>
              </a:ext>
            </a:extLst>
          </p:cNvPr>
          <p:cNvSpPr>
            <a:spLocks noGrp="1"/>
          </p:cNvSpPr>
          <p:nvPr>
            <p:ph type="sldNum" sz="quarter" idx="12"/>
          </p:nvPr>
        </p:nvSpPr>
        <p:spPr>
          <a:xfrm>
            <a:off x="6581775" y="6346824"/>
            <a:ext cx="2133600" cy="365125"/>
          </a:xfrm>
        </p:spPr>
        <p:txBody>
          <a:bodyPr/>
          <a:lstStyle/>
          <a:p>
            <a:fld id="{929262FE-7F58-4A1E-8AF3-5A510A86DEBD}" type="slidenum">
              <a:rPr lang="en-US" smtClean="0"/>
              <a:t>16</a:t>
            </a:fld>
            <a:endParaRPr lang="en-US"/>
          </a:p>
        </p:txBody>
      </p:sp>
      <p:pic>
        <p:nvPicPr>
          <p:cNvPr id="6" name="Picture 5">
            <a:extLst>
              <a:ext uri="{FF2B5EF4-FFF2-40B4-BE49-F238E27FC236}">
                <a16:creationId xmlns:a16="http://schemas.microsoft.com/office/drawing/2014/main" id="{F6646B71-B352-4ADB-8D2D-494C46E95A09}"/>
              </a:ext>
            </a:extLst>
          </p:cNvPr>
          <p:cNvPicPr>
            <a:picLocks noChangeAspect="1"/>
          </p:cNvPicPr>
          <p:nvPr/>
        </p:nvPicPr>
        <p:blipFill>
          <a:blip r:embed="rId2"/>
          <a:stretch>
            <a:fillRect/>
          </a:stretch>
        </p:blipFill>
        <p:spPr>
          <a:xfrm>
            <a:off x="1343025" y="4180532"/>
            <a:ext cx="3990975" cy="2348855"/>
          </a:xfrm>
          <a:prstGeom prst="rect">
            <a:avLst/>
          </a:prstGeom>
        </p:spPr>
      </p:pic>
      <mc:AlternateContent xmlns:mc="http://schemas.openxmlformats.org/markup-compatibility/2006" xmlns:a14="http://schemas.microsoft.com/office/drawing/2010/main">
        <mc:Choice Requires="a14">
          <p:sp>
            <p:nvSpPr>
              <p:cNvPr id="7" name="Rectangle 6">
                <a:extLst>
                  <a:ext uri="{FF2B5EF4-FFF2-40B4-BE49-F238E27FC236}">
                    <a16:creationId xmlns:a16="http://schemas.microsoft.com/office/drawing/2014/main" id="{5EF0F8F4-4CA1-44A5-9BD2-23E70D8B9E05}"/>
                  </a:ext>
                </a:extLst>
              </p:cNvPr>
              <p:cNvSpPr/>
              <p:nvPr/>
            </p:nvSpPr>
            <p:spPr>
              <a:xfrm>
                <a:off x="6858000" y="5410200"/>
                <a:ext cx="933204" cy="369332"/>
              </a:xfrm>
              <a:prstGeom prst="rect">
                <a:avLst/>
              </a:prstGeom>
            </p:spPr>
            <p:txBody>
              <a:bodyPr wrap="none">
                <a:spAutoFit/>
              </a:bodyPr>
              <a:lstStyle/>
              <a:p>
                <a:pPr/>
                <a14:m>
                  <m:oMathPara xmlns:m="http://schemas.openxmlformats.org/officeDocument/2006/math">
                    <m:oMathParaPr>
                      <m:jc m:val="centerGroup"/>
                    </m:oMathParaPr>
                    <m:oMath xmlns:m="http://schemas.openxmlformats.org/officeDocument/2006/math">
                      <m:sSub>
                        <m:sSubPr>
                          <m:ctrlPr>
                            <a:rPr lang="en-US" i="1" smtClean="0">
                              <a:solidFill>
                                <a:schemeClr val="tx1"/>
                              </a:solidFill>
                              <a:latin typeface="Cambria Math" panose="02040503050406030204" pitchFamily="18" charset="0"/>
                            </a:rPr>
                          </m:ctrlPr>
                        </m:sSubPr>
                        <m:e>
                          <m:r>
                            <m:rPr>
                              <m:sty m:val="p"/>
                            </m:rPr>
                            <a:rPr lang="en-US">
                              <a:solidFill>
                                <a:schemeClr val="tx1"/>
                              </a:solidFill>
                              <a:latin typeface="Cambria Math"/>
                              <a:ea typeface="Cambria Math"/>
                            </a:rPr>
                            <m:t>μ</m:t>
                          </m:r>
                        </m:e>
                        <m:sub>
                          <m:r>
                            <m:rPr>
                              <m:sty m:val="p"/>
                            </m:rPr>
                            <a:rPr lang="en-US">
                              <a:solidFill>
                                <a:schemeClr val="tx1"/>
                              </a:solidFill>
                              <a:latin typeface="Cambria Math"/>
                            </a:rPr>
                            <m:t>s</m:t>
                          </m:r>
                        </m:sub>
                      </m:sSub>
                      <m:r>
                        <a:rPr lang="en-US" b="0" i="1" smtClean="0">
                          <a:solidFill>
                            <a:schemeClr val="tx1"/>
                          </a:solidFill>
                          <a:latin typeface="Cambria Math"/>
                        </a:rPr>
                        <m:t>=.</m:t>
                      </m:r>
                      <m:r>
                        <a:rPr lang="en-US" b="0" i="1" smtClean="0">
                          <a:solidFill>
                            <a:schemeClr val="tx1"/>
                          </a:solidFill>
                          <a:latin typeface="Cambria Math" panose="02040503050406030204" pitchFamily="18" charset="0"/>
                        </a:rPr>
                        <m:t>1</m:t>
                      </m:r>
                    </m:oMath>
                  </m:oMathPara>
                </a14:m>
                <a:endParaRPr lang="en-US" sz="1100" dirty="0"/>
              </a:p>
            </p:txBody>
          </p:sp>
        </mc:Choice>
        <mc:Fallback xmlns="">
          <p:sp>
            <p:nvSpPr>
              <p:cNvPr id="7" name="Rectangle 6">
                <a:extLst>
                  <a:ext uri="{FF2B5EF4-FFF2-40B4-BE49-F238E27FC236}">
                    <a16:creationId xmlns:a16="http://schemas.microsoft.com/office/drawing/2014/main" id="{5EF0F8F4-4CA1-44A5-9BD2-23E70D8B9E05}"/>
                  </a:ext>
                </a:extLst>
              </p:cNvPr>
              <p:cNvSpPr>
                <a:spLocks noRot="1" noChangeAspect="1" noMove="1" noResize="1" noEditPoints="1" noAdjustHandles="1" noChangeArrowheads="1" noChangeShapeType="1" noTextEdit="1"/>
              </p:cNvSpPr>
              <p:nvPr/>
            </p:nvSpPr>
            <p:spPr>
              <a:xfrm>
                <a:off x="6858000" y="5410200"/>
                <a:ext cx="933204" cy="369332"/>
              </a:xfrm>
              <a:prstGeom prst="rect">
                <a:avLst/>
              </a:prstGeom>
              <a:blipFill>
                <a:blip r:embed="rId3"/>
                <a:stretch>
                  <a:fillRect b="-6667"/>
                </a:stretch>
              </a:blipFill>
            </p:spPr>
            <p:txBody>
              <a:bodyPr/>
              <a:lstStyle/>
              <a:p>
                <a:r>
                  <a:rPr lang="en-US">
                    <a:noFill/>
                  </a:rPr>
                  <a:t> </a:t>
                </a:r>
              </a:p>
            </p:txBody>
          </p:sp>
        </mc:Fallback>
      </mc:AlternateContent>
      <mc:AlternateContent xmlns:mc="http://schemas.openxmlformats.org/markup-compatibility/2006" xmlns:a14="http://schemas.microsoft.com/office/drawing/2010/main">
        <mc:Choice Requires="a14">
          <p:sp>
            <p:nvSpPr>
              <p:cNvPr id="8" name="Rectangle 7">
                <a:extLst>
                  <a:ext uri="{FF2B5EF4-FFF2-40B4-BE49-F238E27FC236}">
                    <a16:creationId xmlns:a16="http://schemas.microsoft.com/office/drawing/2014/main" id="{7CB02728-7457-4EDD-A734-206043DDD845}"/>
                  </a:ext>
                </a:extLst>
              </p:cNvPr>
              <p:cNvSpPr/>
              <p:nvPr/>
            </p:nvSpPr>
            <p:spPr>
              <a:xfrm>
                <a:off x="6858000" y="5779532"/>
                <a:ext cx="950838" cy="369332"/>
              </a:xfrm>
              <a:prstGeom prst="rect">
                <a:avLst/>
              </a:prstGeom>
            </p:spPr>
            <p:txBody>
              <a:bodyPr wrap="none">
                <a:spAutoFit/>
              </a:bodyPr>
              <a:lstStyle/>
              <a:p>
                <a:pPr/>
                <a14:m>
                  <m:oMathPara xmlns:m="http://schemas.openxmlformats.org/officeDocument/2006/math">
                    <m:oMathParaPr>
                      <m:jc m:val="centerGroup"/>
                    </m:oMathParaPr>
                    <m:oMath xmlns:m="http://schemas.openxmlformats.org/officeDocument/2006/math">
                      <m:sSub>
                        <m:sSubPr>
                          <m:ctrlPr>
                            <a:rPr lang="en-US" i="1" smtClean="0">
                              <a:solidFill>
                                <a:schemeClr val="tx1"/>
                              </a:solidFill>
                              <a:latin typeface="Cambria Math" panose="02040503050406030204" pitchFamily="18" charset="0"/>
                            </a:rPr>
                          </m:ctrlPr>
                        </m:sSubPr>
                        <m:e>
                          <m:r>
                            <m:rPr>
                              <m:sty m:val="p"/>
                            </m:rPr>
                            <a:rPr lang="en-US">
                              <a:solidFill>
                                <a:schemeClr val="tx1"/>
                              </a:solidFill>
                              <a:latin typeface="Cambria Math"/>
                              <a:ea typeface="Cambria Math"/>
                            </a:rPr>
                            <m:t>μ</m:t>
                          </m:r>
                        </m:e>
                        <m:sub>
                          <m:r>
                            <m:rPr>
                              <m:sty m:val="p"/>
                            </m:rPr>
                            <a:rPr lang="en-US" b="0" i="0" smtClean="0">
                              <a:solidFill>
                                <a:schemeClr val="tx1"/>
                              </a:solidFill>
                              <a:latin typeface="Cambria Math"/>
                              <a:ea typeface="Cambria Math"/>
                            </a:rPr>
                            <m:t>k</m:t>
                          </m:r>
                        </m:sub>
                      </m:sSub>
                      <m:r>
                        <a:rPr lang="en-US" b="0" i="1" smtClean="0">
                          <a:solidFill>
                            <a:schemeClr val="tx1"/>
                          </a:solidFill>
                          <a:latin typeface="Cambria Math"/>
                        </a:rPr>
                        <m:t>=.</m:t>
                      </m:r>
                      <m:r>
                        <a:rPr lang="en-US" b="0" i="1" smtClean="0">
                          <a:solidFill>
                            <a:schemeClr val="tx1"/>
                          </a:solidFill>
                          <a:latin typeface="Cambria Math" panose="02040503050406030204" pitchFamily="18" charset="0"/>
                        </a:rPr>
                        <m:t>1</m:t>
                      </m:r>
                    </m:oMath>
                  </m:oMathPara>
                </a14:m>
                <a:endParaRPr lang="en-US" sz="1100" dirty="0"/>
              </a:p>
            </p:txBody>
          </p:sp>
        </mc:Choice>
        <mc:Fallback xmlns="">
          <p:sp>
            <p:nvSpPr>
              <p:cNvPr id="8" name="Rectangle 7">
                <a:extLst>
                  <a:ext uri="{FF2B5EF4-FFF2-40B4-BE49-F238E27FC236}">
                    <a16:creationId xmlns:a16="http://schemas.microsoft.com/office/drawing/2014/main" id="{7CB02728-7457-4EDD-A734-206043DDD845}"/>
                  </a:ext>
                </a:extLst>
              </p:cNvPr>
              <p:cNvSpPr>
                <a:spLocks noRot="1" noChangeAspect="1" noMove="1" noResize="1" noEditPoints="1" noAdjustHandles="1" noChangeArrowheads="1" noChangeShapeType="1" noTextEdit="1"/>
              </p:cNvSpPr>
              <p:nvPr/>
            </p:nvSpPr>
            <p:spPr>
              <a:xfrm>
                <a:off x="6858000" y="5779532"/>
                <a:ext cx="950838" cy="369332"/>
              </a:xfrm>
              <a:prstGeom prst="rect">
                <a:avLst/>
              </a:prstGeom>
              <a:blipFill>
                <a:blip r:embed="rId4"/>
                <a:stretch>
                  <a:fillRect b="-6557"/>
                </a:stretch>
              </a:blipFill>
            </p:spPr>
            <p:txBody>
              <a:bodyPr/>
              <a:lstStyle/>
              <a:p>
                <a:r>
                  <a:rPr lang="en-US">
                    <a:noFill/>
                  </a:rPr>
                  <a:t> </a:t>
                </a:r>
              </a:p>
            </p:txBody>
          </p:sp>
        </mc:Fallback>
      </mc:AlternateContent>
    </p:spTree>
    <p:extLst>
      <p:ext uri="{BB962C8B-B14F-4D97-AF65-F5344CB8AC3E}">
        <p14:creationId xmlns:p14="http://schemas.microsoft.com/office/powerpoint/2010/main" val="3122921510"/>
      </p:ext>
    </p:extLst>
  </p:cSld>
  <p:clrMapOvr>
    <a:masterClrMapping/>
  </p:clrMapOvr>
</p:sld>
</file>

<file path=ppt/theme/theme1.xml><?xml version="1.0" encoding="utf-8"?>
<a:theme xmlns:a="http://schemas.openxmlformats.org/drawingml/2006/main" name="MA_Template">
  <a:themeElements>
    <a:clrScheme name="Office">
      <a:dk1>
        <a:sysClr val="windowText" lastClr="000000"/>
      </a:dk1>
      <a:lt1>
        <a:sysClr val="window" lastClr="FFFFFF"/>
      </a:lt1>
      <a:dk2>
        <a:srgbClr val="1F497D"/>
      </a:dk2>
      <a:lt2>
        <a:srgbClr val="EEECE1"/>
      </a:lt2>
      <a:accent1>
        <a:srgbClr val="4F81BD"/>
      </a:accent1>
      <a:accent2>
        <a:srgbClr val="C0504D"/>
      </a:accent2>
      <a:accent3>
        <a:srgbClr val="9BBB59"/>
      </a:accent3>
      <a:accent4>
        <a:srgbClr val="8064A2"/>
      </a:accent4>
      <a:accent5>
        <a:srgbClr val="4BACC6"/>
      </a:accent5>
      <a:accent6>
        <a:srgbClr val="F79646"/>
      </a:accent6>
      <a:hlink>
        <a:srgbClr val="0000FF"/>
      </a:hlink>
      <a:folHlink>
        <a:srgbClr val="800080"/>
      </a:folHlink>
    </a:clrScheme>
    <a:fontScheme name="Office">
      <a:majorFont>
        <a:latin typeface="Calibri"/>
        <a:ea typeface=""/>
        <a:cs typeface=""/>
        <a:font script="Jpan" typeface="ＭＳ Ｐゴシック"/>
        <a:font script="Hang" typeface="맑은 고딕"/>
        <a:font script="Hans" typeface="宋体"/>
        <a:font script="Hant" typeface="新細明體"/>
        <a:font script="Arab" typeface="Times New Roman"/>
        <a:font script="Hebr" typeface="Times New Roman"/>
        <a:font script="Thai" typeface="Angsana New"/>
        <a:font script="Ethi" typeface="Nyala"/>
        <a:font script="Beng" typeface="Vrinda"/>
        <a:font script="Gujr" typeface="Shruti"/>
        <a:font script="Khmr" typeface="MoolBoran"/>
        <a:font script="Knda" typeface="Tunga"/>
        <a:font script="Guru" typeface="Raavi"/>
        <a:font script="Cans" typeface="Euphemia"/>
        <a:font script="Cher" typeface="Plantagenet Cherokee"/>
        <a:font script="Yiii" typeface="Microsoft Yi Baiti"/>
        <a:font script="Tibt" typeface="Microsoft Himalaya"/>
        <a:font script="Thaa" typeface="MV Boli"/>
        <a:font script="Deva" typeface="Mangal"/>
        <a:font script="Telu" typeface="Gautami"/>
        <a:font script="Taml" typeface="Latha"/>
        <a:font script="Syrc" typeface="Estrangelo Edessa"/>
        <a:font script="Orya" typeface="Kalinga"/>
        <a:font script="Mlym" typeface="Kartika"/>
        <a:font script="Laoo" typeface="DokChampa"/>
        <a:font script="Sinh" typeface="Iskoola Pota"/>
        <a:font script="Mong" typeface="Mongolian Baiti"/>
        <a:font script="Viet" typeface="Times New Roman"/>
        <a:font script="Uigh" typeface="Microsoft Uighur"/>
        <a:font script="Geor" typeface="Sylfaen"/>
      </a:majorFont>
      <a:minorFont>
        <a:latin typeface="Calibri"/>
        <a:ea typeface=""/>
        <a:cs typeface=""/>
        <a:font script="Jpan" typeface="ＭＳ Ｐゴシック"/>
        <a:font script="Hang" typeface="맑은 고딕"/>
        <a:font script="Hans" typeface="宋体"/>
        <a:font script="Hant" typeface="新細明體"/>
        <a:font script="Arab" typeface="Arial"/>
        <a:font script="Hebr" typeface="Arial"/>
        <a:font script="Thai" typeface="Cordia New"/>
        <a:font script="Ethi" typeface="Nyala"/>
        <a:font script="Beng" typeface="Vrinda"/>
        <a:font script="Gujr" typeface="Shruti"/>
        <a:font script="Khmr" typeface="DaunPenh"/>
        <a:font script="Knda" typeface="Tunga"/>
        <a:font script="Guru" typeface="Raavi"/>
        <a:font script="Cans" typeface="Euphemia"/>
        <a:font script="Cher" typeface="Plantagenet Cherokee"/>
        <a:font script="Yiii" typeface="Microsoft Yi Baiti"/>
        <a:font script="Tibt" typeface="Microsoft Himalaya"/>
        <a:font script="Thaa" typeface="MV Boli"/>
        <a:font script="Deva" typeface="Mangal"/>
        <a:font script="Telu" typeface="Gautami"/>
        <a:font script="Taml" typeface="Latha"/>
        <a:font script="Syrc" typeface="Estrangelo Edessa"/>
        <a:font script="Orya" typeface="Kalinga"/>
        <a:font script="Mlym" typeface="Kartika"/>
        <a:font script="Laoo" typeface="DokChampa"/>
        <a:font script="Sinh" typeface="Iskoola Pota"/>
        <a:font script="Mong" typeface="Mongolian Baiti"/>
        <a:font script="Viet" typeface="Arial"/>
        <a:font script="Uigh" typeface="Microsoft Uighur"/>
        <a:font script="Geor" typeface="Sylfaen"/>
      </a:minorFont>
    </a:fontScheme>
    <a:fmtScheme name="Office">
      <a:fillStyleLst>
        <a:solidFill>
          <a:schemeClr val="phClr"/>
        </a:solidFill>
        <a:gradFill rotWithShape="1">
          <a:gsLst>
            <a:gs pos="0">
              <a:schemeClr val="phClr">
                <a:tint val="50000"/>
                <a:satMod val="300000"/>
              </a:schemeClr>
            </a:gs>
            <a:gs pos="35000">
              <a:schemeClr val="phClr">
                <a:tint val="37000"/>
                <a:satMod val="300000"/>
              </a:schemeClr>
            </a:gs>
            <a:gs pos="100000">
              <a:schemeClr val="phClr">
                <a:tint val="15000"/>
                <a:satMod val="350000"/>
              </a:schemeClr>
            </a:gs>
          </a:gsLst>
          <a:lin ang="16200000" scaled="1"/>
        </a:gradFill>
        <a:gradFill rotWithShape="1">
          <a:gsLst>
            <a:gs pos="0">
              <a:schemeClr val="phClr">
                <a:shade val="51000"/>
                <a:satMod val="130000"/>
              </a:schemeClr>
            </a:gs>
            <a:gs pos="80000">
              <a:schemeClr val="phClr">
                <a:shade val="93000"/>
                <a:satMod val="130000"/>
              </a:schemeClr>
            </a:gs>
            <a:gs pos="100000">
              <a:schemeClr val="phClr">
                <a:shade val="94000"/>
                <a:satMod val="135000"/>
              </a:schemeClr>
            </a:gs>
          </a:gsLst>
          <a:lin ang="16200000" scaled="0"/>
        </a:gradFill>
      </a:fillStyleLst>
      <a:lnStyleLst>
        <a:ln w="9525" cap="flat" cmpd="sng" algn="ctr">
          <a:solidFill>
            <a:schemeClr val="phClr">
              <a:shade val="95000"/>
              <a:satMod val="105000"/>
            </a:schemeClr>
          </a:solidFill>
          <a:prstDash val="solid"/>
        </a:ln>
        <a:ln w="25400" cap="flat" cmpd="sng" algn="ctr">
          <a:solidFill>
            <a:schemeClr val="phClr"/>
          </a:solidFill>
          <a:prstDash val="solid"/>
        </a:ln>
        <a:ln w="38100" cap="flat" cmpd="sng" algn="ctr">
          <a:solidFill>
            <a:schemeClr val="phClr"/>
          </a:solidFill>
          <a:prstDash val="solid"/>
        </a:ln>
      </a:lnStyleLst>
      <a:effectStyleLst>
        <a:effectStyle>
          <a:effectLst>
            <a:outerShdw blurRad="40000" dist="20000" dir="5400000" rotWithShape="0">
              <a:srgbClr val="000000">
                <a:alpha val="38000"/>
              </a:srgbClr>
            </a:outerShdw>
          </a:effectLst>
        </a:effectStyle>
        <a:effectStyle>
          <a:effectLst>
            <a:outerShdw blurRad="40000" dist="23000" dir="5400000" rotWithShape="0">
              <a:srgbClr val="000000">
                <a:alpha val="35000"/>
              </a:srgbClr>
            </a:outerShdw>
          </a:effectLst>
        </a:effectStyle>
        <a:effectStyle>
          <a:effectLst>
            <a:outerShdw blurRad="40000" dist="23000" dir="5400000" rotWithShape="0">
              <a:srgbClr val="000000">
                <a:alpha val="35000"/>
              </a:srgbClr>
            </a:outerShdw>
          </a:effectLst>
          <a:scene3d>
            <a:camera prst="orthographicFront">
              <a:rot lat="0" lon="0" rev="0"/>
            </a:camera>
            <a:lightRig rig="threePt" dir="t">
              <a:rot lat="0" lon="0" rev="1200000"/>
            </a:lightRig>
          </a:scene3d>
          <a:sp3d>
            <a:bevelT w="63500" h="25400"/>
          </a:sp3d>
        </a:effectStyle>
      </a:effectStyleLst>
      <a:bgFillStyleLst>
        <a:solidFill>
          <a:schemeClr val="phClr"/>
        </a:solidFill>
        <a:gradFill rotWithShape="1">
          <a:gsLst>
            <a:gs pos="0">
              <a:schemeClr val="phClr">
                <a:tint val="40000"/>
                <a:satMod val="350000"/>
              </a:schemeClr>
            </a:gs>
            <a:gs pos="40000">
              <a:schemeClr val="phClr">
                <a:tint val="45000"/>
                <a:shade val="99000"/>
                <a:satMod val="350000"/>
              </a:schemeClr>
            </a:gs>
            <a:gs pos="100000">
              <a:schemeClr val="phClr">
                <a:shade val="20000"/>
                <a:satMod val="255000"/>
              </a:schemeClr>
            </a:gs>
          </a:gsLst>
          <a:path path="circle">
            <a:fillToRect l="50000" t="-80000" r="50000" b="180000"/>
          </a:path>
        </a:gradFill>
        <a:gradFill rotWithShape="1">
          <a:gsLst>
            <a:gs pos="0">
              <a:schemeClr val="phClr">
                <a:tint val="80000"/>
                <a:satMod val="300000"/>
              </a:schemeClr>
            </a:gs>
            <a:gs pos="100000">
              <a:schemeClr val="phClr">
                <a:shade val="30000"/>
                <a:satMod val="200000"/>
              </a:schemeClr>
            </a:gs>
          </a:gsLst>
          <a:path path="circle">
            <a:fillToRect l="50000" t="50000" r="50000" b="50000"/>
          </a:path>
        </a:gradFill>
      </a:bgFillStyleLst>
    </a:fmtScheme>
  </a:themeElements>
  <a:objectDefaults/>
  <a:extraClrSchemeLst/>
</a:theme>
</file>

<file path=ppt/theme/theme2.xml><?xml version="1.0" encoding="utf-8"?>
<a:theme xmlns:a="http://schemas.openxmlformats.org/drawingml/2006/main" name="Office Theme">
  <a:themeElements>
    <a:clrScheme name="Office">
      <a:dk1>
        <a:sysClr val="windowText" lastClr="000000"/>
      </a:dk1>
      <a:lt1>
        <a:sysClr val="window" lastClr="FFFFFF"/>
      </a:lt1>
      <a:dk2>
        <a:srgbClr val="1F497D"/>
      </a:dk2>
      <a:lt2>
        <a:srgbClr val="EEECE1"/>
      </a:lt2>
      <a:accent1>
        <a:srgbClr val="4F81BD"/>
      </a:accent1>
      <a:accent2>
        <a:srgbClr val="C0504D"/>
      </a:accent2>
      <a:accent3>
        <a:srgbClr val="9BBB59"/>
      </a:accent3>
      <a:accent4>
        <a:srgbClr val="8064A2"/>
      </a:accent4>
      <a:accent5>
        <a:srgbClr val="4BACC6"/>
      </a:accent5>
      <a:accent6>
        <a:srgbClr val="F79646"/>
      </a:accent6>
      <a:hlink>
        <a:srgbClr val="0000FF"/>
      </a:hlink>
      <a:folHlink>
        <a:srgbClr val="800080"/>
      </a:folHlink>
    </a:clrScheme>
    <a:fontScheme name="Office">
      <a:majorFont>
        <a:latin typeface="Calibri"/>
        <a:ea typeface=""/>
        <a:cs typeface=""/>
        <a:font script="Jpan" typeface="ＭＳ Ｐゴシック"/>
        <a:font script="Hang" typeface="맑은 고딕"/>
        <a:font script="Hans" typeface="宋体"/>
        <a:font script="Hant" typeface="新細明體"/>
        <a:font script="Arab" typeface="Times New Roman"/>
        <a:font script="Hebr" typeface="Times New Roman"/>
        <a:font script="Thai" typeface="Angsana New"/>
        <a:font script="Ethi" typeface="Nyala"/>
        <a:font script="Beng" typeface="Vrinda"/>
        <a:font script="Gujr" typeface="Shruti"/>
        <a:font script="Khmr" typeface="MoolBoran"/>
        <a:font script="Knda" typeface="Tunga"/>
        <a:font script="Guru" typeface="Raavi"/>
        <a:font script="Cans" typeface="Euphemia"/>
        <a:font script="Cher" typeface="Plantagenet Cherokee"/>
        <a:font script="Yiii" typeface="Microsoft Yi Baiti"/>
        <a:font script="Tibt" typeface="Microsoft Himalaya"/>
        <a:font script="Thaa" typeface="MV Boli"/>
        <a:font script="Deva" typeface="Mangal"/>
        <a:font script="Telu" typeface="Gautami"/>
        <a:font script="Taml" typeface="Latha"/>
        <a:font script="Syrc" typeface="Estrangelo Edessa"/>
        <a:font script="Orya" typeface="Kalinga"/>
        <a:font script="Mlym" typeface="Kartika"/>
        <a:font script="Laoo" typeface="DokChampa"/>
        <a:font script="Sinh" typeface="Iskoola Pota"/>
        <a:font script="Mong" typeface="Mongolian Baiti"/>
        <a:font script="Viet" typeface="Times New Roman"/>
        <a:font script="Uigh" typeface="Microsoft Uighur"/>
        <a:font script="Geor" typeface="Sylfaen"/>
      </a:majorFont>
      <a:minorFont>
        <a:latin typeface="Calibri"/>
        <a:ea typeface=""/>
        <a:cs typeface=""/>
        <a:font script="Jpan" typeface="ＭＳ Ｐゴシック"/>
        <a:font script="Hang" typeface="맑은 고딕"/>
        <a:font script="Hans" typeface="宋体"/>
        <a:font script="Hant" typeface="新細明體"/>
        <a:font script="Arab" typeface="Arial"/>
        <a:font script="Hebr" typeface="Arial"/>
        <a:font script="Thai" typeface="Cordia New"/>
        <a:font script="Ethi" typeface="Nyala"/>
        <a:font script="Beng" typeface="Vrinda"/>
        <a:font script="Gujr" typeface="Shruti"/>
        <a:font script="Khmr" typeface="DaunPenh"/>
        <a:font script="Knda" typeface="Tunga"/>
        <a:font script="Guru" typeface="Raavi"/>
        <a:font script="Cans" typeface="Euphemia"/>
        <a:font script="Cher" typeface="Plantagenet Cherokee"/>
        <a:font script="Yiii" typeface="Microsoft Yi Baiti"/>
        <a:font script="Tibt" typeface="Microsoft Himalaya"/>
        <a:font script="Thaa" typeface="MV Boli"/>
        <a:font script="Deva" typeface="Mangal"/>
        <a:font script="Telu" typeface="Gautami"/>
        <a:font script="Taml" typeface="Latha"/>
        <a:font script="Syrc" typeface="Estrangelo Edessa"/>
        <a:font script="Orya" typeface="Kalinga"/>
        <a:font script="Mlym" typeface="Kartika"/>
        <a:font script="Laoo" typeface="DokChampa"/>
        <a:font script="Sinh" typeface="Iskoola Pota"/>
        <a:font script="Mong" typeface="Mongolian Baiti"/>
        <a:font script="Viet" typeface="Arial"/>
        <a:font script="Uigh" typeface="Microsoft Uighur"/>
        <a:font script="Geor" typeface="Sylfaen"/>
      </a:minorFont>
    </a:fontScheme>
    <a:fmtScheme name="Office">
      <a:fillStyleLst>
        <a:solidFill>
          <a:schemeClr val="phClr"/>
        </a:solidFill>
        <a:gradFill rotWithShape="1">
          <a:gsLst>
            <a:gs pos="0">
              <a:schemeClr val="phClr">
                <a:tint val="50000"/>
                <a:satMod val="300000"/>
              </a:schemeClr>
            </a:gs>
            <a:gs pos="35000">
              <a:schemeClr val="phClr">
                <a:tint val="37000"/>
                <a:satMod val="300000"/>
              </a:schemeClr>
            </a:gs>
            <a:gs pos="100000">
              <a:schemeClr val="phClr">
                <a:tint val="15000"/>
                <a:satMod val="350000"/>
              </a:schemeClr>
            </a:gs>
          </a:gsLst>
          <a:lin ang="16200000" scaled="1"/>
        </a:gradFill>
        <a:gradFill rotWithShape="1">
          <a:gsLst>
            <a:gs pos="0">
              <a:schemeClr val="phClr">
                <a:shade val="51000"/>
                <a:satMod val="130000"/>
              </a:schemeClr>
            </a:gs>
            <a:gs pos="80000">
              <a:schemeClr val="phClr">
                <a:shade val="93000"/>
                <a:satMod val="130000"/>
              </a:schemeClr>
            </a:gs>
            <a:gs pos="100000">
              <a:schemeClr val="phClr">
                <a:shade val="94000"/>
                <a:satMod val="135000"/>
              </a:schemeClr>
            </a:gs>
          </a:gsLst>
          <a:lin ang="16200000" scaled="0"/>
        </a:gradFill>
      </a:fillStyleLst>
      <a:lnStyleLst>
        <a:ln w="9525" cap="flat" cmpd="sng" algn="ctr">
          <a:solidFill>
            <a:schemeClr val="phClr">
              <a:shade val="95000"/>
              <a:satMod val="105000"/>
            </a:schemeClr>
          </a:solidFill>
          <a:prstDash val="solid"/>
        </a:ln>
        <a:ln w="25400" cap="flat" cmpd="sng" algn="ctr">
          <a:solidFill>
            <a:schemeClr val="phClr"/>
          </a:solidFill>
          <a:prstDash val="solid"/>
        </a:ln>
        <a:ln w="38100" cap="flat" cmpd="sng" algn="ctr">
          <a:solidFill>
            <a:schemeClr val="phClr"/>
          </a:solidFill>
          <a:prstDash val="solid"/>
        </a:ln>
      </a:lnStyleLst>
      <a:effectStyleLst>
        <a:effectStyle>
          <a:effectLst>
            <a:outerShdw blurRad="40000" dist="20000" dir="5400000" rotWithShape="0">
              <a:srgbClr val="000000">
                <a:alpha val="38000"/>
              </a:srgbClr>
            </a:outerShdw>
          </a:effectLst>
        </a:effectStyle>
        <a:effectStyle>
          <a:effectLst>
            <a:outerShdw blurRad="40000" dist="23000" dir="5400000" rotWithShape="0">
              <a:srgbClr val="000000">
                <a:alpha val="35000"/>
              </a:srgbClr>
            </a:outerShdw>
          </a:effectLst>
        </a:effectStyle>
        <a:effectStyle>
          <a:effectLst>
            <a:outerShdw blurRad="40000" dist="23000" dir="5400000" rotWithShape="0">
              <a:srgbClr val="000000">
                <a:alpha val="35000"/>
              </a:srgbClr>
            </a:outerShdw>
          </a:effectLst>
          <a:scene3d>
            <a:camera prst="orthographicFront">
              <a:rot lat="0" lon="0" rev="0"/>
            </a:camera>
            <a:lightRig rig="threePt" dir="t">
              <a:rot lat="0" lon="0" rev="1200000"/>
            </a:lightRig>
          </a:scene3d>
          <a:sp3d>
            <a:bevelT w="63500" h="25400"/>
          </a:sp3d>
        </a:effectStyle>
      </a:effectStyleLst>
      <a:bgFillStyleLst>
        <a:solidFill>
          <a:schemeClr val="phClr"/>
        </a:solidFill>
        <a:gradFill rotWithShape="1">
          <a:gsLst>
            <a:gs pos="0">
              <a:schemeClr val="phClr">
                <a:tint val="40000"/>
                <a:satMod val="350000"/>
              </a:schemeClr>
            </a:gs>
            <a:gs pos="40000">
              <a:schemeClr val="phClr">
                <a:tint val="45000"/>
                <a:shade val="99000"/>
                <a:satMod val="350000"/>
              </a:schemeClr>
            </a:gs>
            <a:gs pos="100000">
              <a:schemeClr val="phClr">
                <a:shade val="20000"/>
                <a:satMod val="255000"/>
              </a:schemeClr>
            </a:gs>
          </a:gsLst>
          <a:path path="circle">
            <a:fillToRect l="50000" t="-80000" r="50000" b="180000"/>
          </a:path>
        </a:gradFill>
        <a:gradFill rotWithShape="1">
          <a:gsLst>
            <a:gs pos="0">
              <a:schemeClr val="phClr">
                <a:tint val="80000"/>
                <a:satMod val="300000"/>
              </a:schemeClr>
            </a:gs>
            <a:gs pos="100000">
              <a:schemeClr val="phClr">
                <a:shade val="30000"/>
                <a:satMod val="200000"/>
              </a:schemeClr>
            </a:gs>
          </a:gsLst>
          <a:path path="circle">
            <a:fillToRect l="50000" t="50000" r="50000" b="50000"/>
          </a:path>
        </a:gradFill>
      </a:bgFillStyleLst>
    </a:fmtScheme>
  </a:themeElements>
  <a:objectDefaults/>
  <a:extraClrSchemeLst/>
</a:theme>
</file>

<file path=customXml/_rels/item1.xml.rels><?xml version="1.0" encoding="UTF-8" standalone="yes"?>
<Relationships xmlns="http://schemas.openxmlformats.org/package/2006/relationships"><Relationship Id="rId1" Type="http://schemas.openxmlformats.org/officeDocument/2006/relationships/customXmlProps" Target="itemProps1.xml"/></Relationships>
</file>

<file path=customXml/_rels/item2.xml.rels><?xml version="1.0" encoding="UTF-8" standalone="yes"?>
<Relationships xmlns="http://schemas.openxmlformats.org/package/2006/relationships"><Relationship Id="rId1" Type="http://schemas.openxmlformats.org/officeDocument/2006/relationships/customXmlProps" Target="itemProps2.xml"/></Relationships>
</file>

<file path=customXml/_rels/item3.xml.rels><?xml version="1.0" encoding="UTF-8" standalone="yes"?>
<Relationships xmlns="http://schemas.openxmlformats.org/package/2006/relationships"><Relationship Id="rId1" Type="http://schemas.openxmlformats.org/officeDocument/2006/relationships/customXmlProps" Target="itemProps3.xml"/></Relationships>
</file>

<file path=customXml/item1.xml><?xml version="1.0" encoding="utf-8"?>
<?mso-contentType ?>
<FormTemplates xmlns="http://schemas.microsoft.com/sharepoint/v3/contenttype/forms">
  <Display>DocumentLibraryForm</Display>
  <Edit>DocumentLibraryForm</Edit>
  <New>DocumentLibraryForm</New>
</FormTemplates>
</file>

<file path=customXml/item2.xml><?xml version="1.0" encoding="utf-8"?>
<p:properties xmlns:p="http://schemas.microsoft.com/office/2006/metadata/properties" xmlns:xsi="http://www.w3.org/2001/XMLSchema-instance" xmlns:pc="http://schemas.microsoft.com/office/infopath/2007/PartnerControls">
  <documentManagement/>
</p:properties>
</file>

<file path=customXml/item3.xml><?xml version="1.0" encoding="utf-8"?>
<ct:contentTypeSchema xmlns:ct="http://schemas.microsoft.com/office/2006/metadata/contentType" xmlns:ma="http://schemas.microsoft.com/office/2006/metadata/properties/metaAttributes" ct:_="" ma:_="" ma:contentTypeName="Document" ma:contentTypeID="0x010100A06DF21F5BB2734A800ED30F3F452129" ma:contentTypeVersion="12" ma:contentTypeDescription="Create a new document." ma:contentTypeScope="" ma:versionID="544d96a5fbac5de9d5d902b535c73fb2">
  <xsd:schema xmlns:xsd="http://www.w3.org/2001/XMLSchema" xmlns:xs="http://www.w3.org/2001/XMLSchema" xmlns:p="http://schemas.microsoft.com/office/2006/metadata/properties" xmlns:ns3="90d05cb5-950f-4f68-bc2c-e17794455b92" xmlns:ns4="b4eab9fa-dbb0-4082-8491-8bd54207a265" targetNamespace="http://schemas.microsoft.com/office/2006/metadata/properties" ma:root="true" ma:fieldsID="7a710efc71c2169bf9c05e5a40dddf12" ns3:_="" ns4:_="">
    <xsd:import namespace="90d05cb5-950f-4f68-bc2c-e17794455b92"/>
    <xsd:import namespace="b4eab9fa-dbb0-4082-8491-8bd54207a265"/>
    <xsd:element name="properties">
      <xsd:complexType>
        <xsd:sequence>
          <xsd:element name="documentManagement">
            <xsd:complexType>
              <xsd:all>
                <xsd:element ref="ns3:SharedWithUsers" minOccurs="0"/>
                <xsd:element ref="ns3:SharedWithDetails" minOccurs="0"/>
                <xsd:element ref="ns3:SharingHintHash" minOccurs="0"/>
                <xsd:element ref="ns4:MediaServiceMetadata" minOccurs="0"/>
                <xsd:element ref="ns4:MediaServiceFastMetadata" minOccurs="0"/>
                <xsd:element ref="ns4:MediaServiceAutoKeyPoints" minOccurs="0"/>
                <xsd:element ref="ns4:MediaServiceKeyPoints" minOccurs="0"/>
                <xsd:element ref="ns4:MediaServiceAutoTags" minOccurs="0"/>
                <xsd:element ref="ns4:MediaServiceGenerationTime" minOccurs="0"/>
                <xsd:element ref="ns4:MediaServiceEventHashCode" minOccurs="0"/>
                <xsd:element ref="ns4:MediaServiceDateTaken" minOccurs="0"/>
                <xsd:element ref="ns4:MediaServiceOCR" minOccurs="0"/>
              </xsd:all>
            </xsd:complexType>
          </xsd:element>
        </xsd:sequence>
      </xsd:complexType>
    </xsd:element>
  </xsd:schema>
  <xsd:schema xmlns:xsd="http://www.w3.org/2001/XMLSchema" xmlns:xs="http://www.w3.org/2001/XMLSchema" xmlns:dms="http://schemas.microsoft.com/office/2006/documentManagement/types" xmlns:pc="http://schemas.microsoft.com/office/infopath/2007/PartnerControls" targetNamespace="90d05cb5-950f-4f68-bc2c-e17794455b92" elementFormDefault="qualified">
    <xsd:import namespace="http://schemas.microsoft.com/office/2006/documentManagement/types"/>
    <xsd:import namespace="http://schemas.microsoft.com/office/infopath/2007/PartnerControls"/>
    <xsd:element name="SharedWithUsers" ma:index="8" nillable="true" ma:displayName="Shared With" ma:internalName="SharedWithUsers" ma:readOnly="true">
      <xsd:complexType>
        <xsd:complexContent>
          <xsd:extension base="dms:UserMulti">
            <xsd:sequence>
              <xsd:element name="UserInfo" minOccurs="0" maxOccurs="unbounded">
                <xsd:complexType>
                  <xsd:sequence>
                    <xsd:element name="DisplayName" type="xsd:string" minOccurs="0"/>
                    <xsd:element name="AccountId" type="dms:UserId" minOccurs="0" nillable="true"/>
                    <xsd:element name="AccountType" type="xsd:string" minOccurs="0"/>
                  </xsd:sequence>
                </xsd:complexType>
              </xsd:element>
            </xsd:sequence>
          </xsd:extension>
        </xsd:complexContent>
      </xsd:complexType>
    </xsd:element>
    <xsd:element name="SharedWithDetails" ma:index="9" nillable="true" ma:displayName="Shared With Details" ma:internalName="SharedWithDetails" ma:readOnly="true">
      <xsd:simpleType>
        <xsd:restriction base="dms:Note">
          <xsd:maxLength value="255"/>
        </xsd:restriction>
      </xsd:simpleType>
    </xsd:element>
    <xsd:element name="SharingHintHash" ma:index="10" nillable="true" ma:displayName="Sharing Hint Hash" ma:hidden="true" ma:internalName="SharingHintHash" ma:readOnly="true">
      <xsd:simpleType>
        <xsd:restriction base="dms:Text"/>
      </xsd:simpleType>
    </xsd:element>
  </xsd:schema>
  <xsd:schema xmlns:xsd="http://www.w3.org/2001/XMLSchema" xmlns:xs="http://www.w3.org/2001/XMLSchema" xmlns:dms="http://schemas.microsoft.com/office/2006/documentManagement/types" xmlns:pc="http://schemas.microsoft.com/office/infopath/2007/PartnerControls" targetNamespace="b4eab9fa-dbb0-4082-8491-8bd54207a265" elementFormDefault="qualified">
    <xsd:import namespace="http://schemas.microsoft.com/office/2006/documentManagement/types"/>
    <xsd:import namespace="http://schemas.microsoft.com/office/infopath/2007/PartnerControls"/>
    <xsd:element name="MediaServiceMetadata" ma:index="11" nillable="true" ma:displayName="MediaServiceMetadata" ma:hidden="true" ma:internalName="MediaServiceMetadata" ma:readOnly="true">
      <xsd:simpleType>
        <xsd:restriction base="dms:Note"/>
      </xsd:simpleType>
    </xsd:element>
    <xsd:element name="MediaServiceFastMetadata" ma:index="12" nillable="true" ma:displayName="MediaServiceFastMetadata" ma:hidden="true" ma:internalName="MediaServiceFastMetadata" ma:readOnly="true">
      <xsd:simpleType>
        <xsd:restriction base="dms:Note"/>
      </xsd:simpleType>
    </xsd:element>
    <xsd:element name="MediaServiceAutoKeyPoints" ma:index="13" nillable="true" ma:displayName="MediaServiceAutoKeyPoints" ma:hidden="true" ma:internalName="MediaServiceAutoKeyPoints" ma:readOnly="true">
      <xsd:simpleType>
        <xsd:restriction base="dms:Note"/>
      </xsd:simpleType>
    </xsd:element>
    <xsd:element name="MediaServiceKeyPoints" ma:index="14" nillable="true" ma:displayName="KeyPoints" ma:internalName="MediaServiceKeyPoints" ma:readOnly="true">
      <xsd:simpleType>
        <xsd:restriction base="dms:Note">
          <xsd:maxLength value="255"/>
        </xsd:restriction>
      </xsd:simpleType>
    </xsd:element>
    <xsd:element name="MediaServiceAutoTags" ma:index="15" nillable="true" ma:displayName="Tags" ma:internalName="MediaServiceAutoTags" ma:readOnly="true">
      <xsd:simpleType>
        <xsd:restriction base="dms:Text"/>
      </xsd:simpleType>
    </xsd:element>
    <xsd:element name="MediaServiceGenerationTime" ma:index="16" nillable="true" ma:displayName="MediaServiceGenerationTime" ma:hidden="true" ma:internalName="MediaServiceGenerationTime" ma:readOnly="true">
      <xsd:simpleType>
        <xsd:restriction base="dms:Text"/>
      </xsd:simpleType>
    </xsd:element>
    <xsd:element name="MediaServiceEventHashCode" ma:index="17" nillable="true" ma:displayName="MediaServiceEventHashCode" ma:hidden="true" ma:internalName="MediaServiceEventHashCode" ma:readOnly="true">
      <xsd:simpleType>
        <xsd:restriction base="dms:Text"/>
      </xsd:simpleType>
    </xsd:element>
    <xsd:element name="MediaServiceDateTaken" ma:index="18" nillable="true" ma:displayName="MediaServiceDateTaken" ma:hidden="true" ma:internalName="MediaServiceDateTaken" ma:readOnly="true">
      <xsd:simpleType>
        <xsd:restriction base="dms:Text"/>
      </xsd:simpleType>
    </xsd:element>
    <xsd:element name="MediaServiceOCR" ma:index="19" nillable="true" ma:displayName="Extracted Text" ma:internalName="MediaServiceOCR" ma:readOnly="true">
      <xsd:simpleType>
        <xsd:restriction base="dms:Note">
          <xsd:maxLength value="255"/>
        </xsd:restriction>
      </xsd:simpleType>
    </xsd:element>
  </xsd:schema>
  <xsd:schema xmlns="http://schemas.openxmlformats.org/package/2006/metadata/core-properties" xmlns:xsd="http://www.w3.org/2001/XMLSchema" xmlns:xsi="http://www.w3.org/2001/XMLSchema-instance" xmlns:dc="http://purl.org/dc/elements/1.1/" xmlns:dcterms="http://purl.org/dc/terms/" xmlns:odoc="http://schemas.microsoft.com/internal/obd" targetNamespace="http://schemas.openxmlformats.org/package/2006/metadata/core-properties" elementFormDefault="qualified" attributeFormDefault="unqualified" blockDefault="#all">
    <xsd:import namespace="http://purl.org/dc/elements/1.1/" schemaLocation="http://dublincore.org/schemas/xmls/qdc/2003/04/02/dc.xsd"/>
    <xsd:import namespace="http://purl.org/dc/terms/" schemaLocation="http://dublincore.org/schemas/xmls/qdc/2003/04/02/dcterms.xsd"/>
    <xsd:element name="coreProperties" type="CT_coreProperties"/>
    <xsd:complexType name="CT_coreProperties">
      <xsd:all>
        <xsd:element ref="dc:creator" minOccurs="0" maxOccurs="1"/>
        <xsd:element ref="dcterms:created" minOccurs="0" maxOccurs="1"/>
        <xsd:element ref="dc:identifier" minOccurs="0" maxOccurs="1"/>
        <xsd:element name="contentType" minOccurs="0" maxOccurs="1" type="xsd:string" ma:index="0" ma:displayName="Content Type"/>
        <xsd:element ref="dc:title" minOccurs="0" maxOccurs="1" ma:index="4" ma:displayName="Title"/>
        <xsd:element ref="dc:subject" minOccurs="0" maxOccurs="1"/>
        <xsd:element ref="dc:description" minOccurs="0" maxOccurs="1"/>
        <xsd:element name="keywords" minOccurs="0" maxOccurs="1" type="xsd:string"/>
        <xsd:element ref="dc:language" minOccurs="0" maxOccurs="1"/>
        <xsd:element name="category" minOccurs="0" maxOccurs="1" type="xsd:string"/>
        <xsd:element name="version" minOccurs="0" maxOccurs="1" type="xsd:string"/>
        <xsd:element name="revision" minOccurs="0" maxOccurs="1" type="xsd:string">
          <xsd:annotation>
            <xsd:documentation>
                        This value indicates the number of saves or revisions. The application is responsible for updating this value after each revision.
                    </xsd:documentation>
          </xsd:annotation>
        </xsd:element>
        <xsd:element name="lastModifiedBy" minOccurs="0" maxOccurs="1" type="xsd:string"/>
        <xsd:element ref="dcterms:modified" minOccurs="0" maxOccurs="1"/>
        <xsd:element name="contentStatus" minOccurs="0" maxOccurs="1" type="xsd:string"/>
      </xsd:all>
    </xsd:complexType>
  </xsd:schema>
  <xs:schema xmlns:pc="http://schemas.microsoft.com/office/infopath/2007/PartnerControls" xmlns:xs="http://www.w3.org/2001/XMLSchema" targetNamespace="http://schemas.microsoft.com/office/infopath/2007/PartnerControls" elementFormDefault="qualified" attributeFormDefault="unqualified">
    <xs:element name="Person">
      <xs:complexType>
        <xs:sequence>
          <xs:element ref="pc:DisplayName" minOccurs="0"/>
          <xs:element ref="pc:AccountId" minOccurs="0"/>
          <xs:element ref="pc:AccountType" minOccurs="0"/>
        </xs:sequence>
      </xs:complexType>
    </xs:element>
    <xs:element name="DisplayName" type="xs:string"/>
    <xs:element name="AccountId" type="xs:string"/>
    <xs:element name="AccountType" type="xs:string"/>
    <xs:element name="BDCAssociatedEntity">
      <xs:complexType>
        <xs:sequence>
          <xs:element ref="pc:BDCEntity" minOccurs="0" maxOccurs="unbounded"/>
        </xs:sequence>
        <xs:attribute ref="pc:EntityNamespace"/>
        <xs:attribute ref="pc:EntityName"/>
        <xs:attribute ref="pc:SystemInstanceName"/>
        <xs:attribute ref="pc:AssociationName"/>
      </xs:complexType>
    </xs:element>
    <xs:attribute name="EntityNamespace" type="xs:string"/>
    <xs:attribute name="EntityName" type="xs:string"/>
    <xs:attribute name="SystemInstanceName" type="xs:string"/>
    <xs:attribute name="AssociationName" type="xs:string"/>
    <xs:element name="BDCEntity">
      <xs:complexType>
        <xs:sequence>
          <xs:element ref="pc:EntityDisplayName" minOccurs="0"/>
          <xs:element ref="pc:EntityInstanceReference" minOccurs="0"/>
          <xs:element ref="pc:EntityId1" minOccurs="0"/>
          <xs:element ref="pc:EntityId2" minOccurs="0"/>
          <xs:element ref="pc:EntityId3" minOccurs="0"/>
          <xs:element ref="pc:EntityId4" minOccurs="0"/>
          <xs:element ref="pc:EntityId5" minOccurs="0"/>
        </xs:sequence>
      </xs:complexType>
    </xs:element>
    <xs:element name="EntityDisplayName" type="xs:string"/>
    <xs:element name="EntityInstanceReference" type="xs:string"/>
    <xs:element name="EntityId1" type="xs:string"/>
    <xs:element name="EntityId2" type="xs:string"/>
    <xs:element name="EntityId3" type="xs:string"/>
    <xs:element name="EntityId4" type="xs:string"/>
    <xs:element name="EntityId5" type="xs:string"/>
    <xs:element name="Terms">
      <xs:complexType>
        <xs:sequence>
          <xs:element ref="pc:TermInfo" minOccurs="0" maxOccurs="unbounded"/>
        </xs:sequence>
      </xs:complexType>
    </xs:element>
    <xs:element name="TermInfo">
      <xs:complexType>
        <xs:sequence>
          <xs:element ref="pc:TermName" minOccurs="0"/>
          <xs:element ref="pc:TermId" minOccurs="0"/>
        </xs:sequence>
      </xs:complexType>
    </xs:element>
    <xs:element name="TermName" type="xs:string"/>
    <xs:element name="TermId" type="xs:string"/>
  </xs:schema>
</ct:contentTypeSchema>
</file>

<file path=customXml/itemProps1.xml><?xml version="1.0" encoding="utf-8"?>
<ds:datastoreItem xmlns:ds="http://schemas.openxmlformats.org/officeDocument/2006/customXml" ds:itemID="{F5CF5F32-56DC-4068-8B04-457CF34A96F3}">
  <ds:schemaRefs>
    <ds:schemaRef ds:uri="http://schemas.microsoft.com/sharepoint/v3/contenttype/forms"/>
  </ds:schemaRefs>
</ds:datastoreItem>
</file>

<file path=customXml/itemProps2.xml><?xml version="1.0" encoding="utf-8"?>
<ds:datastoreItem xmlns:ds="http://schemas.openxmlformats.org/officeDocument/2006/customXml" ds:itemID="{52EB1464-66D1-425A-BBB5-7A9312BBE9C4}">
  <ds:schemaRefs>
    <ds:schemaRef ds:uri="http://schemas.microsoft.com/office/2006/metadata/properties"/>
    <ds:schemaRef ds:uri="http://schemas.microsoft.com/office/infopath/2007/PartnerControls"/>
  </ds:schemaRefs>
</ds:datastoreItem>
</file>

<file path=customXml/itemProps3.xml><?xml version="1.0" encoding="utf-8"?>
<ds:datastoreItem xmlns:ds="http://schemas.openxmlformats.org/officeDocument/2006/customXml" ds:itemID="{A43B8A4B-79FE-4529-931C-D64224FA70E3}">
  <ds:schemaRefs>
    <ds:schemaRef ds:uri="http://schemas.microsoft.com/office/2006/metadata/contentType"/>
    <ds:schemaRef ds:uri="http://schemas.microsoft.com/office/2006/metadata/properties/metaAttributes"/>
    <ds:schemaRef ds:uri="http://www.w3.org/2001/XMLSchema"/>
    <ds:schemaRef ds:uri="http://schemas.microsoft.com/office/2006/metadata/properties"/>
    <ds:schemaRef ds:uri="90d05cb5-950f-4f68-bc2c-e17794455b92"/>
    <ds:schemaRef ds:uri="b4eab9fa-dbb0-4082-8491-8bd54207a265"/>
    <ds:schemaRef ds:uri="http://schemas.microsoft.com/office/2006/documentManagement/types"/>
    <ds:schemaRef ds:uri="http://schemas.microsoft.com/office/infopath/2007/PartnerControls"/>
    <ds:schemaRef ds:uri="http://schemas.openxmlformats.org/package/2006/metadata/core-properties"/>
    <ds:schemaRef ds:uri="http://purl.org/dc/elements/1.1/"/>
    <ds:schemaRef ds:uri="http://purl.org/dc/terms/"/>
    <ds:schemaRef ds:uri="http://schemas.microsoft.com/internal/obd"/>
  </ds:schemaRefs>
</ds:datastoreItem>
</file>

<file path=docProps/app.xml><?xml version="1.0" encoding="utf-8"?>
<Properties xmlns="http://schemas.openxmlformats.org/officeDocument/2006/extended-properties" xmlns:vt="http://schemas.openxmlformats.org/officeDocument/2006/docPropsVTypes">
  <TotalTime>1530</TotalTime>
  <Words>842</Words>
  <Application>Microsoft Office PowerPoint</Application>
  <PresentationFormat>On-screen Show (4:3)</PresentationFormat>
  <Paragraphs>121</Paragraphs>
  <Slides>16</Slides>
  <Notes>3</Notes>
  <HiddenSlides>0</HiddenSlides>
  <MMClips>0</MMClips>
  <ScaleCrop>false</ScaleCrop>
  <HeadingPairs>
    <vt:vector size="6" baseType="variant">
      <vt:variant>
        <vt:lpstr>Fonts Used</vt:lpstr>
      </vt:variant>
      <vt:variant>
        <vt:i4>3</vt:i4>
      </vt:variant>
      <vt:variant>
        <vt:lpstr>Theme</vt:lpstr>
      </vt:variant>
      <vt:variant>
        <vt:i4>1</vt:i4>
      </vt:variant>
      <vt:variant>
        <vt:lpstr>Slide Titles</vt:lpstr>
      </vt:variant>
      <vt:variant>
        <vt:i4>16</vt:i4>
      </vt:variant>
    </vt:vector>
  </HeadingPairs>
  <TitlesOfParts>
    <vt:vector size="20" baseType="lpstr">
      <vt:lpstr>Arial</vt:lpstr>
      <vt:lpstr>Calibri</vt:lpstr>
      <vt:lpstr>Cambria Math</vt:lpstr>
      <vt:lpstr>MA_Template</vt:lpstr>
      <vt:lpstr>Power Screws</vt:lpstr>
      <vt:lpstr>Power Screws</vt:lpstr>
      <vt:lpstr>Power Screws and Wedges</vt:lpstr>
      <vt:lpstr>Power Screws and Wedges</vt:lpstr>
      <vt:lpstr>Power Screws</vt:lpstr>
      <vt:lpstr>Power Screws</vt:lpstr>
      <vt:lpstr>Power Screws</vt:lpstr>
      <vt:lpstr>Power Screws</vt:lpstr>
      <vt:lpstr>Self Locking Screws</vt:lpstr>
      <vt:lpstr>Self-Locking Screws</vt:lpstr>
      <vt:lpstr>Self-Locking Screws</vt:lpstr>
      <vt:lpstr>The Self-Locking Angle</vt:lpstr>
      <vt:lpstr>The Self-Locking Angle</vt:lpstr>
      <vt:lpstr>Thanks for Watching</vt:lpstr>
      <vt:lpstr>Power Screws Worked Example</vt:lpstr>
      <vt:lpstr>Power Screws Worked Example</vt:lpstr>
    </vt:vector>
  </TitlesOfParts>
  <LinksUpToDate>false</LinksUpToDate>
  <SharedDoc>false</SharedDoc>
  <HyperlinksChanged>false</HyperlinksChanged>
  <AppVersion>16.0000</AppVersion>
</Properties>
</file>

<file path=docProps/core.xml><?xml version="1.0" encoding="utf-8"?>
<cp:coreProperties xmlns:cp="http://schemas.openxmlformats.org/package/2006/metadata/core-properties" xmlns:dc="http://purl.org/dc/elements/1.1/" xmlns:dcterms="http://purl.org/dc/terms/" xmlns:dcmitype="http://purl.org/dc/dcmitype/" xmlns:xsi="http://www.w3.org/2001/XMLSchema-instance">
  <dc:title>Moments</dc:title>
  <dc:creator>Moore, Jacob Preston</dc:creator>
  <cp:lastModifiedBy>Moore, Jacob Preston</cp:lastModifiedBy>
  <cp:revision>15</cp:revision>
  <dcterms:created xsi:type="dcterms:W3CDTF">2020-08-21T15:23:22Z</dcterms:created>
  <dcterms:modified xsi:type="dcterms:W3CDTF">2025-12-15T13:49:35Z</dcterms:modified>
</cp:coreProperties>
</file>

<file path=docProps/custom.xml><?xml version="1.0" encoding="utf-8"?>
<Properties xmlns="http://schemas.openxmlformats.org/officeDocument/2006/custom-properties" xmlns:vt="http://schemas.openxmlformats.org/officeDocument/2006/docPropsVTypes">
  <property fmtid="{D5CDD505-2E9C-101B-9397-08002B2CF9AE}" pid="2" name="ContentTypeId">
    <vt:lpwstr>0x010100A06DF21F5BB2734A800ED30F3F452129</vt:lpwstr>
  </property>
</Properties>
</file>