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2"/>
  </p:notesMasterIdLst>
  <p:sldIdLst>
    <p:sldId id="256" r:id="rId5"/>
    <p:sldId id="314" r:id="rId6"/>
    <p:sldId id="315" r:id="rId7"/>
    <p:sldId id="316" r:id="rId8"/>
    <p:sldId id="317" r:id="rId9"/>
    <p:sldId id="318" r:id="rId10"/>
    <p:sldId id="28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CA893-13D7-4BC4-AF62-0806F1E57D75}" v="316" dt="2020-10-01T16:03:50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1" autoAdjust="0"/>
    <p:restoredTop sz="54101" autoAdjust="0"/>
  </p:normalViewPr>
  <p:slideViewPr>
    <p:cSldViewPr>
      <p:cViewPr varScale="1">
        <p:scale>
          <a:sx n="63" d="100"/>
          <a:sy n="63" d="100"/>
        </p:scale>
        <p:origin x="122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Jacob Preston" userId="fdd3fd0f-c483-48c9-988d-7deb216763fd" providerId="ADAL" clId="{B83CA893-13D7-4BC4-AF62-0806F1E57D75}"/>
    <pc:docChg chg="custSel modSld">
      <pc:chgData name="Moore, Jacob Preston" userId="fdd3fd0f-c483-48c9-988d-7deb216763fd" providerId="ADAL" clId="{B83CA893-13D7-4BC4-AF62-0806F1E57D75}" dt="2020-10-01T16:03:50.225" v="102" actId="20577"/>
      <pc:docMkLst>
        <pc:docMk/>
      </pc:docMkLst>
      <pc:sldChg chg="modAnim">
        <pc:chgData name="Moore, Jacob Preston" userId="fdd3fd0f-c483-48c9-988d-7deb216763fd" providerId="ADAL" clId="{B83CA893-13D7-4BC4-AF62-0806F1E57D75}" dt="2020-09-22T15:20:34.741" v="1"/>
        <pc:sldMkLst>
          <pc:docMk/>
          <pc:sldMk cId="402362879" sldId="314"/>
        </pc:sldMkLst>
      </pc:sldChg>
      <pc:sldChg chg="modAnim">
        <pc:chgData name="Moore, Jacob Preston" userId="fdd3fd0f-c483-48c9-988d-7deb216763fd" providerId="ADAL" clId="{B83CA893-13D7-4BC4-AF62-0806F1E57D75}" dt="2020-09-22T15:20:58.333" v="4"/>
        <pc:sldMkLst>
          <pc:docMk/>
          <pc:sldMk cId="1214655133" sldId="315"/>
        </pc:sldMkLst>
      </pc:sldChg>
      <pc:sldChg chg="modSp modAnim">
        <pc:chgData name="Moore, Jacob Preston" userId="fdd3fd0f-c483-48c9-988d-7deb216763fd" providerId="ADAL" clId="{B83CA893-13D7-4BC4-AF62-0806F1E57D75}" dt="2020-10-01T16:03:50.225" v="102" actId="20577"/>
        <pc:sldMkLst>
          <pc:docMk/>
          <pc:sldMk cId="3061164950" sldId="316"/>
        </pc:sldMkLst>
        <pc:spChg chg="mod">
          <ac:chgData name="Moore, Jacob Preston" userId="fdd3fd0f-c483-48c9-988d-7deb216763fd" providerId="ADAL" clId="{B83CA893-13D7-4BC4-AF62-0806F1E57D75}" dt="2020-10-01T16:03:50.225" v="102" actId="20577"/>
          <ac:spMkLst>
            <pc:docMk/>
            <pc:sldMk cId="3061164950" sldId="316"/>
            <ac:spMk id="3" creationId="{00000000-0000-0000-0000-000000000000}"/>
          </ac:spMkLst>
        </pc:spChg>
      </pc:sldChg>
      <pc:sldChg chg="modAnim">
        <pc:chgData name="Moore, Jacob Preston" userId="fdd3fd0f-c483-48c9-988d-7deb216763fd" providerId="ADAL" clId="{B83CA893-13D7-4BC4-AF62-0806F1E57D75}" dt="2020-09-22T15:23:31.112" v="99"/>
        <pc:sldMkLst>
          <pc:docMk/>
          <pc:sldMk cId="2671741589" sldId="317"/>
        </pc:sldMkLst>
      </pc:sldChg>
      <pc:sldChg chg="modAnim">
        <pc:chgData name="Moore, Jacob Preston" userId="fdd3fd0f-c483-48c9-988d-7deb216763fd" providerId="ADAL" clId="{B83CA893-13D7-4BC4-AF62-0806F1E57D75}" dt="2020-09-22T15:25:14.194" v="101"/>
        <pc:sldMkLst>
          <pc:docMk/>
          <pc:sldMk cId="1394727948" sldId="318"/>
        </pc:sldMkLst>
      </pc:sldChg>
    </pc:docChg>
  </pc:docChgLst>
  <pc:docChgLst>
    <pc:chgData name="Moore, Jacob Preston" userId="fdd3fd0f-c483-48c9-988d-7deb216763fd" providerId="ADAL" clId="{A59CBCED-7092-4544-9E0C-8C935690C011}"/>
    <pc:docChg chg="custSel addSld delSld modSld">
      <pc:chgData name="Moore, Jacob Preston" userId="fdd3fd0f-c483-48c9-988d-7deb216763fd" providerId="ADAL" clId="{A59CBCED-7092-4544-9E0C-8C935690C011}" dt="2020-09-21T16:30:23.134" v="272" actId="115"/>
      <pc:docMkLst>
        <pc:docMk/>
      </pc:docMkLst>
      <pc:sldChg chg="modSp">
        <pc:chgData name="Moore, Jacob Preston" userId="fdd3fd0f-c483-48c9-988d-7deb216763fd" providerId="ADAL" clId="{A59CBCED-7092-4544-9E0C-8C935690C011}" dt="2020-09-21T16:23:31.476" v="19" actId="20577"/>
        <pc:sldMkLst>
          <pc:docMk/>
          <pc:sldMk cId="3080430471" sldId="256"/>
        </pc:sldMkLst>
        <pc:spChg chg="mod">
          <ac:chgData name="Moore, Jacob Preston" userId="fdd3fd0f-c483-48c9-988d-7deb216763fd" providerId="ADAL" clId="{A59CBCED-7092-4544-9E0C-8C935690C011}" dt="2020-09-21T16:23:31.476" v="19" actId="20577"/>
          <ac:spMkLst>
            <pc:docMk/>
            <pc:sldMk cId="3080430471" sldId="256"/>
            <ac:spMk id="2" creationId="{00000000-0000-0000-0000-000000000000}"/>
          </ac:spMkLst>
        </pc:spChg>
      </pc:sldChg>
      <pc:sldChg chg="del">
        <pc:chgData name="Moore, Jacob Preston" userId="fdd3fd0f-c483-48c9-988d-7deb216763fd" providerId="ADAL" clId="{A59CBCED-7092-4544-9E0C-8C935690C011}" dt="2020-09-21T16:23:55.861" v="22" actId="2696"/>
        <pc:sldMkLst>
          <pc:docMk/>
          <pc:sldMk cId="176196951" sldId="298"/>
        </pc:sldMkLst>
      </pc:sldChg>
      <pc:sldChg chg="del">
        <pc:chgData name="Moore, Jacob Preston" userId="fdd3fd0f-c483-48c9-988d-7deb216763fd" providerId="ADAL" clId="{A59CBCED-7092-4544-9E0C-8C935690C011}" dt="2020-09-21T16:23:55.977" v="23" actId="2696"/>
        <pc:sldMkLst>
          <pc:docMk/>
          <pc:sldMk cId="3476977463" sldId="299"/>
        </pc:sldMkLst>
      </pc:sldChg>
      <pc:sldChg chg="del">
        <pc:chgData name="Moore, Jacob Preston" userId="fdd3fd0f-c483-48c9-988d-7deb216763fd" providerId="ADAL" clId="{A59CBCED-7092-4544-9E0C-8C935690C011}" dt="2020-09-21T16:23:56.074" v="24" actId="2696"/>
        <pc:sldMkLst>
          <pc:docMk/>
          <pc:sldMk cId="2840506230" sldId="300"/>
        </pc:sldMkLst>
      </pc:sldChg>
      <pc:sldChg chg="del">
        <pc:chgData name="Moore, Jacob Preston" userId="fdd3fd0f-c483-48c9-988d-7deb216763fd" providerId="ADAL" clId="{A59CBCED-7092-4544-9E0C-8C935690C011}" dt="2020-09-21T16:23:56.277" v="25" actId="2696"/>
        <pc:sldMkLst>
          <pc:docMk/>
          <pc:sldMk cId="3015514237" sldId="301"/>
        </pc:sldMkLst>
      </pc:sldChg>
      <pc:sldChg chg="del">
        <pc:chgData name="Moore, Jacob Preston" userId="fdd3fd0f-c483-48c9-988d-7deb216763fd" providerId="ADAL" clId="{A59CBCED-7092-4544-9E0C-8C935690C011}" dt="2020-09-21T16:23:56.396" v="26" actId="2696"/>
        <pc:sldMkLst>
          <pc:docMk/>
          <pc:sldMk cId="3960149884" sldId="302"/>
        </pc:sldMkLst>
      </pc:sldChg>
      <pc:sldChg chg="del">
        <pc:chgData name="Moore, Jacob Preston" userId="fdd3fd0f-c483-48c9-988d-7deb216763fd" providerId="ADAL" clId="{A59CBCED-7092-4544-9E0C-8C935690C011}" dt="2020-09-21T16:23:56.414" v="27" actId="2696"/>
        <pc:sldMkLst>
          <pc:docMk/>
          <pc:sldMk cId="2667602323" sldId="304"/>
        </pc:sldMkLst>
      </pc:sldChg>
      <pc:sldChg chg="del">
        <pc:chgData name="Moore, Jacob Preston" userId="fdd3fd0f-c483-48c9-988d-7deb216763fd" providerId="ADAL" clId="{A59CBCED-7092-4544-9E0C-8C935690C011}" dt="2020-09-21T16:23:48.441" v="20" actId="2696"/>
        <pc:sldMkLst>
          <pc:docMk/>
          <pc:sldMk cId="1795040274" sldId="305"/>
        </pc:sldMkLst>
      </pc:sldChg>
      <pc:sldChg chg="del">
        <pc:chgData name="Moore, Jacob Preston" userId="fdd3fd0f-c483-48c9-988d-7deb216763fd" providerId="ADAL" clId="{A59CBCED-7092-4544-9E0C-8C935690C011}" dt="2020-09-21T16:23:48.451" v="21" actId="2696"/>
        <pc:sldMkLst>
          <pc:docMk/>
          <pc:sldMk cId="367277184" sldId="306"/>
        </pc:sldMkLst>
      </pc:sldChg>
      <pc:sldChg chg="modSp add">
        <pc:chgData name="Moore, Jacob Preston" userId="fdd3fd0f-c483-48c9-988d-7deb216763fd" providerId="ADAL" clId="{A59CBCED-7092-4544-9E0C-8C935690C011}" dt="2020-09-21T16:25:40.968" v="56" actId="1076"/>
        <pc:sldMkLst>
          <pc:docMk/>
          <pc:sldMk cId="402362879" sldId="314"/>
        </pc:sldMkLst>
        <pc:spChg chg="mod">
          <ac:chgData name="Moore, Jacob Preston" userId="fdd3fd0f-c483-48c9-988d-7deb216763fd" providerId="ADAL" clId="{A59CBCED-7092-4544-9E0C-8C935690C011}" dt="2020-09-21T16:25:37.271" v="55" actId="313"/>
          <ac:spMkLst>
            <pc:docMk/>
            <pc:sldMk cId="402362879" sldId="314"/>
            <ac:spMk id="3" creationId="{00000000-0000-0000-0000-000000000000}"/>
          </ac:spMkLst>
        </pc:spChg>
        <pc:picChg chg="mod">
          <ac:chgData name="Moore, Jacob Preston" userId="fdd3fd0f-c483-48c9-988d-7deb216763fd" providerId="ADAL" clId="{A59CBCED-7092-4544-9E0C-8C935690C011}" dt="2020-09-21T16:25:40.968" v="56" actId="1076"/>
          <ac:picMkLst>
            <pc:docMk/>
            <pc:sldMk cId="402362879" sldId="314"/>
            <ac:picMk id="1026" creationId="{00000000-0000-0000-0000-000000000000}"/>
          </ac:picMkLst>
        </pc:picChg>
      </pc:sldChg>
      <pc:sldChg chg="add">
        <pc:chgData name="Moore, Jacob Preston" userId="fdd3fd0f-c483-48c9-988d-7deb216763fd" providerId="ADAL" clId="{A59CBCED-7092-4544-9E0C-8C935690C011}" dt="2020-09-21T16:24:26.461" v="28"/>
        <pc:sldMkLst>
          <pc:docMk/>
          <pc:sldMk cId="1214655133" sldId="315"/>
        </pc:sldMkLst>
      </pc:sldChg>
      <pc:sldChg chg="modSp add">
        <pc:chgData name="Moore, Jacob Preston" userId="fdd3fd0f-c483-48c9-988d-7deb216763fd" providerId="ADAL" clId="{A59CBCED-7092-4544-9E0C-8C935690C011}" dt="2020-09-21T16:28:30.745" v="108" actId="113"/>
        <pc:sldMkLst>
          <pc:docMk/>
          <pc:sldMk cId="3061164950" sldId="316"/>
        </pc:sldMkLst>
        <pc:spChg chg="mod">
          <ac:chgData name="Moore, Jacob Preston" userId="fdd3fd0f-c483-48c9-988d-7deb216763fd" providerId="ADAL" clId="{A59CBCED-7092-4544-9E0C-8C935690C011}" dt="2020-09-21T16:28:30.745" v="108" actId="113"/>
          <ac:spMkLst>
            <pc:docMk/>
            <pc:sldMk cId="3061164950" sldId="316"/>
            <ac:spMk id="3" creationId="{00000000-0000-0000-0000-000000000000}"/>
          </ac:spMkLst>
        </pc:spChg>
      </pc:sldChg>
      <pc:sldChg chg="modSp add">
        <pc:chgData name="Moore, Jacob Preston" userId="fdd3fd0f-c483-48c9-988d-7deb216763fd" providerId="ADAL" clId="{A59CBCED-7092-4544-9E0C-8C935690C011}" dt="2020-09-21T16:29:25.834" v="210" actId="113"/>
        <pc:sldMkLst>
          <pc:docMk/>
          <pc:sldMk cId="2671741589" sldId="317"/>
        </pc:sldMkLst>
        <pc:spChg chg="mod">
          <ac:chgData name="Moore, Jacob Preston" userId="fdd3fd0f-c483-48c9-988d-7deb216763fd" providerId="ADAL" clId="{A59CBCED-7092-4544-9E0C-8C935690C011}" dt="2020-09-21T16:29:25.834" v="210" actId="113"/>
          <ac:spMkLst>
            <pc:docMk/>
            <pc:sldMk cId="2671741589" sldId="317"/>
            <ac:spMk id="3" creationId="{00000000-0000-0000-0000-000000000000}"/>
          </ac:spMkLst>
        </pc:spChg>
      </pc:sldChg>
      <pc:sldChg chg="modSp add">
        <pc:chgData name="Moore, Jacob Preston" userId="fdd3fd0f-c483-48c9-988d-7deb216763fd" providerId="ADAL" clId="{A59CBCED-7092-4544-9E0C-8C935690C011}" dt="2020-09-21T16:30:23.134" v="272" actId="115"/>
        <pc:sldMkLst>
          <pc:docMk/>
          <pc:sldMk cId="1394727948" sldId="318"/>
        </pc:sldMkLst>
        <pc:spChg chg="mod">
          <ac:chgData name="Moore, Jacob Preston" userId="fdd3fd0f-c483-48c9-988d-7deb216763fd" providerId="ADAL" clId="{A59CBCED-7092-4544-9E0C-8C935690C011}" dt="2020-09-21T16:29:51.595" v="236" actId="20577"/>
          <ac:spMkLst>
            <pc:docMk/>
            <pc:sldMk cId="1394727948" sldId="318"/>
            <ac:spMk id="2" creationId="{00000000-0000-0000-0000-000000000000}"/>
          </ac:spMkLst>
        </pc:spChg>
        <pc:spChg chg="mod">
          <ac:chgData name="Moore, Jacob Preston" userId="fdd3fd0f-c483-48c9-988d-7deb216763fd" providerId="ADAL" clId="{A59CBCED-7092-4544-9E0C-8C935690C011}" dt="2020-09-21T16:30:23.134" v="272" actId="115"/>
          <ac:spMkLst>
            <pc:docMk/>
            <pc:sldMk cId="1394727948" sldId="31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1AB63-216F-4D5B-8811-CCB935E98D4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503E-B3EF-424C-B3CC-B319B8E34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4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511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2" descr="Adaptive Map Logo">
            <a:extLst>
              <a:ext uri="{FF2B5EF4-FFF2-40B4-BE49-F238E27FC236}">
                <a16:creationId xmlns:a16="http://schemas.microsoft.com/office/drawing/2014/main" id="{47EE881C-8EE7-446C-91D5-BB734D80EE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089525"/>
            <a:ext cx="3048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EDE0CC1-27C1-4221-84FE-9FC7EEBDE843}"/>
              </a:ext>
            </a:extLst>
          </p:cNvPr>
          <p:cNvSpPr txBox="1">
            <a:spLocks/>
          </p:cNvSpPr>
          <p:nvPr userDrawn="1"/>
        </p:nvSpPr>
        <p:spPr>
          <a:xfrm>
            <a:off x="2019300" y="5943600"/>
            <a:ext cx="51054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mechanicsmap.psu.edu</a:t>
            </a:r>
          </a:p>
        </p:txBody>
      </p:sp>
    </p:spTree>
    <p:extLst>
      <p:ext uri="{BB962C8B-B14F-4D97-AF65-F5344CB8AC3E}">
        <p14:creationId xmlns:p14="http://schemas.microsoft.com/office/powerpoint/2010/main" val="2509048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1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2FE-7F58-4A1E-8AF3-5A510A86D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Forces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Dr. Jacob Moore</a:t>
            </a:r>
          </a:p>
          <a:p>
            <a:r>
              <a:rPr lang="en-US" sz="2400" dirty="0"/>
              <a:t>Associate Professor of Engineering</a:t>
            </a:r>
          </a:p>
          <a:p>
            <a:r>
              <a:rPr lang="en-US" sz="2400" dirty="0"/>
              <a:t>Penn State Mont Alto</a:t>
            </a:r>
          </a:p>
        </p:txBody>
      </p:sp>
    </p:spTree>
    <p:extLst>
      <p:ext uri="{BB962C8B-B14F-4D97-AF65-F5344CB8AC3E}">
        <p14:creationId xmlns:p14="http://schemas.microsoft.com/office/powerpoint/2010/main" val="308043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distributed force is any force where the point of application is spread out over an area or a volume.</a:t>
            </a:r>
          </a:p>
          <a:p>
            <a:endParaRPr lang="en-US" dirty="0"/>
          </a:p>
          <a:p>
            <a:r>
              <a:rPr lang="en-US" dirty="0"/>
              <a:t>Distributed forces are represented by a field of vectors.</a:t>
            </a:r>
          </a:p>
          <a:p>
            <a:r>
              <a:rPr lang="en-US" dirty="0"/>
              <a:t>The force still has:</a:t>
            </a:r>
          </a:p>
          <a:p>
            <a:pPr lvl="1"/>
            <a:r>
              <a:rPr lang="en-US" dirty="0"/>
              <a:t>A magnitude</a:t>
            </a:r>
          </a:p>
          <a:p>
            <a:pPr lvl="1"/>
            <a:r>
              <a:rPr lang="en-US" dirty="0"/>
              <a:t>A direction</a:t>
            </a:r>
          </a:p>
          <a:p>
            <a:pPr lvl="1"/>
            <a:r>
              <a:rPr lang="en-US" dirty="0"/>
              <a:t>A “point” of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Force Distributed over a Lin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7" r="11543"/>
          <a:stretch/>
        </p:blipFill>
        <p:spPr bwMode="auto">
          <a:xfrm>
            <a:off x="4121603" y="4000499"/>
            <a:ext cx="4593772" cy="12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36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/>
          <a:lstStyle/>
          <a:p>
            <a:r>
              <a:rPr lang="en-US" dirty="0"/>
              <a:t>Distributed forces can further be broken down into surface forces and body forces.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surface</a:t>
            </a:r>
            <a:r>
              <a:rPr lang="en-US" dirty="0"/>
              <a:t> force is distributed over a surface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body force</a:t>
            </a:r>
            <a:r>
              <a:rPr lang="en-US" dirty="0"/>
              <a:t> is distributed over a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3</a:t>
            </a:fld>
            <a:endParaRPr lang="en-US"/>
          </a:p>
        </p:txBody>
      </p:sp>
      <p:pic>
        <p:nvPicPr>
          <p:cNvPr id="2050" name="Picture 2" descr="The Hoover Dam by Curimedia [CC-BY-2.0 (http://creativecommons.org/licenses/by/2.0)], via Wikimedia Comm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810000"/>
            <a:ext cx="190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irpla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391024"/>
            <a:ext cx="238125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65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surface force </a:t>
            </a:r>
            <a:r>
              <a:rPr lang="en-US" dirty="0"/>
              <a:t>is a force distributed over an area.</a:t>
            </a:r>
          </a:p>
          <a:p>
            <a:pPr lvl="1"/>
            <a:r>
              <a:rPr lang="en-US" dirty="0"/>
              <a:t>Along a single dimension</a:t>
            </a:r>
          </a:p>
          <a:p>
            <a:pPr lvl="1"/>
            <a:r>
              <a:rPr lang="en-US" dirty="0"/>
              <a:t>Along a 2D surface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Units for the magnitude will be given in unit force per distance, or unit force per distance squared.</a:t>
            </a:r>
          </a:p>
          <a:p>
            <a:r>
              <a:rPr lang="en-US" dirty="0"/>
              <a:t>A surface force, particularly a 2D surface force, can also be called a </a:t>
            </a:r>
            <a:r>
              <a:rPr lang="en-US" b="1" dirty="0"/>
              <a:t>pressure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 descr="Force Distributed over a 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0"/>
            <a:ext cx="4762500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orce Distributed over a surfa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14600"/>
            <a:ext cx="3305175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16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body force is a force distributed over a volume.</a:t>
            </a:r>
          </a:p>
          <a:p>
            <a:pPr lvl="1"/>
            <a:r>
              <a:rPr lang="en-US" dirty="0"/>
              <a:t>They are not usually drawn in as a field of vectors because the diagrams would become overwhelming.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Units for the magnitude will be given in unit force per distance cubed.</a:t>
            </a:r>
          </a:p>
          <a:p>
            <a:r>
              <a:rPr lang="en-US" dirty="0"/>
              <a:t>A gravitational body force can be thought of as the </a:t>
            </a:r>
            <a:r>
              <a:rPr lang="en-US" b="1" dirty="0"/>
              <a:t>weight due to object density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5</a:t>
            </a:fld>
            <a:endParaRPr lang="en-US"/>
          </a:p>
        </p:txBody>
      </p:sp>
      <p:pic>
        <p:nvPicPr>
          <p:cNvPr id="4100" name="Picture 4" descr="http://buddhism-for-vampires.com/images/b4v/lesser_trochanter_cross_section_2184_500x39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640" y="2743200"/>
            <a:ext cx="2223760" cy="17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Airpla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43200"/>
            <a:ext cx="238125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upload.wikimedia.org/wikipedia/commons/d/d8/Maglev_june200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06742"/>
            <a:ext cx="2428875" cy="182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74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Forces and The Equivalent Point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Distributed forces are difficult to deal with directly in the equilibrium equations or equations of motion.</a:t>
            </a:r>
          </a:p>
          <a:p>
            <a:r>
              <a:rPr lang="en-US" dirty="0"/>
              <a:t>Because of this, we usually convert the distributed force into it’s </a:t>
            </a:r>
            <a:r>
              <a:rPr lang="en-US" b="1" dirty="0"/>
              <a:t>equivalent point load</a:t>
            </a:r>
            <a:r>
              <a:rPr lang="en-US" dirty="0"/>
              <a:t>.</a:t>
            </a:r>
          </a:p>
          <a:p>
            <a:r>
              <a:rPr lang="en-US" dirty="0"/>
              <a:t>This is a </a:t>
            </a:r>
            <a:r>
              <a:rPr lang="en-US" b="1" dirty="0"/>
              <a:t>point force</a:t>
            </a:r>
            <a:r>
              <a:rPr lang="en-US" dirty="0"/>
              <a:t> that will cause the same accelerations, or the same reaction forces as the original distributed force. </a:t>
            </a:r>
          </a:p>
          <a:p>
            <a:pPr lvl="1"/>
            <a:r>
              <a:rPr lang="en-US" dirty="0"/>
              <a:t>More details on this process on the equivalent point load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2FE-7F58-4A1E-8AF3-5A510A86DE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2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Watching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See other engineering mechanics videos and access the full tool at…</a:t>
            </a:r>
          </a:p>
        </p:txBody>
      </p:sp>
    </p:spTree>
    <p:extLst>
      <p:ext uri="{BB962C8B-B14F-4D97-AF65-F5344CB8AC3E}">
        <p14:creationId xmlns:p14="http://schemas.microsoft.com/office/powerpoint/2010/main" val="3129637585"/>
      </p:ext>
    </p:extLst>
  </p:cSld>
  <p:clrMapOvr>
    <a:masterClrMapping/>
  </p:clrMapOvr>
</p:sld>
</file>

<file path=ppt/theme/theme1.xml><?xml version="1.0" encoding="utf-8"?>
<a:theme xmlns:a="http://schemas.openxmlformats.org/drawingml/2006/main" name="MA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6DF21F5BB2734A800ED30F3F452129" ma:contentTypeVersion="12" ma:contentTypeDescription="Create a new document." ma:contentTypeScope="" ma:versionID="544d96a5fbac5de9d5d902b535c73fb2">
  <xsd:schema xmlns:xsd="http://www.w3.org/2001/XMLSchema" xmlns:xs="http://www.w3.org/2001/XMLSchema" xmlns:p="http://schemas.microsoft.com/office/2006/metadata/properties" xmlns:ns3="90d05cb5-950f-4f68-bc2c-e17794455b92" xmlns:ns4="b4eab9fa-dbb0-4082-8491-8bd54207a265" targetNamespace="http://schemas.microsoft.com/office/2006/metadata/properties" ma:root="true" ma:fieldsID="7a710efc71c2169bf9c05e5a40dddf12" ns3:_="" ns4:_="">
    <xsd:import namespace="90d05cb5-950f-4f68-bc2c-e17794455b92"/>
    <xsd:import namespace="b4eab9fa-dbb0-4082-8491-8bd54207a2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05cb5-950f-4f68-bc2c-e17794455b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ab9fa-dbb0-4082-8491-8bd54207a2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3B8A4B-79FE-4529-931C-D64224FA7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05cb5-950f-4f68-bc2c-e17794455b92"/>
    <ds:schemaRef ds:uri="b4eab9fa-dbb0-4082-8491-8bd54207a2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CF5F32-56DC-4068-8B04-457CF34A96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EB1464-66D1-425A-BBB5-7A9312BBE9C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309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MA_Template</vt:lpstr>
      <vt:lpstr>Distributed Forces</vt:lpstr>
      <vt:lpstr>Distributed Forces</vt:lpstr>
      <vt:lpstr>Distributed Forces</vt:lpstr>
      <vt:lpstr>Surface Forces</vt:lpstr>
      <vt:lpstr>Body Forces</vt:lpstr>
      <vt:lpstr>Distributed Forces and The Equivalent Point Load</vt:lpstr>
      <vt:lpstr>Thanks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Moments</dc:title>
  <dc:creator>Moore, Jacob Preston</dc:creator>
  <cp:lastModifiedBy>Moore, Jacob Preston</cp:lastModifiedBy>
  <cp:revision>2</cp:revision>
  <dcterms:created xsi:type="dcterms:W3CDTF">2020-08-21T15:23:22Z</dcterms:created>
  <dcterms:modified xsi:type="dcterms:W3CDTF">2025-10-16T20:55:57Z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0x010100A06DF21F5BB2734A800ED30F3F452129</vt:lpwstr>
  </property>
</Properties>
</file>